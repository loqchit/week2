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jp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 id="2147483660" r:id="rId2"/>
  </p:sldMasterIdLst>
  <p:notesMasterIdLst>
    <p:notesMasterId r:id="rId47"/>
  </p:notesMasterIdLst>
  <p:sldIdLst>
    <p:sldId id="311" r:id="rId3"/>
    <p:sldId id="310" r:id="rId4"/>
    <p:sldId id="325" r:id="rId5"/>
    <p:sldId id="324" r:id="rId6"/>
    <p:sldId id="313" r:id="rId7"/>
    <p:sldId id="256" r:id="rId8"/>
    <p:sldId id="315" r:id="rId9"/>
    <p:sldId id="314" r:id="rId10"/>
    <p:sldId id="316" r:id="rId11"/>
    <p:sldId id="318" r:id="rId12"/>
    <p:sldId id="319" r:id="rId13"/>
    <p:sldId id="317" r:id="rId14"/>
    <p:sldId id="320" r:id="rId15"/>
    <p:sldId id="333" r:id="rId16"/>
    <p:sldId id="358" r:id="rId17"/>
    <p:sldId id="335" r:id="rId18"/>
    <p:sldId id="334" r:id="rId19"/>
    <p:sldId id="327" r:id="rId20"/>
    <p:sldId id="328" r:id="rId21"/>
    <p:sldId id="330" r:id="rId22"/>
    <p:sldId id="329" r:id="rId23"/>
    <p:sldId id="331" r:id="rId24"/>
    <p:sldId id="332" r:id="rId25"/>
    <p:sldId id="337" r:id="rId26"/>
    <p:sldId id="336" r:id="rId27"/>
    <p:sldId id="338" r:id="rId28"/>
    <p:sldId id="339" r:id="rId29"/>
    <p:sldId id="340" r:id="rId30"/>
    <p:sldId id="342" r:id="rId31"/>
    <p:sldId id="346" r:id="rId32"/>
    <p:sldId id="349" r:id="rId33"/>
    <p:sldId id="347" r:id="rId34"/>
    <p:sldId id="348" r:id="rId35"/>
    <p:sldId id="350" r:id="rId36"/>
    <p:sldId id="351" r:id="rId37"/>
    <p:sldId id="352" r:id="rId38"/>
    <p:sldId id="353" r:id="rId39"/>
    <p:sldId id="354" r:id="rId40"/>
    <p:sldId id="343" r:id="rId41"/>
    <p:sldId id="355" r:id="rId42"/>
    <p:sldId id="356" r:id="rId43"/>
    <p:sldId id="357" r:id="rId44"/>
    <p:sldId id="344" r:id="rId45"/>
    <p:sldId id="345" r:id="rId4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browse/>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0000"/>
    <a:srgbClr val="CC00CC"/>
    <a:srgbClr val="FF3399"/>
    <a:srgbClr val="CC33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4" autoAdjust="0"/>
    <p:restoredTop sz="95260" autoAdjust="0"/>
  </p:normalViewPr>
  <p:slideViewPr>
    <p:cSldViewPr snapToGrid="0">
      <p:cViewPr varScale="1">
        <p:scale>
          <a:sx n="83" d="100"/>
          <a:sy n="83" d="100"/>
        </p:scale>
        <p:origin x="858" y="7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9" Type="http://schemas.openxmlformats.org/officeDocument/2006/relationships/slide" Target="slides/slide37.xml"/><Relationship Id="rId3" Type="http://schemas.openxmlformats.org/officeDocument/2006/relationships/slide" Target="slides/slide1.xml"/><Relationship Id="rId21" Type="http://schemas.openxmlformats.org/officeDocument/2006/relationships/slide" Target="slides/slide19.xml"/><Relationship Id="rId34" Type="http://schemas.openxmlformats.org/officeDocument/2006/relationships/slide" Target="slides/slide32.xml"/><Relationship Id="rId42" Type="http://schemas.openxmlformats.org/officeDocument/2006/relationships/slide" Target="slides/slide40.xml"/><Relationship Id="rId47" Type="http://schemas.openxmlformats.org/officeDocument/2006/relationships/notesMaster" Target="notesMasters/notesMaster1.xml"/><Relationship Id="rId50" Type="http://schemas.openxmlformats.org/officeDocument/2006/relationships/theme" Target="theme/theme1.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46" Type="http://schemas.openxmlformats.org/officeDocument/2006/relationships/slide" Target="slides/slide44.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slide" Target="slides/slide27.xml"/><Relationship Id="rId41" Type="http://schemas.openxmlformats.org/officeDocument/2006/relationships/slide" Target="slides/slide39.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slide" Target="slides/slide35.xml"/><Relationship Id="rId40" Type="http://schemas.openxmlformats.org/officeDocument/2006/relationships/slide" Target="slides/slide38.xml"/><Relationship Id="rId45" Type="http://schemas.openxmlformats.org/officeDocument/2006/relationships/slide" Target="slides/slide43.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49" Type="http://schemas.openxmlformats.org/officeDocument/2006/relationships/viewProps" Target="viewProps.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slide" Target="slides/slide29.xml"/><Relationship Id="rId44" Type="http://schemas.openxmlformats.org/officeDocument/2006/relationships/slide" Target="slides/slide42.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slide" Target="slides/slide41.xml"/><Relationship Id="rId48" Type="http://schemas.openxmlformats.org/officeDocument/2006/relationships/presProps" Target="presProps.xml"/><Relationship Id="rId8" Type="http://schemas.openxmlformats.org/officeDocument/2006/relationships/slide" Target="slides/slide6.xml"/><Relationship Id="rId51"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9112CB5-B1A5-4675-A0AA-FA76DD9C55FE}" type="datetimeFigureOut">
              <a:rPr lang="en-US" smtClean="0"/>
              <a:t>5/26/2025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EB61B58-8395-4926-A4C9-80DB65489E32}" type="slidenum">
              <a:rPr lang="en-US" smtClean="0"/>
              <a:t>‹#›</a:t>
            </a:fld>
            <a:endParaRPr lang="en-US"/>
          </a:p>
        </p:txBody>
      </p:sp>
    </p:spTree>
    <p:extLst>
      <p:ext uri="{BB962C8B-B14F-4D97-AF65-F5344CB8AC3E}">
        <p14:creationId xmlns:p14="http://schemas.microsoft.com/office/powerpoint/2010/main" val="85645651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2EB61B58-8395-4926-A4C9-80DB65489E32}" type="slidenum">
              <a:rPr lang="en-US" smtClean="0"/>
              <a:t>5</a:t>
            </a:fld>
            <a:endParaRPr lang="en-US"/>
          </a:p>
        </p:txBody>
      </p:sp>
    </p:spTree>
    <p:extLst>
      <p:ext uri="{BB962C8B-B14F-4D97-AF65-F5344CB8AC3E}">
        <p14:creationId xmlns:p14="http://schemas.microsoft.com/office/powerpoint/2010/main" val="146444385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2EB61B58-8395-4926-A4C9-80DB65489E32}" type="slidenum">
              <a:rPr lang="en-US" smtClean="0"/>
              <a:t>6</a:t>
            </a:fld>
            <a:endParaRPr lang="en-US"/>
          </a:p>
        </p:txBody>
      </p:sp>
    </p:spTree>
    <p:extLst>
      <p:ext uri="{BB962C8B-B14F-4D97-AF65-F5344CB8AC3E}">
        <p14:creationId xmlns:p14="http://schemas.microsoft.com/office/powerpoint/2010/main" val="17475506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2EB61B58-8395-4926-A4C9-80DB65489E32}" type="slidenum">
              <a:rPr lang="en-US" smtClean="0"/>
              <a:t>8</a:t>
            </a:fld>
            <a:endParaRPr lang="en-US"/>
          </a:p>
        </p:txBody>
      </p:sp>
    </p:spTree>
    <p:extLst>
      <p:ext uri="{BB962C8B-B14F-4D97-AF65-F5344CB8AC3E}">
        <p14:creationId xmlns:p14="http://schemas.microsoft.com/office/powerpoint/2010/main" val="282035299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2EB61B58-8395-4926-A4C9-80DB65489E32}" type="slidenum">
              <a:rPr lang="en-US" smtClean="0"/>
              <a:t>10</a:t>
            </a:fld>
            <a:endParaRPr lang="en-US"/>
          </a:p>
        </p:txBody>
      </p:sp>
    </p:spTree>
    <p:extLst>
      <p:ext uri="{BB962C8B-B14F-4D97-AF65-F5344CB8AC3E}">
        <p14:creationId xmlns:p14="http://schemas.microsoft.com/office/powerpoint/2010/main" val="331299101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EBD3354-DED9-A7D1-0535-88643723B0C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45E3881-19B1-205F-8569-041D85D8AFA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F96E6C6-1BDD-FBD8-DF0B-5361FBAC4666}"/>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7C405561-2A1C-9C8B-07A2-A71E04C3C834}"/>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EB61B58-8395-4926-A4C9-80DB65489E32}"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11</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91946959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2EB61B58-8395-4926-A4C9-80DB65489E32}" type="slidenum">
              <a:rPr lang="en-US" smtClean="0"/>
              <a:t>18</a:t>
            </a:fld>
            <a:endParaRPr lang="en-US"/>
          </a:p>
        </p:txBody>
      </p:sp>
    </p:spTree>
    <p:extLst>
      <p:ext uri="{BB962C8B-B14F-4D97-AF65-F5344CB8AC3E}">
        <p14:creationId xmlns:p14="http://schemas.microsoft.com/office/powerpoint/2010/main" val="47274782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2" Type="http://schemas.openxmlformats.org/officeDocument/2006/relationships/image" Target="../media/image7.jpg"/><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2" Type="http://schemas.openxmlformats.org/officeDocument/2006/relationships/image" Target="../media/image8.jpg"/><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727B4E-C9B0-FC5C-7107-662591638D62}"/>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8C1C1244-9536-EE33-9011-7D55244420BB}"/>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8F92354F-C690-22A3-B618-CA156858FCB5}"/>
              </a:ext>
            </a:extLst>
          </p:cNvPr>
          <p:cNvSpPr>
            <a:spLocks noGrp="1"/>
          </p:cNvSpPr>
          <p:nvPr>
            <p:ph type="dt" sz="half" idx="10"/>
          </p:nvPr>
        </p:nvSpPr>
        <p:spPr/>
        <p:txBody>
          <a:bodyPr/>
          <a:lstStyle/>
          <a:p>
            <a:fld id="{D37534BB-23EE-4510-B2EF-88875035A87D}" type="datetimeFigureOut">
              <a:rPr lang="en-US" smtClean="0"/>
              <a:t>5/26/2025</a:t>
            </a:fld>
            <a:endParaRPr lang="en-US"/>
          </a:p>
        </p:txBody>
      </p:sp>
      <p:sp>
        <p:nvSpPr>
          <p:cNvPr id="5" name="Footer Placeholder 4">
            <a:extLst>
              <a:ext uri="{FF2B5EF4-FFF2-40B4-BE49-F238E27FC236}">
                <a16:creationId xmlns:a16="http://schemas.microsoft.com/office/drawing/2014/main" id="{684098CE-897C-44E0-9886-635A6472A7A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0DEE438-5694-94F5-6CE9-6835A400F7AF}"/>
              </a:ext>
            </a:extLst>
          </p:cNvPr>
          <p:cNvSpPr>
            <a:spLocks noGrp="1"/>
          </p:cNvSpPr>
          <p:nvPr>
            <p:ph type="sldNum" sz="quarter" idx="12"/>
          </p:nvPr>
        </p:nvSpPr>
        <p:spPr/>
        <p:txBody>
          <a:bodyPr/>
          <a:lstStyle/>
          <a:p>
            <a:fld id="{881FB6CF-55E0-404B-8012-2115241B7385}" type="slidenum">
              <a:rPr lang="en-US" smtClean="0"/>
              <a:t>‹#›</a:t>
            </a:fld>
            <a:endParaRPr lang="en-US"/>
          </a:p>
        </p:txBody>
      </p:sp>
    </p:spTree>
    <p:extLst>
      <p:ext uri="{BB962C8B-B14F-4D97-AF65-F5344CB8AC3E}">
        <p14:creationId xmlns:p14="http://schemas.microsoft.com/office/powerpoint/2010/main" val="376061991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22843C-F081-EBE3-87D6-F8AA41C55643}"/>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4F4BEB9D-17F9-A563-5571-DDB11FD5C008}"/>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8DACB53-5A94-3797-BCAE-4582D4B053BA}"/>
              </a:ext>
            </a:extLst>
          </p:cNvPr>
          <p:cNvSpPr>
            <a:spLocks noGrp="1"/>
          </p:cNvSpPr>
          <p:nvPr>
            <p:ph type="dt" sz="half" idx="10"/>
          </p:nvPr>
        </p:nvSpPr>
        <p:spPr/>
        <p:txBody>
          <a:bodyPr/>
          <a:lstStyle/>
          <a:p>
            <a:fld id="{D37534BB-23EE-4510-B2EF-88875035A87D}" type="datetimeFigureOut">
              <a:rPr lang="en-US" smtClean="0"/>
              <a:t>5/26/2025</a:t>
            </a:fld>
            <a:endParaRPr lang="en-US"/>
          </a:p>
        </p:txBody>
      </p:sp>
      <p:sp>
        <p:nvSpPr>
          <p:cNvPr id="5" name="Footer Placeholder 4">
            <a:extLst>
              <a:ext uri="{FF2B5EF4-FFF2-40B4-BE49-F238E27FC236}">
                <a16:creationId xmlns:a16="http://schemas.microsoft.com/office/drawing/2014/main" id="{2AD0CFFE-25B1-9CC0-242E-FD40BB0D03A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53F149C-D13D-D610-54A5-3E39777BFE92}"/>
              </a:ext>
            </a:extLst>
          </p:cNvPr>
          <p:cNvSpPr>
            <a:spLocks noGrp="1"/>
          </p:cNvSpPr>
          <p:nvPr>
            <p:ph type="sldNum" sz="quarter" idx="12"/>
          </p:nvPr>
        </p:nvSpPr>
        <p:spPr/>
        <p:txBody>
          <a:bodyPr/>
          <a:lstStyle/>
          <a:p>
            <a:fld id="{881FB6CF-55E0-404B-8012-2115241B7385}" type="slidenum">
              <a:rPr lang="en-US" smtClean="0"/>
              <a:t>‹#›</a:t>
            </a:fld>
            <a:endParaRPr lang="en-US"/>
          </a:p>
        </p:txBody>
      </p:sp>
    </p:spTree>
    <p:extLst>
      <p:ext uri="{BB962C8B-B14F-4D97-AF65-F5344CB8AC3E}">
        <p14:creationId xmlns:p14="http://schemas.microsoft.com/office/powerpoint/2010/main" val="234375758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04A777-DD20-5905-66B6-F1DBA9197985}"/>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F24DD4DE-03C8-105E-8FF3-8DEA98514C8A}"/>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01FC7B78-4E0C-FAF8-93B8-10AC22D47398}"/>
              </a:ext>
            </a:extLst>
          </p:cNvPr>
          <p:cNvSpPr>
            <a:spLocks noGrp="1"/>
          </p:cNvSpPr>
          <p:nvPr>
            <p:ph type="dt" sz="half" idx="10"/>
          </p:nvPr>
        </p:nvSpPr>
        <p:spPr/>
        <p:txBody>
          <a:bodyPr/>
          <a:lstStyle/>
          <a:p>
            <a:fld id="{D37534BB-23EE-4510-B2EF-88875035A87D}" type="datetimeFigureOut">
              <a:rPr lang="en-US" smtClean="0"/>
              <a:t>5/26/2025</a:t>
            </a:fld>
            <a:endParaRPr lang="en-US"/>
          </a:p>
        </p:txBody>
      </p:sp>
      <p:sp>
        <p:nvSpPr>
          <p:cNvPr id="5" name="Footer Placeholder 4">
            <a:extLst>
              <a:ext uri="{FF2B5EF4-FFF2-40B4-BE49-F238E27FC236}">
                <a16:creationId xmlns:a16="http://schemas.microsoft.com/office/drawing/2014/main" id="{9CE8786E-1214-715C-989C-6F769F69263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E46D22C-6212-F833-FEE4-50497F3E16FB}"/>
              </a:ext>
            </a:extLst>
          </p:cNvPr>
          <p:cNvSpPr>
            <a:spLocks noGrp="1"/>
          </p:cNvSpPr>
          <p:nvPr>
            <p:ph type="sldNum" sz="quarter" idx="12"/>
          </p:nvPr>
        </p:nvSpPr>
        <p:spPr/>
        <p:txBody>
          <a:bodyPr/>
          <a:lstStyle/>
          <a:p>
            <a:fld id="{881FB6CF-55E0-404B-8012-2115241B7385}" type="slidenum">
              <a:rPr lang="en-US" smtClean="0"/>
              <a:t>‹#›</a:t>
            </a:fld>
            <a:endParaRPr lang="en-US"/>
          </a:p>
        </p:txBody>
      </p:sp>
    </p:spTree>
    <p:extLst>
      <p:ext uri="{BB962C8B-B14F-4D97-AF65-F5344CB8AC3E}">
        <p14:creationId xmlns:p14="http://schemas.microsoft.com/office/powerpoint/2010/main" val="220696138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5D0C66-FB72-B353-AF5E-B1A368D15E32}"/>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CA70905C-3EF9-B68B-8D6D-CE2DD3F5C34F}"/>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D5A9194E-2EF0-7CCA-5937-0F85A2CB8D84}"/>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B444CD0F-4D02-9B36-B960-F4E80E246796}"/>
              </a:ext>
            </a:extLst>
          </p:cNvPr>
          <p:cNvSpPr>
            <a:spLocks noGrp="1"/>
          </p:cNvSpPr>
          <p:nvPr>
            <p:ph type="dt" sz="half" idx="10"/>
          </p:nvPr>
        </p:nvSpPr>
        <p:spPr/>
        <p:txBody>
          <a:bodyPr/>
          <a:lstStyle/>
          <a:p>
            <a:fld id="{D37534BB-23EE-4510-B2EF-88875035A87D}" type="datetimeFigureOut">
              <a:rPr lang="en-US" smtClean="0"/>
              <a:t>5/26/2025</a:t>
            </a:fld>
            <a:endParaRPr lang="en-US"/>
          </a:p>
        </p:txBody>
      </p:sp>
      <p:sp>
        <p:nvSpPr>
          <p:cNvPr id="6" name="Footer Placeholder 5">
            <a:extLst>
              <a:ext uri="{FF2B5EF4-FFF2-40B4-BE49-F238E27FC236}">
                <a16:creationId xmlns:a16="http://schemas.microsoft.com/office/drawing/2014/main" id="{8BDB530C-32BE-5A6E-05BB-73E55E462C02}"/>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AE982244-FE17-FF3A-E160-A8F066C3C3A0}"/>
              </a:ext>
            </a:extLst>
          </p:cNvPr>
          <p:cNvSpPr>
            <a:spLocks noGrp="1"/>
          </p:cNvSpPr>
          <p:nvPr>
            <p:ph type="sldNum" sz="quarter" idx="12"/>
          </p:nvPr>
        </p:nvSpPr>
        <p:spPr/>
        <p:txBody>
          <a:bodyPr/>
          <a:lstStyle/>
          <a:p>
            <a:fld id="{881FB6CF-55E0-404B-8012-2115241B7385}" type="slidenum">
              <a:rPr lang="en-US" smtClean="0"/>
              <a:t>‹#›</a:t>
            </a:fld>
            <a:endParaRPr lang="en-US"/>
          </a:p>
        </p:txBody>
      </p:sp>
    </p:spTree>
    <p:extLst>
      <p:ext uri="{BB962C8B-B14F-4D97-AF65-F5344CB8AC3E}">
        <p14:creationId xmlns:p14="http://schemas.microsoft.com/office/powerpoint/2010/main" val="116900766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A9219A-EEA2-CE39-D0AA-31F85A6323D7}"/>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6581EB94-A85F-60AD-7591-5ED1F29B4BC6}"/>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8F710DC9-D91D-A00C-0AC3-479E5A42D499}"/>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21DB1098-A3AD-0D0B-B55E-FB59EA15F245}"/>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4999FD54-93F3-2693-DA01-A8F087194389}"/>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CC55999B-B9BD-81F6-585D-DB00AB960C71}"/>
              </a:ext>
            </a:extLst>
          </p:cNvPr>
          <p:cNvSpPr>
            <a:spLocks noGrp="1"/>
          </p:cNvSpPr>
          <p:nvPr>
            <p:ph type="dt" sz="half" idx="10"/>
          </p:nvPr>
        </p:nvSpPr>
        <p:spPr/>
        <p:txBody>
          <a:bodyPr/>
          <a:lstStyle/>
          <a:p>
            <a:fld id="{D37534BB-23EE-4510-B2EF-88875035A87D}" type="datetimeFigureOut">
              <a:rPr lang="en-US" smtClean="0"/>
              <a:t>5/26/2025</a:t>
            </a:fld>
            <a:endParaRPr lang="en-US"/>
          </a:p>
        </p:txBody>
      </p:sp>
      <p:sp>
        <p:nvSpPr>
          <p:cNvPr id="8" name="Footer Placeholder 7">
            <a:extLst>
              <a:ext uri="{FF2B5EF4-FFF2-40B4-BE49-F238E27FC236}">
                <a16:creationId xmlns:a16="http://schemas.microsoft.com/office/drawing/2014/main" id="{69B41DB5-A5CB-E806-E14C-4EDEFAD83A91}"/>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66E92FE5-C798-44D4-0FAD-1946B535FC3E}"/>
              </a:ext>
            </a:extLst>
          </p:cNvPr>
          <p:cNvSpPr>
            <a:spLocks noGrp="1"/>
          </p:cNvSpPr>
          <p:nvPr>
            <p:ph type="sldNum" sz="quarter" idx="12"/>
          </p:nvPr>
        </p:nvSpPr>
        <p:spPr/>
        <p:txBody>
          <a:bodyPr/>
          <a:lstStyle/>
          <a:p>
            <a:fld id="{881FB6CF-55E0-404B-8012-2115241B7385}" type="slidenum">
              <a:rPr lang="en-US" smtClean="0"/>
              <a:t>‹#›</a:t>
            </a:fld>
            <a:endParaRPr lang="en-US"/>
          </a:p>
        </p:txBody>
      </p:sp>
    </p:spTree>
    <p:extLst>
      <p:ext uri="{BB962C8B-B14F-4D97-AF65-F5344CB8AC3E}">
        <p14:creationId xmlns:p14="http://schemas.microsoft.com/office/powerpoint/2010/main" val="94237272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CA0589-5E4D-ACAA-93DE-D2939F07F576}"/>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5BC6BA44-AF46-F42D-B3A1-6CDDB4B95D08}"/>
              </a:ext>
            </a:extLst>
          </p:cNvPr>
          <p:cNvSpPr>
            <a:spLocks noGrp="1"/>
          </p:cNvSpPr>
          <p:nvPr>
            <p:ph type="dt" sz="half" idx="10"/>
          </p:nvPr>
        </p:nvSpPr>
        <p:spPr/>
        <p:txBody>
          <a:bodyPr/>
          <a:lstStyle/>
          <a:p>
            <a:fld id="{D37534BB-23EE-4510-B2EF-88875035A87D}" type="datetimeFigureOut">
              <a:rPr lang="en-US" smtClean="0"/>
              <a:t>5/26/2025</a:t>
            </a:fld>
            <a:endParaRPr lang="en-US"/>
          </a:p>
        </p:txBody>
      </p:sp>
      <p:sp>
        <p:nvSpPr>
          <p:cNvPr id="4" name="Footer Placeholder 3">
            <a:extLst>
              <a:ext uri="{FF2B5EF4-FFF2-40B4-BE49-F238E27FC236}">
                <a16:creationId xmlns:a16="http://schemas.microsoft.com/office/drawing/2014/main" id="{C6DA8882-E93E-E850-0819-0291CEB3D545}"/>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74888BA6-F055-FE42-1215-86CC277696FB}"/>
              </a:ext>
            </a:extLst>
          </p:cNvPr>
          <p:cNvSpPr>
            <a:spLocks noGrp="1"/>
          </p:cNvSpPr>
          <p:nvPr>
            <p:ph type="sldNum" sz="quarter" idx="12"/>
          </p:nvPr>
        </p:nvSpPr>
        <p:spPr/>
        <p:txBody>
          <a:bodyPr/>
          <a:lstStyle/>
          <a:p>
            <a:fld id="{881FB6CF-55E0-404B-8012-2115241B7385}" type="slidenum">
              <a:rPr lang="en-US" smtClean="0"/>
              <a:t>‹#›</a:t>
            </a:fld>
            <a:endParaRPr lang="en-US"/>
          </a:p>
        </p:txBody>
      </p:sp>
    </p:spTree>
    <p:extLst>
      <p:ext uri="{BB962C8B-B14F-4D97-AF65-F5344CB8AC3E}">
        <p14:creationId xmlns:p14="http://schemas.microsoft.com/office/powerpoint/2010/main" val="286706979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CA9E9C00-2A2A-568F-6177-E09E0BC5FBEE}"/>
              </a:ext>
            </a:extLst>
          </p:cNvPr>
          <p:cNvSpPr>
            <a:spLocks noGrp="1"/>
          </p:cNvSpPr>
          <p:nvPr>
            <p:ph type="dt" sz="half" idx="10"/>
          </p:nvPr>
        </p:nvSpPr>
        <p:spPr/>
        <p:txBody>
          <a:bodyPr/>
          <a:lstStyle/>
          <a:p>
            <a:fld id="{D37534BB-23EE-4510-B2EF-88875035A87D}" type="datetimeFigureOut">
              <a:rPr lang="en-US" smtClean="0"/>
              <a:t>5/26/2025</a:t>
            </a:fld>
            <a:endParaRPr lang="en-US"/>
          </a:p>
        </p:txBody>
      </p:sp>
      <p:sp>
        <p:nvSpPr>
          <p:cNvPr id="3" name="Footer Placeholder 2">
            <a:extLst>
              <a:ext uri="{FF2B5EF4-FFF2-40B4-BE49-F238E27FC236}">
                <a16:creationId xmlns:a16="http://schemas.microsoft.com/office/drawing/2014/main" id="{2E6BE3F3-A9B1-0976-C7E6-21503612D859}"/>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8730ED49-0CCD-AD4B-057F-7D214C0B7823}"/>
              </a:ext>
            </a:extLst>
          </p:cNvPr>
          <p:cNvSpPr>
            <a:spLocks noGrp="1"/>
          </p:cNvSpPr>
          <p:nvPr>
            <p:ph type="sldNum" sz="quarter" idx="12"/>
          </p:nvPr>
        </p:nvSpPr>
        <p:spPr/>
        <p:txBody>
          <a:bodyPr/>
          <a:lstStyle/>
          <a:p>
            <a:fld id="{881FB6CF-55E0-404B-8012-2115241B7385}" type="slidenum">
              <a:rPr lang="en-US" smtClean="0"/>
              <a:t>‹#›</a:t>
            </a:fld>
            <a:endParaRPr lang="en-US"/>
          </a:p>
        </p:txBody>
      </p:sp>
    </p:spTree>
    <p:extLst>
      <p:ext uri="{BB962C8B-B14F-4D97-AF65-F5344CB8AC3E}">
        <p14:creationId xmlns:p14="http://schemas.microsoft.com/office/powerpoint/2010/main" val="177317470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AEA39E-60A8-984E-22D0-E135DED7757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3D9BA00D-7E87-0A73-EAB1-F448CC023262}"/>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2C67B87B-14B9-EED6-F314-2BEF5FC626D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4BA33D11-BCB8-F88A-7F68-8B1ED67FC1F1}"/>
              </a:ext>
            </a:extLst>
          </p:cNvPr>
          <p:cNvSpPr>
            <a:spLocks noGrp="1"/>
          </p:cNvSpPr>
          <p:nvPr>
            <p:ph type="dt" sz="half" idx="10"/>
          </p:nvPr>
        </p:nvSpPr>
        <p:spPr/>
        <p:txBody>
          <a:bodyPr/>
          <a:lstStyle/>
          <a:p>
            <a:fld id="{D37534BB-23EE-4510-B2EF-88875035A87D}" type="datetimeFigureOut">
              <a:rPr lang="en-US" smtClean="0"/>
              <a:t>5/26/2025</a:t>
            </a:fld>
            <a:endParaRPr lang="en-US"/>
          </a:p>
        </p:txBody>
      </p:sp>
      <p:sp>
        <p:nvSpPr>
          <p:cNvPr id="6" name="Footer Placeholder 5">
            <a:extLst>
              <a:ext uri="{FF2B5EF4-FFF2-40B4-BE49-F238E27FC236}">
                <a16:creationId xmlns:a16="http://schemas.microsoft.com/office/drawing/2014/main" id="{74491015-F3D5-3FCA-1062-423E45CE1344}"/>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BDBCC12A-9F1F-D242-14D4-0C0E94EBD94F}"/>
              </a:ext>
            </a:extLst>
          </p:cNvPr>
          <p:cNvSpPr>
            <a:spLocks noGrp="1"/>
          </p:cNvSpPr>
          <p:nvPr>
            <p:ph type="sldNum" sz="quarter" idx="12"/>
          </p:nvPr>
        </p:nvSpPr>
        <p:spPr/>
        <p:txBody>
          <a:bodyPr/>
          <a:lstStyle/>
          <a:p>
            <a:fld id="{881FB6CF-55E0-404B-8012-2115241B7385}" type="slidenum">
              <a:rPr lang="en-US" smtClean="0"/>
              <a:t>‹#›</a:t>
            </a:fld>
            <a:endParaRPr lang="en-US"/>
          </a:p>
        </p:txBody>
      </p:sp>
    </p:spTree>
    <p:extLst>
      <p:ext uri="{BB962C8B-B14F-4D97-AF65-F5344CB8AC3E}">
        <p14:creationId xmlns:p14="http://schemas.microsoft.com/office/powerpoint/2010/main" val="419902399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6A54F8-0A61-41F9-861A-F6A00C0297D3}"/>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F46F5920-AFA8-9869-F057-FA1C7D8E1CA1}"/>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62678F24-F1FB-1B44-80F3-3501AF35495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4077EFE3-8EA7-1364-1D67-57521AEF4487}"/>
              </a:ext>
            </a:extLst>
          </p:cNvPr>
          <p:cNvSpPr>
            <a:spLocks noGrp="1"/>
          </p:cNvSpPr>
          <p:nvPr>
            <p:ph type="dt" sz="half" idx="10"/>
          </p:nvPr>
        </p:nvSpPr>
        <p:spPr/>
        <p:txBody>
          <a:bodyPr/>
          <a:lstStyle/>
          <a:p>
            <a:fld id="{D37534BB-23EE-4510-B2EF-88875035A87D}" type="datetimeFigureOut">
              <a:rPr lang="en-US" smtClean="0"/>
              <a:t>5/26/2025</a:t>
            </a:fld>
            <a:endParaRPr lang="en-US"/>
          </a:p>
        </p:txBody>
      </p:sp>
      <p:sp>
        <p:nvSpPr>
          <p:cNvPr id="6" name="Footer Placeholder 5">
            <a:extLst>
              <a:ext uri="{FF2B5EF4-FFF2-40B4-BE49-F238E27FC236}">
                <a16:creationId xmlns:a16="http://schemas.microsoft.com/office/drawing/2014/main" id="{F717168F-B4DC-2C7D-ED13-B6C58E36C161}"/>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56D71771-4527-9E17-B618-0ABD2FC2516F}"/>
              </a:ext>
            </a:extLst>
          </p:cNvPr>
          <p:cNvSpPr>
            <a:spLocks noGrp="1"/>
          </p:cNvSpPr>
          <p:nvPr>
            <p:ph type="sldNum" sz="quarter" idx="12"/>
          </p:nvPr>
        </p:nvSpPr>
        <p:spPr/>
        <p:txBody>
          <a:bodyPr/>
          <a:lstStyle/>
          <a:p>
            <a:fld id="{881FB6CF-55E0-404B-8012-2115241B7385}" type="slidenum">
              <a:rPr lang="en-US" smtClean="0"/>
              <a:t>‹#›</a:t>
            </a:fld>
            <a:endParaRPr lang="en-US"/>
          </a:p>
        </p:txBody>
      </p:sp>
    </p:spTree>
    <p:extLst>
      <p:ext uri="{BB962C8B-B14F-4D97-AF65-F5344CB8AC3E}">
        <p14:creationId xmlns:p14="http://schemas.microsoft.com/office/powerpoint/2010/main" val="241026890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18544A-90D7-E314-4B6E-7EC2B09A6E7E}"/>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CC67CA05-8AAE-D351-FF9F-B9D83CC1E654}"/>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303E522-777B-ABB0-4F94-2A0D4C103D0B}"/>
              </a:ext>
            </a:extLst>
          </p:cNvPr>
          <p:cNvSpPr>
            <a:spLocks noGrp="1"/>
          </p:cNvSpPr>
          <p:nvPr>
            <p:ph type="dt" sz="half" idx="10"/>
          </p:nvPr>
        </p:nvSpPr>
        <p:spPr/>
        <p:txBody>
          <a:bodyPr/>
          <a:lstStyle/>
          <a:p>
            <a:fld id="{D37534BB-23EE-4510-B2EF-88875035A87D}" type="datetimeFigureOut">
              <a:rPr lang="en-US" smtClean="0"/>
              <a:t>5/26/2025</a:t>
            </a:fld>
            <a:endParaRPr lang="en-US"/>
          </a:p>
        </p:txBody>
      </p:sp>
      <p:sp>
        <p:nvSpPr>
          <p:cNvPr id="5" name="Footer Placeholder 4">
            <a:extLst>
              <a:ext uri="{FF2B5EF4-FFF2-40B4-BE49-F238E27FC236}">
                <a16:creationId xmlns:a16="http://schemas.microsoft.com/office/drawing/2014/main" id="{EB091818-CF2B-D156-13CD-59DDEF6E072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5F66660-70F4-020F-D6DD-E498CC42DF61}"/>
              </a:ext>
            </a:extLst>
          </p:cNvPr>
          <p:cNvSpPr>
            <a:spLocks noGrp="1"/>
          </p:cNvSpPr>
          <p:nvPr>
            <p:ph type="sldNum" sz="quarter" idx="12"/>
          </p:nvPr>
        </p:nvSpPr>
        <p:spPr/>
        <p:txBody>
          <a:bodyPr/>
          <a:lstStyle/>
          <a:p>
            <a:fld id="{881FB6CF-55E0-404B-8012-2115241B7385}" type="slidenum">
              <a:rPr lang="en-US" smtClean="0"/>
              <a:t>‹#›</a:t>
            </a:fld>
            <a:endParaRPr lang="en-US"/>
          </a:p>
        </p:txBody>
      </p:sp>
    </p:spTree>
    <p:extLst>
      <p:ext uri="{BB962C8B-B14F-4D97-AF65-F5344CB8AC3E}">
        <p14:creationId xmlns:p14="http://schemas.microsoft.com/office/powerpoint/2010/main" val="233911035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269E3455-3521-297F-0398-2934E9B37621}"/>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7BE36804-C31B-B4CF-C973-A09F70D17AE6}"/>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D4C4A2A-5A8E-7FCA-C429-B7B6A1B8CD13}"/>
              </a:ext>
            </a:extLst>
          </p:cNvPr>
          <p:cNvSpPr>
            <a:spLocks noGrp="1"/>
          </p:cNvSpPr>
          <p:nvPr>
            <p:ph type="dt" sz="half" idx="10"/>
          </p:nvPr>
        </p:nvSpPr>
        <p:spPr/>
        <p:txBody>
          <a:bodyPr/>
          <a:lstStyle/>
          <a:p>
            <a:fld id="{D37534BB-23EE-4510-B2EF-88875035A87D}" type="datetimeFigureOut">
              <a:rPr lang="en-US" smtClean="0"/>
              <a:t>5/26/2025</a:t>
            </a:fld>
            <a:endParaRPr lang="en-US"/>
          </a:p>
        </p:txBody>
      </p:sp>
      <p:sp>
        <p:nvSpPr>
          <p:cNvPr id="5" name="Footer Placeholder 4">
            <a:extLst>
              <a:ext uri="{FF2B5EF4-FFF2-40B4-BE49-F238E27FC236}">
                <a16:creationId xmlns:a16="http://schemas.microsoft.com/office/drawing/2014/main" id="{E58C8003-28B0-E668-AF43-731F49F20D5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35FFF00-D313-8DF4-7BFF-76FD7B43CDC3}"/>
              </a:ext>
            </a:extLst>
          </p:cNvPr>
          <p:cNvSpPr>
            <a:spLocks noGrp="1"/>
          </p:cNvSpPr>
          <p:nvPr>
            <p:ph type="sldNum" sz="quarter" idx="12"/>
          </p:nvPr>
        </p:nvSpPr>
        <p:spPr/>
        <p:txBody>
          <a:bodyPr/>
          <a:lstStyle/>
          <a:p>
            <a:fld id="{881FB6CF-55E0-404B-8012-2115241B7385}" type="slidenum">
              <a:rPr lang="en-US" smtClean="0"/>
              <a:t>‹#›</a:t>
            </a:fld>
            <a:endParaRPr lang="en-US"/>
          </a:p>
        </p:txBody>
      </p:sp>
    </p:spTree>
    <p:extLst>
      <p:ext uri="{BB962C8B-B14F-4D97-AF65-F5344CB8AC3E}">
        <p14:creationId xmlns:p14="http://schemas.microsoft.com/office/powerpoint/2010/main" val="205022930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Contents slide layout">
    <p:spTree>
      <p:nvGrpSpPr>
        <p:cNvPr id="1" name=""/>
        <p:cNvGrpSpPr/>
        <p:nvPr/>
      </p:nvGrpSpPr>
      <p:grpSpPr>
        <a:xfrm>
          <a:off x="0" y="0"/>
          <a:ext cx="0" cy="0"/>
          <a:chOff x="0" y="0"/>
          <a:chExt cx="0" cy="0"/>
        </a:xfrm>
      </p:grpSpPr>
      <p:sp>
        <p:nvSpPr>
          <p:cNvPr id="2" name="Text Placeholder 9">
            <a:extLst>
              <a:ext uri="{FF2B5EF4-FFF2-40B4-BE49-F238E27FC236}">
                <a16:creationId xmlns:a16="http://schemas.microsoft.com/office/drawing/2014/main" id="{23DE32A5-6181-4C51-AD5C-3F1A448478A1}"/>
              </a:ext>
            </a:extLst>
          </p:cNvPr>
          <p:cNvSpPr>
            <a:spLocks noGrp="1"/>
          </p:cNvSpPr>
          <p:nvPr>
            <p:ph type="body" sz="quarter" idx="10" hasCustomPrompt="1"/>
          </p:nvPr>
        </p:nvSpPr>
        <p:spPr>
          <a:xfrm>
            <a:off x="323529" y="339509"/>
            <a:ext cx="11573197" cy="724247"/>
          </a:xfrm>
          <a:prstGeom prst="rect">
            <a:avLst/>
          </a:prstGeom>
        </p:spPr>
        <p:txBody>
          <a:bodyPr anchor="ctr"/>
          <a:lstStyle>
            <a:lvl1pPr marL="0" indent="0" algn="ctr">
              <a:buNone/>
              <a:defRPr sz="5400" b="0" baseline="0">
                <a:solidFill>
                  <a:schemeClr val="tx1">
                    <a:lumMod val="75000"/>
                    <a:lumOff val="25000"/>
                  </a:schemeClr>
                </a:solidFill>
                <a:latin typeface="+mj-lt"/>
                <a:cs typeface="Arial" pitchFamily="34" charset="0"/>
              </a:defRPr>
            </a:lvl1pPr>
          </a:lstStyle>
          <a:p>
            <a:pPr lvl="0"/>
            <a:r>
              <a:rPr lang="en-US" altLang="ko-KR" dirty="0"/>
              <a:t>BASIC LAYOUT</a:t>
            </a:r>
          </a:p>
        </p:txBody>
      </p:sp>
    </p:spTree>
    <p:extLst>
      <p:ext uri="{BB962C8B-B14F-4D97-AF65-F5344CB8AC3E}">
        <p14:creationId xmlns:p14="http://schemas.microsoft.com/office/powerpoint/2010/main" val="162542108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사용자 지정 레이아웃">
    <p:spTree>
      <p:nvGrpSpPr>
        <p:cNvPr id="1" name=""/>
        <p:cNvGrpSpPr/>
        <p:nvPr/>
      </p:nvGrpSpPr>
      <p:grpSpPr>
        <a:xfrm>
          <a:off x="0" y="0"/>
          <a:ext cx="0" cy="0"/>
          <a:chOff x="0" y="0"/>
          <a:chExt cx="0" cy="0"/>
        </a:xfrm>
      </p:grpSpPr>
    </p:spTree>
    <p:extLst>
      <p:ext uri="{BB962C8B-B14F-4D97-AF65-F5344CB8AC3E}">
        <p14:creationId xmlns:p14="http://schemas.microsoft.com/office/powerpoint/2010/main" val="2049127758"/>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3_Agenda slide layou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2711317"/>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4_Taam slide layout">
    <p:spTree>
      <p:nvGrpSpPr>
        <p:cNvPr id="1" name=""/>
        <p:cNvGrpSpPr/>
        <p:nvPr/>
      </p:nvGrpSpPr>
      <p:grpSpPr>
        <a:xfrm>
          <a:off x="0" y="0"/>
          <a:ext cx="0" cy="0"/>
          <a:chOff x="0" y="0"/>
          <a:chExt cx="0" cy="0"/>
        </a:xfrm>
      </p:grpSpPr>
      <p:sp>
        <p:nvSpPr>
          <p:cNvPr id="4" name="Rectangle 1">
            <a:extLst>
              <a:ext uri="{FF2B5EF4-FFF2-40B4-BE49-F238E27FC236}">
                <a16:creationId xmlns:a16="http://schemas.microsoft.com/office/drawing/2014/main" id="{14566C01-5D5A-408B-AB14-F8B6391746BA}"/>
              </a:ext>
            </a:extLst>
          </p:cNvPr>
          <p:cNvSpPr/>
          <p:nvPr userDrawn="1"/>
        </p:nvSpPr>
        <p:spPr>
          <a:xfrm>
            <a:off x="0" y="0"/>
            <a:ext cx="4321834"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Picture Placeholder 2">
            <a:extLst>
              <a:ext uri="{FF2B5EF4-FFF2-40B4-BE49-F238E27FC236}">
                <a16:creationId xmlns:a16="http://schemas.microsoft.com/office/drawing/2014/main" id="{091EC4BF-2357-471D-B367-87A75CB8F6FA}"/>
              </a:ext>
            </a:extLst>
          </p:cNvPr>
          <p:cNvSpPr>
            <a:spLocks noGrp="1"/>
          </p:cNvSpPr>
          <p:nvPr>
            <p:ph type="pic" idx="12" hasCustomPrompt="1"/>
          </p:nvPr>
        </p:nvSpPr>
        <p:spPr>
          <a:xfrm>
            <a:off x="3197030" y="414070"/>
            <a:ext cx="2249607" cy="1780201"/>
          </a:xfrm>
          <a:prstGeom prst="rect">
            <a:avLst/>
          </a:prstGeom>
          <a:solidFill>
            <a:schemeClr val="bg1">
              <a:lumMod val="95000"/>
            </a:schemeClr>
          </a:solidFill>
        </p:spPr>
        <p:txBody>
          <a:bodyPr anchor="ctr"/>
          <a:lstStyle>
            <a:lvl1pPr marL="0" indent="0" algn="ctr">
              <a:buNone/>
              <a:defRPr sz="1200">
                <a:solidFill>
                  <a:schemeClr val="tx1">
                    <a:lumMod val="75000"/>
                    <a:lumOff val="25000"/>
                  </a:schemeClr>
                </a:solidFill>
                <a:latin typeface="+mn-lt"/>
                <a:cs typeface="Arial" pitchFamily="34" charset="0"/>
              </a:defRPr>
            </a:lvl1pPr>
            <a:lvl2pPr marL="457223" indent="0">
              <a:buNone/>
              <a:defRPr sz="2800"/>
            </a:lvl2pPr>
            <a:lvl3pPr marL="914446" indent="0">
              <a:buNone/>
              <a:defRPr sz="2400"/>
            </a:lvl3pPr>
            <a:lvl4pPr marL="1371669" indent="0">
              <a:buNone/>
              <a:defRPr sz="2000"/>
            </a:lvl4pPr>
            <a:lvl5pPr marL="1828891" indent="0">
              <a:buNone/>
              <a:defRPr sz="2000"/>
            </a:lvl5pPr>
            <a:lvl6pPr marL="2286114" indent="0">
              <a:buNone/>
              <a:defRPr sz="2000"/>
            </a:lvl6pPr>
            <a:lvl7pPr marL="2743337" indent="0">
              <a:buNone/>
              <a:defRPr sz="2000"/>
            </a:lvl7pPr>
            <a:lvl8pPr marL="3200560" indent="0">
              <a:buNone/>
              <a:defRPr sz="2000"/>
            </a:lvl8pPr>
            <a:lvl9pPr marL="3657783" indent="0">
              <a:buNone/>
              <a:defRPr sz="2000"/>
            </a:lvl9pPr>
          </a:lstStyle>
          <a:p>
            <a:r>
              <a:rPr lang="en-US" altLang="ko-KR" dirty="0"/>
              <a:t>Your Picture Here</a:t>
            </a:r>
            <a:endParaRPr lang="ko-KR" altLang="en-US" dirty="0"/>
          </a:p>
        </p:txBody>
      </p:sp>
      <p:sp>
        <p:nvSpPr>
          <p:cNvPr id="6" name="Picture Placeholder 2">
            <a:extLst>
              <a:ext uri="{FF2B5EF4-FFF2-40B4-BE49-F238E27FC236}">
                <a16:creationId xmlns:a16="http://schemas.microsoft.com/office/drawing/2014/main" id="{7D2E3738-8BC1-49CF-89A6-948485AE86F4}"/>
              </a:ext>
            </a:extLst>
          </p:cNvPr>
          <p:cNvSpPr>
            <a:spLocks noGrp="1"/>
          </p:cNvSpPr>
          <p:nvPr>
            <p:ph type="pic" idx="13" hasCustomPrompt="1"/>
          </p:nvPr>
        </p:nvSpPr>
        <p:spPr>
          <a:xfrm>
            <a:off x="3197030" y="2548389"/>
            <a:ext cx="2249607" cy="1780201"/>
          </a:xfrm>
          <a:prstGeom prst="rect">
            <a:avLst/>
          </a:prstGeom>
          <a:solidFill>
            <a:schemeClr val="bg1">
              <a:lumMod val="95000"/>
            </a:schemeClr>
          </a:solidFill>
        </p:spPr>
        <p:txBody>
          <a:bodyPr anchor="ctr"/>
          <a:lstStyle>
            <a:lvl1pPr marL="0" indent="0" algn="ctr">
              <a:buNone/>
              <a:defRPr sz="1200">
                <a:solidFill>
                  <a:schemeClr val="tx1">
                    <a:lumMod val="75000"/>
                    <a:lumOff val="25000"/>
                  </a:schemeClr>
                </a:solidFill>
                <a:latin typeface="+mn-lt"/>
                <a:cs typeface="Arial" pitchFamily="34" charset="0"/>
              </a:defRPr>
            </a:lvl1pPr>
            <a:lvl2pPr marL="457223" indent="0">
              <a:buNone/>
              <a:defRPr sz="2800"/>
            </a:lvl2pPr>
            <a:lvl3pPr marL="914446" indent="0">
              <a:buNone/>
              <a:defRPr sz="2400"/>
            </a:lvl3pPr>
            <a:lvl4pPr marL="1371669" indent="0">
              <a:buNone/>
              <a:defRPr sz="2000"/>
            </a:lvl4pPr>
            <a:lvl5pPr marL="1828891" indent="0">
              <a:buNone/>
              <a:defRPr sz="2000"/>
            </a:lvl5pPr>
            <a:lvl6pPr marL="2286114" indent="0">
              <a:buNone/>
              <a:defRPr sz="2000"/>
            </a:lvl6pPr>
            <a:lvl7pPr marL="2743337" indent="0">
              <a:buNone/>
              <a:defRPr sz="2000"/>
            </a:lvl7pPr>
            <a:lvl8pPr marL="3200560" indent="0">
              <a:buNone/>
              <a:defRPr sz="2000"/>
            </a:lvl8pPr>
            <a:lvl9pPr marL="3657783" indent="0">
              <a:buNone/>
              <a:defRPr sz="2000"/>
            </a:lvl9pPr>
          </a:lstStyle>
          <a:p>
            <a:r>
              <a:rPr lang="en-US" altLang="ko-KR" dirty="0"/>
              <a:t>Your Picture Here</a:t>
            </a:r>
            <a:endParaRPr lang="ko-KR" altLang="en-US" dirty="0"/>
          </a:p>
        </p:txBody>
      </p:sp>
      <p:sp>
        <p:nvSpPr>
          <p:cNvPr id="7" name="Picture Placeholder 2">
            <a:extLst>
              <a:ext uri="{FF2B5EF4-FFF2-40B4-BE49-F238E27FC236}">
                <a16:creationId xmlns:a16="http://schemas.microsoft.com/office/drawing/2014/main" id="{AFF266F9-768F-44E9-AAEC-82AD7B7791E8}"/>
              </a:ext>
            </a:extLst>
          </p:cNvPr>
          <p:cNvSpPr>
            <a:spLocks noGrp="1"/>
          </p:cNvSpPr>
          <p:nvPr>
            <p:ph type="pic" idx="14" hasCustomPrompt="1"/>
          </p:nvPr>
        </p:nvSpPr>
        <p:spPr>
          <a:xfrm>
            <a:off x="3197030" y="4682708"/>
            <a:ext cx="2249607" cy="1780201"/>
          </a:xfrm>
          <a:prstGeom prst="rect">
            <a:avLst/>
          </a:prstGeom>
          <a:solidFill>
            <a:schemeClr val="bg1">
              <a:lumMod val="95000"/>
            </a:schemeClr>
          </a:solidFill>
        </p:spPr>
        <p:txBody>
          <a:bodyPr anchor="ctr"/>
          <a:lstStyle>
            <a:lvl1pPr marL="0" indent="0" algn="ctr">
              <a:buNone/>
              <a:defRPr sz="1200">
                <a:solidFill>
                  <a:schemeClr val="tx1">
                    <a:lumMod val="75000"/>
                    <a:lumOff val="25000"/>
                  </a:schemeClr>
                </a:solidFill>
                <a:latin typeface="+mn-lt"/>
                <a:cs typeface="Arial" pitchFamily="34" charset="0"/>
              </a:defRPr>
            </a:lvl1pPr>
            <a:lvl2pPr marL="457223" indent="0">
              <a:buNone/>
              <a:defRPr sz="2800"/>
            </a:lvl2pPr>
            <a:lvl3pPr marL="914446" indent="0">
              <a:buNone/>
              <a:defRPr sz="2400"/>
            </a:lvl3pPr>
            <a:lvl4pPr marL="1371669" indent="0">
              <a:buNone/>
              <a:defRPr sz="2000"/>
            </a:lvl4pPr>
            <a:lvl5pPr marL="1828891" indent="0">
              <a:buNone/>
              <a:defRPr sz="2000"/>
            </a:lvl5pPr>
            <a:lvl6pPr marL="2286114" indent="0">
              <a:buNone/>
              <a:defRPr sz="2000"/>
            </a:lvl6pPr>
            <a:lvl7pPr marL="2743337" indent="0">
              <a:buNone/>
              <a:defRPr sz="2000"/>
            </a:lvl7pPr>
            <a:lvl8pPr marL="3200560" indent="0">
              <a:buNone/>
              <a:defRPr sz="2000"/>
            </a:lvl8pPr>
            <a:lvl9pPr marL="3657783" indent="0">
              <a:buNone/>
              <a:defRPr sz="2000"/>
            </a:lvl9pPr>
          </a:lstStyle>
          <a:p>
            <a:r>
              <a:rPr lang="en-US" altLang="ko-KR" dirty="0"/>
              <a:t>Your Picture Here</a:t>
            </a:r>
            <a:endParaRPr lang="ko-KR" altLang="en-US" dirty="0"/>
          </a:p>
        </p:txBody>
      </p:sp>
    </p:spTree>
    <p:extLst>
      <p:ext uri="{BB962C8B-B14F-4D97-AF65-F5344CB8AC3E}">
        <p14:creationId xmlns:p14="http://schemas.microsoft.com/office/powerpoint/2010/main" val="512075433"/>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5_Contents slide layout">
    <p:spTree>
      <p:nvGrpSpPr>
        <p:cNvPr id="1" name=""/>
        <p:cNvGrpSpPr/>
        <p:nvPr/>
      </p:nvGrpSpPr>
      <p:grpSpPr>
        <a:xfrm>
          <a:off x="0" y="0"/>
          <a:ext cx="0" cy="0"/>
          <a:chOff x="0" y="0"/>
          <a:chExt cx="0" cy="0"/>
        </a:xfrm>
      </p:grpSpPr>
      <p:sp>
        <p:nvSpPr>
          <p:cNvPr id="2" name="Picture Placeholder 2">
            <a:extLst>
              <a:ext uri="{FF2B5EF4-FFF2-40B4-BE49-F238E27FC236}">
                <a16:creationId xmlns:a16="http://schemas.microsoft.com/office/drawing/2014/main" id="{0E45CBE7-A378-420B-AE91-60DBA3F20876}"/>
              </a:ext>
            </a:extLst>
          </p:cNvPr>
          <p:cNvSpPr>
            <a:spLocks noGrp="1"/>
          </p:cNvSpPr>
          <p:nvPr>
            <p:ph type="pic" idx="18" hasCustomPrompt="1"/>
          </p:nvPr>
        </p:nvSpPr>
        <p:spPr>
          <a:xfrm>
            <a:off x="0" y="0"/>
            <a:ext cx="6096000" cy="6858000"/>
          </a:xfrm>
          <a:prstGeom prst="rect">
            <a:avLst/>
          </a:prstGeom>
          <a:solidFill>
            <a:schemeClr val="bg1">
              <a:lumMod val="95000"/>
            </a:schemeClr>
          </a:solidFill>
        </p:spPr>
        <p:txBody>
          <a:bodyPr anchor="ctr"/>
          <a:lstStyle>
            <a:lvl1pPr marL="0" indent="0" algn="ctr">
              <a:buNone/>
              <a:defRPr sz="1200">
                <a:latin typeface="+mn-lt"/>
                <a:cs typeface="Arial"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ltLang="ko-KR" dirty="0"/>
              <a:t>Your Picture Here</a:t>
            </a:r>
            <a:endParaRPr lang="ko-KR" altLang="en-US" dirty="0"/>
          </a:p>
        </p:txBody>
      </p:sp>
    </p:spTree>
    <p:extLst>
      <p:ext uri="{BB962C8B-B14F-4D97-AF65-F5344CB8AC3E}">
        <p14:creationId xmlns:p14="http://schemas.microsoft.com/office/powerpoint/2010/main" val="2229919815"/>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6_Contents slide layou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226325532"/>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7_Contents slide layout">
    <p:spTree>
      <p:nvGrpSpPr>
        <p:cNvPr id="1" name=""/>
        <p:cNvGrpSpPr/>
        <p:nvPr/>
      </p:nvGrpSpPr>
      <p:grpSpPr>
        <a:xfrm>
          <a:off x="0" y="0"/>
          <a:ext cx="0" cy="0"/>
          <a:chOff x="0" y="0"/>
          <a:chExt cx="0" cy="0"/>
        </a:xfrm>
      </p:grpSpPr>
      <p:sp>
        <p:nvSpPr>
          <p:cNvPr id="2" name="그림 개체 틀 2">
            <a:extLst>
              <a:ext uri="{FF2B5EF4-FFF2-40B4-BE49-F238E27FC236}">
                <a16:creationId xmlns:a16="http://schemas.microsoft.com/office/drawing/2014/main" id="{65DDB251-A1A6-41A7-AAAD-822D9DD6C58E}"/>
              </a:ext>
            </a:extLst>
          </p:cNvPr>
          <p:cNvSpPr>
            <a:spLocks noGrp="1"/>
          </p:cNvSpPr>
          <p:nvPr>
            <p:ph type="pic" sz="quarter" idx="16" hasCustomPrompt="1"/>
          </p:nvPr>
        </p:nvSpPr>
        <p:spPr>
          <a:xfrm>
            <a:off x="6095999" y="0"/>
            <a:ext cx="6096001" cy="6858000"/>
          </a:xfrm>
          <a:prstGeom prst="rect">
            <a:avLst/>
          </a:prstGeom>
          <a:solidFill>
            <a:schemeClr val="bg1">
              <a:lumMod val="95000"/>
            </a:schemeClr>
          </a:solidFill>
          <a:ln w="19050">
            <a:noFill/>
          </a:ln>
        </p:spPr>
        <p:txBody>
          <a:bodyPr anchor="ctr"/>
          <a:lstStyle>
            <a:lvl1pPr marL="0" indent="0" algn="ctr">
              <a:lnSpc>
                <a:spcPct val="100000"/>
              </a:lnSpc>
              <a:buNone/>
              <a:defRPr sz="1200">
                <a:solidFill>
                  <a:schemeClr val="tx1">
                    <a:lumMod val="75000"/>
                    <a:lumOff val="25000"/>
                  </a:schemeClr>
                </a:solidFill>
              </a:defRPr>
            </a:lvl1pPr>
          </a:lstStyle>
          <a:p>
            <a:r>
              <a:rPr lang="en-US" altLang="ko-KR" dirty="0"/>
              <a:t>Place Your Picture Here And Send To Back</a:t>
            </a:r>
            <a:endParaRPr lang="ko-KR" altLang="en-US" dirty="0"/>
          </a:p>
        </p:txBody>
      </p:sp>
      <p:sp>
        <p:nvSpPr>
          <p:cNvPr id="3" name="그림 개체 틀 2">
            <a:extLst>
              <a:ext uri="{FF2B5EF4-FFF2-40B4-BE49-F238E27FC236}">
                <a16:creationId xmlns:a16="http://schemas.microsoft.com/office/drawing/2014/main" id="{FD541CDC-144C-4B5D-864B-7800430C837E}"/>
              </a:ext>
            </a:extLst>
          </p:cNvPr>
          <p:cNvSpPr>
            <a:spLocks noGrp="1"/>
          </p:cNvSpPr>
          <p:nvPr>
            <p:ph type="pic" sz="quarter" idx="17" hasCustomPrompt="1"/>
          </p:nvPr>
        </p:nvSpPr>
        <p:spPr>
          <a:xfrm>
            <a:off x="819150" y="928689"/>
            <a:ext cx="5276849" cy="5000622"/>
          </a:xfrm>
          <a:prstGeom prst="rect">
            <a:avLst/>
          </a:prstGeom>
          <a:solidFill>
            <a:schemeClr val="bg1">
              <a:lumMod val="95000"/>
            </a:schemeClr>
          </a:solidFill>
          <a:ln w="19050">
            <a:noFill/>
          </a:ln>
        </p:spPr>
        <p:txBody>
          <a:bodyPr anchor="ctr"/>
          <a:lstStyle>
            <a:lvl1pPr marL="0" indent="0" algn="ctr">
              <a:lnSpc>
                <a:spcPct val="100000"/>
              </a:lnSpc>
              <a:buNone/>
              <a:defRPr sz="1200">
                <a:solidFill>
                  <a:schemeClr val="tx1">
                    <a:lumMod val="75000"/>
                    <a:lumOff val="25000"/>
                  </a:schemeClr>
                </a:solidFill>
              </a:defRPr>
            </a:lvl1pPr>
          </a:lstStyle>
          <a:p>
            <a:r>
              <a:rPr lang="en-US" altLang="ko-KR" dirty="0"/>
              <a:t>Place Your Picture Here</a:t>
            </a:r>
            <a:endParaRPr lang="ko-KR" altLang="en-US" dirty="0"/>
          </a:p>
        </p:txBody>
      </p:sp>
    </p:spTree>
    <p:extLst>
      <p:ext uri="{BB962C8B-B14F-4D97-AF65-F5344CB8AC3E}">
        <p14:creationId xmlns:p14="http://schemas.microsoft.com/office/powerpoint/2010/main" val="3867624683"/>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8_Contents slide layou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755630267"/>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9_Contents slide layout">
    <p:spTree>
      <p:nvGrpSpPr>
        <p:cNvPr id="1" name=""/>
        <p:cNvGrpSpPr/>
        <p:nvPr/>
      </p:nvGrpSpPr>
      <p:grpSpPr>
        <a:xfrm>
          <a:off x="0" y="0"/>
          <a:ext cx="0" cy="0"/>
          <a:chOff x="0" y="0"/>
          <a:chExt cx="0" cy="0"/>
        </a:xfrm>
      </p:grpSpPr>
      <p:sp>
        <p:nvSpPr>
          <p:cNvPr id="2" name="Picture Placeholder 2">
            <a:extLst>
              <a:ext uri="{FF2B5EF4-FFF2-40B4-BE49-F238E27FC236}">
                <a16:creationId xmlns:a16="http://schemas.microsoft.com/office/drawing/2014/main" id="{27C9F682-9A04-4788-BAD0-3A2F83241A1A}"/>
              </a:ext>
            </a:extLst>
          </p:cNvPr>
          <p:cNvSpPr>
            <a:spLocks noGrp="1"/>
          </p:cNvSpPr>
          <p:nvPr>
            <p:ph type="pic" idx="14" hasCustomPrompt="1"/>
          </p:nvPr>
        </p:nvSpPr>
        <p:spPr>
          <a:xfrm>
            <a:off x="7728182" y="0"/>
            <a:ext cx="4463819" cy="6858000"/>
          </a:xfrm>
          <a:prstGeom prst="rect">
            <a:avLst/>
          </a:prstGeom>
          <a:solidFill>
            <a:schemeClr val="bg1">
              <a:lumMod val="95000"/>
            </a:schemeClr>
          </a:solidFill>
        </p:spPr>
        <p:txBody>
          <a:bodyPr anchor="ctr"/>
          <a:lstStyle>
            <a:lvl1pPr marL="0" indent="0" algn="ctr">
              <a:buNone/>
              <a:defRPr sz="1200">
                <a:solidFill>
                  <a:schemeClr val="tx1">
                    <a:lumMod val="75000"/>
                    <a:lumOff val="25000"/>
                  </a:schemeClr>
                </a:solidFill>
                <a:latin typeface="+mn-lt"/>
                <a:cs typeface="Arial" pitchFamily="34" charset="0"/>
              </a:defRPr>
            </a:lvl1pPr>
            <a:lvl2pPr marL="457223" indent="0">
              <a:buNone/>
              <a:defRPr sz="2800"/>
            </a:lvl2pPr>
            <a:lvl3pPr marL="914446" indent="0">
              <a:buNone/>
              <a:defRPr sz="2400"/>
            </a:lvl3pPr>
            <a:lvl4pPr marL="1371669" indent="0">
              <a:buNone/>
              <a:defRPr sz="2000"/>
            </a:lvl4pPr>
            <a:lvl5pPr marL="1828891" indent="0">
              <a:buNone/>
              <a:defRPr sz="2000"/>
            </a:lvl5pPr>
            <a:lvl6pPr marL="2286114" indent="0">
              <a:buNone/>
              <a:defRPr sz="2000"/>
            </a:lvl6pPr>
            <a:lvl7pPr marL="2743337" indent="0">
              <a:buNone/>
              <a:defRPr sz="2000"/>
            </a:lvl7pPr>
            <a:lvl8pPr marL="3200560" indent="0">
              <a:buNone/>
              <a:defRPr sz="2000"/>
            </a:lvl8pPr>
            <a:lvl9pPr marL="3657783" indent="0">
              <a:buNone/>
              <a:defRPr sz="2000"/>
            </a:lvl9pPr>
          </a:lstStyle>
          <a:p>
            <a:r>
              <a:rPr lang="en-US" altLang="ko-KR" dirty="0"/>
              <a:t>Your Picture Here And Send To Back</a:t>
            </a:r>
            <a:endParaRPr lang="ko-KR" altLang="en-US" dirty="0"/>
          </a:p>
        </p:txBody>
      </p:sp>
      <p:sp>
        <p:nvSpPr>
          <p:cNvPr id="22" name="그림 개체 틀 21">
            <a:extLst>
              <a:ext uri="{FF2B5EF4-FFF2-40B4-BE49-F238E27FC236}">
                <a16:creationId xmlns:a16="http://schemas.microsoft.com/office/drawing/2014/main" id="{F1BFBD9F-AC34-4084-9A24-FE11F5FC5A92}"/>
              </a:ext>
            </a:extLst>
          </p:cNvPr>
          <p:cNvSpPr>
            <a:spLocks noGrp="1"/>
          </p:cNvSpPr>
          <p:nvPr>
            <p:ph type="pic" idx="15" hasCustomPrompt="1"/>
          </p:nvPr>
        </p:nvSpPr>
        <p:spPr>
          <a:xfrm>
            <a:off x="5234227" y="3301949"/>
            <a:ext cx="4448059" cy="2384085"/>
          </a:xfrm>
          <a:custGeom>
            <a:avLst/>
            <a:gdLst>
              <a:gd name="connsiteX0" fmla="*/ 219488 w 4448059"/>
              <a:gd name="connsiteY0" fmla="*/ 0 h 2384085"/>
              <a:gd name="connsiteX1" fmla="*/ 4228571 w 4448059"/>
              <a:gd name="connsiteY1" fmla="*/ 0 h 2384085"/>
              <a:gd name="connsiteX2" fmla="*/ 4448059 w 4448059"/>
              <a:gd name="connsiteY2" fmla="*/ 256439 h 2384085"/>
              <a:gd name="connsiteX3" fmla="*/ 4448059 w 4448059"/>
              <a:gd name="connsiteY3" fmla="*/ 2127646 h 2384085"/>
              <a:gd name="connsiteX4" fmla="*/ 4228571 w 4448059"/>
              <a:gd name="connsiteY4" fmla="*/ 2384085 h 2384085"/>
              <a:gd name="connsiteX5" fmla="*/ 219488 w 4448059"/>
              <a:gd name="connsiteY5" fmla="*/ 2384085 h 2384085"/>
              <a:gd name="connsiteX6" fmla="*/ 0 w 4448059"/>
              <a:gd name="connsiteY6" fmla="*/ 2127646 h 2384085"/>
              <a:gd name="connsiteX7" fmla="*/ 0 w 4448059"/>
              <a:gd name="connsiteY7" fmla="*/ 1900589 h 2384085"/>
              <a:gd name="connsiteX8" fmla="*/ 18839 w 4448059"/>
              <a:gd name="connsiteY8" fmla="*/ 1878579 h 2384085"/>
              <a:gd name="connsiteX9" fmla="*/ 164616 w 4448059"/>
              <a:gd name="connsiteY9" fmla="*/ 1708260 h 2384085"/>
              <a:gd name="connsiteX10" fmla="*/ 164616 w 4448059"/>
              <a:gd name="connsiteY10" fmla="*/ 686509 h 2384085"/>
              <a:gd name="connsiteX11" fmla="*/ 18839 w 4448059"/>
              <a:gd name="connsiteY11" fmla="*/ 516191 h 2384085"/>
              <a:gd name="connsiteX12" fmla="*/ 0 w 4448059"/>
              <a:gd name="connsiteY12" fmla="*/ 494180 h 2384085"/>
              <a:gd name="connsiteX13" fmla="*/ 0 w 4448059"/>
              <a:gd name="connsiteY13" fmla="*/ 256439 h 2384085"/>
              <a:gd name="connsiteX14" fmla="*/ 219488 w 4448059"/>
              <a:gd name="connsiteY14" fmla="*/ 0 h 23840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4448059" h="2384085">
                <a:moveTo>
                  <a:pt x="219488" y="0"/>
                </a:moveTo>
                <a:lnTo>
                  <a:pt x="4228571" y="0"/>
                </a:lnTo>
                <a:cubicBezTo>
                  <a:pt x="4349792" y="0"/>
                  <a:pt x="4448059" y="114810"/>
                  <a:pt x="4448059" y="256439"/>
                </a:cubicBezTo>
                <a:lnTo>
                  <a:pt x="4448059" y="2127646"/>
                </a:lnTo>
                <a:cubicBezTo>
                  <a:pt x="4448059" y="2269275"/>
                  <a:pt x="4349792" y="2384085"/>
                  <a:pt x="4228571" y="2384085"/>
                </a:cubicBezTo>
                <a:lnTo>
                  <a:pt x="219488" y="2384085"/>
                </a:lnTo>
                <a:cubicBezTo>
                  <a:pt x="98267" y="2384085"/>
                  <a:pt x="0" y="2269275"/>
                  <a:pt x="0" y="2127646"/>
                </a:cubicBezTo>
                <a:lnTo>
                  <a:pt x="0" y="1900589"/>
                </a:lnTo>
                <a:cubicBezTo>
                  <a:pt x="0" y="1888462"/>
                  <a:pt x="8414" y="1878579"/>
                  <a:pt x="18839" y="1878579"/>
                </a:cubicBezTo>
                <a:cubicBezTo>
                  <a:pt x="99364" y="1878579"/>
                  <a:pt x="164616" y="1802288"/>
                  <a:pt x="164616" y="1708260"/>
                </a:cubicBezTo>
                <a:lnTo>
                  <a:pt x="164616" y="686509"/>
                </a:lnTo>
                <a:cubicBezTo>
                  <a:pt x="164616" y="592428"/>
                  <a:pt x="99318" y="516191"/>
                  <a:pt x="18839" y="516191"/>
                </a:cubicBezTo>
                <a:cubicBezTo>
                  <a:pt x="8460" y="516191"/>
                  <a:pt x="0" y="506361"/>
                  <a:pt x="0" y="494180"/>
                </a:cubicBezTo>
                <a:lnTo>
                  <a:pt x="0" y="256439"/>
                </a:lnTo>
                <a:cubicBezTo>
                  <a:pt x="0" y="114810"/>
                  <a:pt x="98267" y="0"/>
                  <a:pt x="219488" y="0"/>
                </a:cubicBezTo>
                <a:close/>
              </a:path>
            </a:pathLst>
          </a:custGeom>
          <a:solidFill>
            <a:schemeClr val="bg1">
              <a:lumMod val="95000"/>
            </a:schemeClr>
          </a:solidFill>
        </p:spPr>
        <p:txBody>
          <a:bodyPr wrap="square" anchor="ctr">
            <a:noAutofit/>
          </a:bodyPr>
          <a:lstStyle>
            <a:lvl1pPr marL="0" indent="0" algn="ctr">
              <a:buNone/>
              <a:defRPr sz="1200">
                <a:solidFill>
                  <a:schemeClr val="tx1">
                    <a:lumMod val="75000"/>
                    <a:lumOff val="25000"/>
                  </a:schemeClr>
                </a:solidFill>
                <a:latin typeface="+mn-lt"/>
                <a:cs typeface="Arial" pitchFamily="34" charset="0"/>
              </a:defRPr>
            </a:lvl1pPr>
            <a:lvl2pPr marL="457223" indent="0">
              <a:buNone/>
              <a:defRPr sz="2800"/>
            </a:lvl2pPr>
            <a:lvl3pPr marL="914446" indent="0">
              <a:buNone/>
              <a:defRPr sz="2400"/>
            </a:lvl3pPr>
            <a:lvl4pPr marL="1371669" indent="0">
              <a:buNone/>
              <a:defRPr sz="2000"/>
            </a:lvl4pPr>
            <a:lvl5pPr marL="1828891" indent="0">
              <a:buNone/>
              <a:defRPr sz="2000"/>
            </a:lvl5pPr>
            <a:lvl6pPr marL="2286114" indent="0">
              <a:buNone/>
              <a:defRPr sz="2000"/>
            </a:lvl6pPr>
            <a:lvl7pPr marL="2743337" indent="0">
              <a:buNone/>
              <a:defRPr sz="2000"/>
            </a:lvl7pPr>
            <a:lvl8pPr marL="3200560" indent="0">
              <a:buNone/>
              <a:defRPr sz="2000"/>
            </a:lvl8pPr>
            <a:lvl9pPr marL="3657783" indent="0">
              <a:buNone/>
              <a:defRPr sz="2000"/>
            </a:lvl9pPr>
          </a:lstStyle>
          <a:p>
            <a:r>
              <a:rPr lang="en-US" altLang="ko-KR" dirty="0"/>
              <a:t>Your Picture Here</a:t>
            </a:r>
            <a:endParaRPr lang="ko-KR" altLang="en-US" dirty="0"/>
          </a:p>
        </p:txBody>
      </p:sp>
    </p:spTree>
    <p:extLst>
      <p:ext uri="{BB962C8B-B14F-4D97-AF65-F5344CB8AC3E}">
        <p14:creationId xmlns:p14="http://schemas.microsoft.com/office/powerpoint/2010/main" val="572188223"/>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10_Contents slide layou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91257738"/>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11_Contents slide layout">
    <p:spTree>
      <p:nvGrpSpPr>
        <p:cNvPr id="1" name=""/>
        <p:cNvGrpSpPr/>
        <p:nvPr/>
      </p:nvGrpSpPr>
      <p:grpSpPr>
        <a:xfrm>
          <a:off x="0" y="0"/>
          <a:ext cx="0" cy="0"/>
          <a:chOff x="0" y="0"/>
          <a:chExt cx="0" cy="0"/>
        </a:xfrm>
      </p:grpSpPr>
      <p:sp>
        <p:nvSpPr>
          <p:cNvPr id="10" name="그림 개체 틀 9">
            <a:extLst>
              <a:ext uri="{FF2B5EF4-FFF2-40B4-BE49-F238E27FC236}">
                <a16:creationId xmlns:a16="http://schemas.microsoft.com/office/drawing/2014/main" id="{21829061-831A-4068-A3DC-BD4C9F57165E}"/>
              </a:ext>
            </a:extLst>
          </p:cNvPr>
          <p:cNvSpPr>
            <a:spLocks noGrp="1"/>
          </p:cNvSpPr>
          <p:nvPr>
            <p:ph type="pic" idx="15" hasCustomPrompt="1"/>
          </p:nvPr>
        </p:nvSpPr>
        <p:spPr>
          <a:xfrm>
            <a:off x="0" y="0"/>
            <a:ext cx="6584999" cy="6858000"/>
          </a:xfrm>
          <a:custGeom>
            <a:avLst/>
            <a:gdLst>
              <a:gd name="connsiteX0" fmla="*/ 0 w 5926499"/>
              <a:gd name="connsiteY0" fmla="*/ 0 h 6172200"/>
              <a:gd name="connsiteX1" fmla="*/ 4685527 w 5926499"/>
              <a:gd name="connsiteY1" fmla="*/ 0 h 6172200"/>
              <a:gd name="connsiteX2" fmla="*/ 4685527 w 5926499"/>
              <a:gd name="connsiteY2" fmla="*/ 370656 h 6172200"/>
              <a:gd name="connsiteX3" fmla="*/ 4949223 w 5926499"/>
              <a:gd name="connsiteY3" fmla="*/ 370656 h 6172200"/>
              <a:gd name="connsiteX4" fmla="*/ 4949223 w 5926499"/>
              <a:gd name="connsiteY4" fmla="*/ 447943 h 6172200"/>
              <a:gd name="connsiteX5" fmla="*/ 4685527 w 5926499"/>
              <a:gd name="connsiteY5" fmla="*/ 447943 h 6172200"/>
              <a:gd name="connsiteX6" fmla="*/ 4685527 w 5926499"/>
              <a:gd name="connsiteY6" fmla="*/ 504009 h 6172200"/>
              <a:gd name="connsiteX7" fmla="*/ 5347059 w 5926499"/>
              <a:gd name="connsiteY7" fmla="*/ 504009 h 6172200"/>
              <a:gd name="connsiteX8" fmla="*/ 5347059 w 5926499"/>
              <a:gd name="connsiteY8" fmla="*/ 695597 h 6172200"/>
              <a:gd name="connsiteX9" fmla="*/ 4685527 w 5926499"/>
              <a:gd name="connsiteY9" fmla="*/ 695597 h 6172200"/>
              <a:gd name="connsiteX10" fmla="*/ 4685527 w 5926499"/>
              <a:gd name="connsiteY10" fmla="*/ 828402 h 6172200"/>
              <a:gd name="connsiteX11" fmla="*/ 3875311 w 5926499"/>
              <a:gd name="connsiteY11" fmla="*/ 828402 h 6172200"/>
              <a:gd name="connsiteX12" fmla="*/ 3875311 w 5926499"/>
              <a:gd name="connsiteY12" fmla="*/ 1024346 h 6172200"/>
              <a:gd name="connsiteX13" fmla="*/ 4685527 w 5926499"/>
              <a:gd name="connsiteY13" fmla="*/ 1024346 h 6172200"/>
              <a:gd name="connsiteX14" fmla="*/ 4685527 w 5926499"/>
              <a:gd name="connsiteY14" fmla="*/ 1179469 h 6172200"/>
              <a:gd name="connsiteX15" fmla="*/ 2945296 w 5926499"/>
              <a:gd name="connsiteY15" fmla="*/ 1179469 h 6172200"/>
              <a:gd name="connsiteX16" fmla="*/ 2945296 w 5926499"/>
              <a:gd name="connsiteY16" fmla="*/ 1256756 h 6172200"/>
              <a:gd name="connsiteX17" fmla="*/ 4685527 w 5926499"/>
              <a:gd name="connsiteY17" fmla="*/ 1256756 h 6172200"/>
              <a:gd name="connsiteX18" fmla="*/ 4685527 w 5926499"/>
              <a:gd name="connsiteY18" fmla="*/ 1391193 h 6172200"/>
              <a:gd name="connsiteX19" fmla="*/ 5734910 w 5926499"/>
              <a:gd name="connsiteY19" fmla="*/ 1391193 h 6172200"/>
              <a:gd name="connsiteX20" fmla="*/ 5734910 w 5926499"/>
              <a:gd name="connsiteY20" fmla="*/ 1582782 h 6172200"/>
              <a:gd name="connsiteX21" fmla="*/ 4685527 w 5926499"/>
              <a:gd name="connsiteY21" fmla="*/ 1582782 h 6172200"/>
              <a:gd name="connsiteX22" fmla="*/ 4685527 w 5926499"/>
              <a:gd name="connsiteY22" fmla="*/ 1717220 h 6172200"/>
              <a:gd name="connsiteX23" fmla="*/ 3339097 w 5926499"/>
              <a:gd name="connsiteY23" fmla="*/ 1717220 h 6172200"/>
              <a:gd name="connsiteX24" fmla="*/ 3339097 w 5926499"/>
              <a:gd name="connsiteY24" fmla="*/ 1794507 h 6172200"/>
              <a:gd name="connsiteX25" fmla="*/ 4685527 w 5926499"/>
              <a:gd name="connsiteY25" fmla="*/ 1794507 h 6172200"/>
              <a:gd name="connsiteX26" fmla="*/ 4685527 w 5926499"/>
              <a:gd name="connsiteY26" fmla="*/ 1999703 h 6172200"/>
              <a:gd name="connsiteX27" fmla="*/ 5381894 w 5926499"/>
              <a:gd name="connsiteY27" fmla="*/ 1999703 h 6172200"/>
              <a:gd name="connsiteX28" fmla="*/ 5381894 w 5926499"/>
              <a:gd name="connsiteY28" fmla="*/ 2065018 h 6172200"/>
              <a:gd name="connsiteX29" fmla="*/ 4685527 w 5926499"/>
              <a:gd name="connsiteY29" fmla="*/ 2065018 h 6172200"/>
              <a:gd name="connsiteX30" fmla="*/ 4685527 w 5926499"/>
              <a:gd name="connsiteY30" fmla="*/ 2261777 h 6172200"/>
              <a:gd name="connsiteX31" fmla="*/ 3813337 w 5926499"/>
              <a:gd name="connsiteY31" fmla="*/ 2261777 h 6172200"/>
              <a:gd name="connsiteX32" fmla="*/ 3813337 w 5926499"/>
              <a:gd name="connsiteY32" fmla="*/ 2453364 h 6172200"/>
              <a:gd name="connsiteX33" fmla="*/ 4685527 w 5926499"/>
              <a:gd name="connsiteY33" fmla="*/ 2453364 h 6172200"/>
              <a:gd name="connsiteX34" fmla="*/ 4685527 w 5926499"/>
              <a:gd name="connsiteY34" fmla="*/ 2705099 h 6172200"/>
              <a:gd name="connsiteX35" fmla="*/ 3905790 w 5926499"/>
              <a:gd name="connsiteY35" fmla="*/ 2705099 h 6172200"/>
              <a:gd name="connsiteX36" fmla="*/ 3905790 w 5926499"/>
              <a:gd name="connsiteY36" fmla="*/ 2770414 h 6172200"/>
              <a:gd name="connsiteX37" fmla="*/ 4685527 w 5926499"/>
              <a:gd name="connsiteY37" fmla="*/ 2770414 h 6172200"/>
              <a:gd name="connsiteX38" fmla="*/ 4685527 w 5926499"/>
              <a:gd name="connsiteY38" fmla="*/ 2865666 h 6172200"/>
              <a:gd name="connsiteX39" fmla="*/ 5583035 w 5926499"/>
              <a:gd name="connsiteY39" fmla="*/ 2865666 h 6172200"/>
              <a:gd name="connsiteX40" fmla="*/ 5583035 w 5926499"/>
              <a:gd name="connsiteY40" fmla="*/ 2942953 h 6172200"/>
              <a:gd name="connsiteX41" fmla="*/ 4685527 w 5926499"/>
              <a:gd name="connsiteY41" fmla="*/ 2942953 h 6172200"/>
              <a:gd name="connsiteX42" fmla="*/ 4685527 w 5926499"/>
              <a:gd name="connsiteY42" fmla="*/ 3063782 h 6172200"/>
              <a:gd name="connsiteX43" fmla="*/ 5926499 w 5926499"/>
              <a:gd name="connsiteY43" fmla="*/ 3063782 h 6172200"/>
              <a:gd name="connsiteX44" fmla="*/ 5926499 w 5926499"/>
              <a:gd name="connsiteY44" fmla="*/ 3141069 h 6172200"/>
              <a:gd name="connsiteX45" fmla="*/ 4685527 w 5926499"/>
              <a:gd name="connsiteY45" fmla="*/ 3141069 h 6172200"/>
              <a:gd name="connsiteX46" fmla="*/ 4685527 w 5926499"/>
              <a:gd name="connsiteY46" fmla="*/ 3279866 h 6172200"/>
              <a:gd name="connsiteX47" fmla="*/ 5381894 w 5926499"/>
              <a:gd name="connsiteY47" fmla="*/ 3279866 h 6172200"/>
              <a:gd name="connsiteX48" fmla="*/ 5381894 w 5926499"/>
              <a:gd name="connsiteY48" fmla="*/ 3567249 h 6172200"/>
              <a:gd name="connsiteX49" fmla="*/ 4685527 w 5926499"/>
              <a:gd name="connsiteY49" fmla="*/ 3567249 h 6172200"/>
              <a:gd name="connsiteX50" fmla="*/ 4685527 w 5926499"/>
              <a:gd name="connsiteY50" fmla="*/ 3751489 h 6172200"/>
              <a:gd name="connsiteX51" fmla="*/ 3579221 w 5926499"/>
              <a:gd name="connsiteY51" fmla="*/ 3751489 h 6172200"/>
              <a:gd name="connsiteX52" fmla="*/ 3579221 w 5926499"/>
              <a:gd name="connsiteY52" fmla="*/ 3828776 h 6172200"/>
              <a:gd name="connsiteX53" fmla="*/ 4685527 w 5926499"/>
              <a:gd name="connsiteY53" fmla="*/ 3828776 h 6172200"/>
              <a:gd name="connsiteX54" fmla="*/ 4685527 w 5926499"/>
              <a:gd name="connsiteY54" fmla="*/ 4130040 h 6172200"/>
              <a:gd name="connsiteX55" fmla="*/ 3579221 w 5926499"/>
              <a:gd name="connsiteY55" fmla="*/ 4130040 h 6172200"/>
              <a:gd name="connsiteX56" fmla="*/ 3579221 w 5926499"/>
              <a:gd name="connsiteY56" fmla="*/ 4321628 h 6172200"/>
              <a:gd name="connsiteX57" fmla="*/ 4685527 w 5926499"/>
              <a:gd name="connsiteY57" fmla="*/ 4321628 h 6172200"/>
              <a:gd name="connsiteX58" fmla="*/ 4685527 w 5926499"/>
              <a:gd name="connsiteY58" fmla="*/ 4439194 h 6172200"/>
              <a:gd name="connsiteX59" fmla="*/ 5429471 w 5926499"/>
              <a:gd name="connsiteY59" fmla="*/ 4439194 h 6172200"/>
              <a:gd name="connsiteX60" fmla="*/ 5429471 w 5926499"/>
              <a:gd name="connsiteY60" fmla="*/ 4516481 h 6172200"/>
              <a:gd name="connsiteX61" fmla="*/ 4685527 w 5926499"/>
              <a:gd name="connsiteY61" fmla="*/ 4516481 h 6172200"/>
              <a:gd name="connsiteX62" fmla="*/ 4685527 w 5926499"/>
              <a:gd name="connsiteY62" fmla="*/ 4655818 h 6172200"/>
              <a:gd name="connsiteX63" fmla="*/ 3744681 w 5926499"/>
              <a:gd name="connsiteY63" fmla="*/ 4655818 h 6172200"/>
              <a:gd name="connsiteX64" fmla="*/ 3744681 w 5926499"/>
              <a:gd name="connsiteY64" fmla="*/ 4721133 h 6172200"/>
              <a:gd name="connsiteX65" fmla="*/ 4685527 w 5926499"/>
              <a:gd name="connsiteY65" fmla="*/ 4721133 h 6172200"/>
              <a:gd name="connsiteX66" fmla="*/ 4685527 w 5926499"/>
              <a:gd name="connsiteY66" fmla="*/ 4845095 h 6172200"/>
              <a:gd name="connsiteX67" fmla="*/ 5700921 w 5926499"/>
              <a:gd name="connsiteY67" fmla="*/ 4845095 h 6172200"/>
              <a:gd name="connsiteX68" fmla="*/ 5700921 w 5926499"/>
              <a:gd name="connsiteY68" fmla="*/ 4922382 h 6172200"/>
              <a:gd name="connsiteX69" fmla="*/ 4685527 w 5926499"/>
              <a:gd name="connsiteY69" fmla="*/ 4922382 h 6172200"/>
              <a:gd name="connsiteX70" fmla="*/ 4685527 w 5926499"/>
              <a:gd name="connsiteY70" fmla="*/ 5031107 h 6172200"/>
              <a:gd name="connsiteX71" fmla="*/ 2933078 w 5926499"/>
              <a:gd name="connsiteY71" fmla="*/ 5031107 h 6172200"/>
              <a:gd name="connsiteX72" fmla="*/ 2933078 w 5926499"/>
              <a:gd name="connsiteY72" fmla="*/ 5222694 h 6172200"/>
              <a:gd name="connsiteX73" fmla="*/ 4685527 w 5926499"/>
              <a:gd name="connsiteY73" fmla="*/ 5222694 h 6172200"/>
              <a:gd name="connsiteX74" fmla="*/ 4685527 w 5926499"/>
              <a:gd name="connsiteY74" fmla="*/ 5511980 h 6172200"/>
              <a:gd name="connsiteX75" fmla="*/ 3150795 w 5926499"/>
              <a:gd name="connsiteY75" fmla="*/ 5511980 h 6172200"/>
              <a:gd name="connsiteX76" fmla="*/ 3150795 w 5926499"/>
              <a:gd name="connsiteY76" fmla="*/ 5589267 h 6172200"/>
              <a:gd name="connsiteX77" fmla="*/ 4685527 w 5926499"/>
              <a:gd name="connsiteY77" fmla="*/ 5589267 h 6172200"/>
              <a:gd name="connsiteX78" fmla="*/ 4685527 w 5926499"/>
              <a:gd name="connsiteY78" fmla="*/ 5668190 h 6172200"/>
              <a:gd name="connsiteX79" fmla="*/ 5429471 w 5926499"/>
              <a:gd name="connsiteY79" fmla="*/ 5668190 h 6172200"/>
              <a:gd name="connsiteX80" fmla="*/ 5429471 w 5926499"/>
              <a:gd name="connsiteY80" fmla="*/ 5859778 h 6172200"/>
              <a:gd name="connsiteX81" fmla="*/ 4685527 w 5926499"/>
              <a:gd name="connsiteY81" fmla="*/ 5859778 h 6172200"/>
              <a:gd name="connsiteX82" fmla="*/ 4685527 w 5926499"/>
              <a:gd name="connsiteY82" fmla="*/ 5938701 h 6172200"/>
              <a:gd name="connsiteX83" fmla="*/ 5834100 w 5926499"/>
              <a:gd name="connsiteY83" fmla="*/ 5938701 h 6172200"/>
              <a:gd name="connsiteX84" fmla="*/ 5834100 w 5926499"/>
              <a:gd name="connsiteY84" fmla="*/ 6015988 h 6172200"/>
              <a:gd name="connsiteX85" fmla="*/ 4685527 w 5926499"/>
              <a:gd name="connsiteY85" fmla="*/ 6015988 h 6172200"/>
              <a:gd name="connsiteX86" fmla="*/ 4685527 w 5926499"/>
              <a:gd name="connsiteY86" fmla="*/ 6172200 h 6172200"/>
              <a:gd name="connsiteX87" fmla="*/ 0 w 5926499"/>
              <a:gd name="connsiteY87" fmla="*/ 6172200 h 6172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Lst>
            <a:rect l="l" t="t" r="r" b="b"/>
            <a:pathLst>
              <a:path w="5926499" h="6172200">
                <a:moveTo>
                  <a:pt x="0" y="0"/>
                </a:moveTo>
                <a:lnTo>
                  <a:pt x="4685527" y="0"/>
                </a:lnTo>
                <a:lnTo>
                  <a:pt x="4685527" y="370656"/>
                </a:lnTo>
                <a:lnTo>
                  <a:pt x="4949223" y="370656"/>
                </a:lnTo>
                <a:lnTo>
                  <a:pt x="4949223" y="447943"/>
                </a:lnTo>
                <a:lnTo>
                  <a:pt x="4685527" y="447943"/>
                </a:lnTo>
                <a:lnTo>
                  <a:pt x="4685527" y="504009"/>
                </a:lnTo>
                <a:lnTo>
                  <a:pt x="5347059" y="504009"/>
                </a:lnTo>
                <a:lnTo>
                  <a:pt x="5347059" y="695597"/>
                </a:lnTo>
                <a:lnTo>
                  <a:pt x="4685527" y="695597"/>
                </a:lnTo>
                <a:lnTo>
                  <a:pt x="4685527" y="828402"/>
                </a:lnTo>
                <a:lnTo>
                  <a:pt x="3875311" y="828402"/>
                </a:lnTo>
                <a:lnTo>
                  <a:pt x="3875311" y="1024346"/>
                </a:lnTo>
                <a:lnTo>
                  <a:pt x="4685527" y="1024346"/>
                </a:lnTo>
                <a:lnTo>
                  <a:pt x="4685527" y="1179469"/>
                </a:lnTo>
                <a:lnTo>
                  <a:pt x="2945296" y="1179469"/>
                </a:lnTo>
                <a:lnTo>
                  <a:pt x="2945296" y="1256756"/>
                </a:lnTo>
                <a:lnTo>
                  <a:pt x="4685527" y="1256756"/>
                </a:lnTo>
                <a:lnTo>
                  <a:pt x="4685527" y="1391193"/>
                </a:lnTo>
                <a:lnTo>
                  <a:pt x="5734910" y="1391193"/>
                </a:lnTo>
                <a:lnTo>
                  <a:pt x="5734910" y="1582782"/>
                </a:lnTo>
                <a:lnTo>
                  <a:pt x="4685527" y="1582782"/>
                </a:lnTo>
                <a:lnTo>
                  <a:pt x="4685527" y="1717220"/>
                </a:lnTo>
                <a:lnTo>
                  <a:pt x="3339097" y="1717220"/>
                </a:lnTo>
                <a:lnTo>
                  <a:pt x="3339097" y="1794507"/>
                </a:lnTo>
                <a:lnTo>
                  <a:pt x="4685527" y="1794507"/>
                </a:lnTo>
                <a:lnTo>
                  <a:pt x="4685527" y="1999703"/>
                </a:lnTo>
                <a:lnTo>
                  <a:pt x="5381894" y="1999703"/>
                </a:lnTo>
                <a:lnTo>
                  <a:pt x="5381894" y="2065018"/>
                </a:lnTo>
                <a:lnTo>
                  <a:pt x="4685527" y="2065018"/>
                </a:lnTo>
                <a:lnTo>
                  <a:pt x="4685527" y="2261777"/>
                </a:lnTo>
                <a:lnTo>
                  <a:pt x="3813337" y="2261777"/>
                </a:lnTo>
                <a:lnTo>
                  <a:pt x="3813337" y="2453364"/>
                </a:lnTo>
                <a:lnTo>
                  <a:pt x="4685527" y="2453364"/>
                </a:lnTo>
                <a:lnTo>
                  <a:pt x="4685527" y="2705099"/>
                </a:lnTo>
                <a:lnTo>
                  <a:pt x="3905790" y="2705099"/>
                </a:lnTo>
                <a:lnTo>
                  <a:pt x="3905790" y="2770414"/>
                </a:lnTo>
                <a:lnTo>
                  <a:pt x="4685527" y="2770414"/>
                </a:lnTo>
                <a:lnTo>
                  <a:pt x="4685527" y="2865666"/>
                </a:lnTo>
                <a:lnTo>
                  <a:pt x="5583035" y="2865666"/>
                </a:lnTo>
                <a:lnTo>
                  <a:pt x="5583035" y="2942953"/>
                </a:lnTo>
                <a:lnTo>
                  <a:pt x="4685527" y="2942953"/>
                </a:lnTo>
                <a:lnTo>
                  <a:pt x="4685527" y="3063782"/>
                </a:lnTo>
                <a:lnTo>
                  <a:pt x="5926499" y="3063782"/>
                </a:lnTo>
                <a:lnTo>
                  <a:pt x="5926499" y="3141069"/>
                </a:lnTo>
                <a:lnTo>
                  <a:pt x="4685527" y="3141069"/>
                </a:lnTo>
                <a:lnTo>
                  <a:pt x="4685527" y="3279866"/>
                </a:lnTo>
                <a:lnTo>
                  <a:pt x="5381894" y="3279866"/>
                </a:lnTo>
                <a:lnTo>
                  <a:pt x="5381894" y="3567249"/>
                </a:lnTo>
                <a:lnTo>
                  <a:pt x="4685527" y="3567249"/>
                </a:lnTo>
                <a:lnTo>
                  <a:pt x="4685527" y="3751489"/>
                </a:lnTo>
                <a:lnTo>
                  <a:pt x="3579221" y="3751489"/>
                </a:lnTo>
                <a:lnTo>
                  <a:pt x="3579221" y="3828776"/>
                </a:lnTo>
                <a:lnTo>
                  <a:pt x="4685527" y="3828776"/>
                </a:lnTo>
                <a:lnTo>
                  <a:pt x="4685527" y="4130040"/>
                </a:lnTo>
                <a:lnTo>
                  <a:pt x="3579221" y="4130040"/>
                </a:lnTo>
                <a:lnTo>
                  <a:pt x="3579221" y="4321628"/>
                </a:lnTo>
                <a:lnTo>
                  <a:pt x="4685527" y="4321628"/>
                </a:lnTo>
                <a:lnTo>
                  <a:pt x="4685527" y="4439194"/>
                </a:lnTo>
                <a:lnTo>
                  <a:pt x="5429471" y="4439194"/>
                </a:lnTo>
                <a:lnTo>
                  <a:pt x="5429471" y="4516481"/>
                </a:lnTo>
                <a:lnTo>
                  <a:pt x="4685527" y="4516481"/>
                </a:lnTo>
                <a:lnTo>
                  <a:pt x="4685527" y="4655818"/>
                </a:lnTo>
                <a:lnTo>
                  <a:pt x="3744681" y="4655818"/>
                </a:lnTo>
                <a:lnTo>
                  <a:pt x="3744681" y="4721133"/>
                </a:lnTo>
                <a:lnTo>
                  <a:pt x="4685527" y="4721133"/>
                </a:lnTo>
                <a:lnTo>
                  <a:pt x="4685527" y="4845095"/>
                </a:lnTo>
                <a:lnTo>
                  <a:pt x="5700921" y="4845095"/>
                </a:lnTo>
                <a:lnTo>
                  <a:pt x="5700921" y="4922382"/>
                </a:lnTo>
                <a:lnTo>
                  <a:pt x="4685527" y="4922382"/>
                </a:lnTo>
                <a:lnTo>
                  <a:pt x="4685527" y="5031107"/>
                </a:lnTo>
                <a:lnTo>
                  <a:pt x="2933078" y="5031107"/>
                </a:lnTo>
                <a:lnTo>
                  <a:pt x="2933078" y="5222694"/>
                </a:lnTo>
                <a:lnTo>
                  <a:pt x="4685527" y="5222694"/>
                </a:lnTo>
                <a:lnTo>
                  <a:pt x="4685527" y="5511980"/>
                </a:lnTo>
                <a:lnTo>
                  <a:pt x="3150795" y="5511980"/>
                </a:lnTo>
                <a:lnTo>
                  <a:pt x="3150795" y="5589267"/>
                </a:lnTo>
                <a:lnTo>
                  <a:pt x="4685527" y="5589267"/>
                </a:lnTo>
                <a:lnTo>
                  <a:pt x="4685527" y="5668190"/>
                </a:lnTo>
                <a:lnTo>
                  <a:pt x="5429471" y="5668190"/>
                </a:lnTo>
                <a:lnTo>
                  <a:pt x="5429471" y="5859778"/>
                </a:lnTo>
                <a:lnTo>
                  <a:pt x="4685527" y="5859778"/>
                </a:lnTo>
                <a:lnTo>
                  <a:pt x="4685527" y="5938701"/>
                </a:lnTo>
                <a:lnTo>
                  <a:pt x="5834100" y="5938701"/>
                </a:lnTo>
                <a:lnTo>
                  <a:pt x="5834100" y="6015988"/>
                </a:lnTo>
                <a:lnTo>
                  <a:pt x="4685527" y="6015988"/>
                </a:lnTo>
                <a:lnTo>
                  <a:pt x="4685527" y="6172200"/>
                </a:lnTo>
                <a:lnTo>
                  <a:pt x="0" y="6172200"/>
                </a:lnTo>
                <a:close/>
              </a:path>
            </a:pathLst>
          </a:custGeom>
          <a:solidFill>
            <a:schemeClr val="bg1">
              <a:lumMod val="95000"/>
            </a:schemeClr>
          </a:solidFill>
        </p:spPr>
        <p:txBody>
          <a:bodyPr wrap="square" anchor="ctr">
            <a:noAutofit/>
          </a:bodyPr>
          <a:lstStyle>
            <a:lvl1pPr marL="0" indent="0" algn="ctr">
              <a:buNone/>
              <a:defRPr sz="1200">
                <a:solidFill>
                  <a:schemeClr val="tx1">
                    <a:lumMod val="75000"/>
                    <a:lumOff val="25000"/>
                  </a:schemeClr>
                </a:solidFill>
                <a:latin typeface="+mn-lt"/>
                <a:cs typeface="Arial" pitchFamily="34" charset="0"/>
              </a:defRPr>
            </a:lvl1pPr>
            <a:lvl2pPr marL="457223" indent="0">
              <a:buNone/>
              <a:defRPr sz="2800"/>
            </a:lvl2pPr>
            <a:lvl3pPr marL="914446" indent="0">
              <a:buNone/>
              <a:defRPr sz="2400"/>
            </a:lvl3pPr>
            <a:lvl4pPr marL="1371669" indent="0">
              <a:buNone/>
              <a:defRPr sz="2000"/>
            </a:lvl4pPr>
            <a:lvl5pPr marL="1828891" indent="0">
              <a:buNone/>
              <a:defRPr sz="2000"/>
            </a:lvl5pPr>
            <a:lvl6pPr marL="2286114" indent="0">
              <a:buNone/>
              <a:defRPr sz="2000"/>
            </a:lvl6pPr>
            <a:lvl7pPr marL="2743337" indent="0">
              <a:buNone/>
              <a:defRPr sz="2000"/>
            </a:lvl7pPr>
            <a:lvl8pPr marL="3200560" indent="0">
              <a:buNone/>
              <a:defRPr sz="2000"/>
            </a:lvl8pPr>
            <a:lvl9pPr marL="3657783" indent="0">
              <a:buNone/>
              <a:defRPr sz="2000"/>
            </a:lvl9pPr>
          </a:lstStyle>
          <a:p>
            <a:r>
              <a:rPr lang="en-US" altLang="ko-KR" dirty="0"/>
              <a:t>Your Picture Here</a:t>
            </a:r>
            <a:endParaRPr lang="ko-KR" altLang="en-US" dirty="0"/>
          </a:p>
        </p:txBody>
      </p:sp>
    </p:spTree>
    <p:extLst>
      <p:ext uri="{BB962C8B-B14F-4D97-AF65-F5344CB8AC3E}">
        <p14:creationId xmlns:p14="http://schemas.microsoft.com/office/powerpoint/2010/main" val="177019400"/>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12_Contents slide layou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572323696"/>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13_Contents slide layout">
    <p:spTree>
      <p:nvGrpSpPr>
        <p:cNvPr id="1" name=""/>
        <p:cNvGrpSpPr/>
        <p:nvPr/>
      </p:nvGrpSpPr>
      <p:grpSpPr>
        <a:xfrm>
          <a:off x="0" y="0"/>
          <a:ext cx="0" cy="0"/>
          <a:chOff x="0" y="0"/>
          <a:chExt cx="0" cy="0"/>
        </a:xfrm>
      </p:grpSpPr>
      <p:sp>
        <p:nvSpPr>
          <p:cNvPr id="2" name="Picture Placeholder 7">
            <a:extLst>
              <a:ext uri="{FF2B5EF4-FFF2-40B4-BE49-F238E27FC236}">
                <a16:creationId xmlns:a16="http://schemas.microsoft.com/office/drawing/2014/main" id="{8CAF6558-820F-456A-89AA-ED94DEAAEEF5}"/>
              </a:ext>
            </a:extLst>
          </p:cNvPr>
          <p:cNvSpPr>
            <a:spLocks noGrp="1"/>
          </p:cNvSpPr>
          <p:nvPr>
            <p:ph type="pic" idx="16" hasCustomPrompt="1"/>
          </p:nvPr>
        </p:nvSpPr>
        <p:spPr>
          <a:xfrm>
            <a:off x="4403035" y="0"/>
            <a:ext cx="7788965" cy="6858000"/>
          </a:xfrm>
          <a:custGeom>
            <a:avLst/>
            <a:gdLst>
              <a:gd name="connsiteX0" fmla="*/ 3894482 w 7788965"/>
              <a:gd name="connsiteY0" fmla="*/ 2146852 h 6858000"/>
              <a:gd name="connsiteX1" fmla="*/ 7788964 w 7788965"/>
              <a:gd name="connsiteY1" fmla="*/ 6858000 h 6858000"/>
              <a:gd name="connsiteX2" fmla="*/ 0 w 7788965"/>
              <a:gd name="connsiteY2" fmla="*/ 6858000 h 6858000"/>
              <a:gd name="connsiteX3" fmla="*/ 0 w 7788965"/>
              <a:gd name="connsiteY3" fmla="*/ 6857999 h 6858000"/>
              <a:gd name="connsiteX4" fmla="*/ 5734705 w 7788965"/>
              <a:gd name="connsiteY4" fmla="*/ 0 h 6858000"/>
              <a:gd name="connsiteX5" fmla="*/ 7788965 w 7788965"/>
              <a:gd name="connsiteY5" fmla="*/ 0 h 6858000"/>
              <a:gd name="connsiteX6" fmla="*/ 7788965 w 7788965"/>
              <a:gd name="connsiteY6" fmla="*/ 6641351 h 6858000"/>
              <a:gd name="connsiteX7" fmla="*/ 4000566 w 7788965"/>
              <a:gd name="connsiteY7" fmla="*/ 2078313 h 6858000"/>
              <a:gd name="connsiteX8" fmla="*/ 2214158 w 7788965"/>
              <a:gd name="connsiteY8" fmla="*/ 0 h 6858000"/>
              <a:gd name="connsiteX9" fmla="*/ 5574803 w 7788965"/>
              <a:gd name="connsiteY9" fmla="*/ 0 h 6858000"/>
              <a:gd name="connsiteX10" fmla="*/ 3894480 w 7788965"/>
              <a:gd name="connsiteY10" fmla="*/ 2032683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7788965" h="6858000">
                <a:moveTo>
                  <a:pt x="3894482" y="2146852"/>
                </a:moveTo>
                <a:lnTo>
                  <a:pt x="7788964" y="6858000"/>
                </a:lnTo>
                <a:lnTo>
                  <a:pt x="0" y="6858000"/>
                </a:lnTo>
                <a:lnTo>
                  <a:pt x="0" y="6857999"/>
                </a:lnTo>
                <a:close/>
                <a:moveTo>
                  <a:pt x="5734705" y="0"/>
                </a:moveTo>
                <a:lnTo>
                  <a:pt x="7788965" y="0"/>
                </a:lnTo>
                <a:lnTo>
                  <a:pt x="7788965" y="6641351"/>
                </a:lnTo>
                <a:lnTo>
                  <a:pt x="4000566" y="2078313"/>
                </a:lnTo>
                <a:close/>
                <a:moveTo>
                  <a:pt x="2214158" y="0"/>
                </a:moveTo>
                <a:lnTo>
                  <a:pt x="5574803" y="0"/>
                </a:lnTo>
                <a:lnTo>
                  <a:pt x="3894480" y="2032683"/>
                </a:lnTo>
                <a:close/>
              </a:path>
            </a:pathLst>
          </a:custGeom>
          <a:solidFill>
            <a:schemeClr val="bg1">
              <a:lumMod val="95000"/>
            </a:schemeClr>
          </a:solidFill>
        </p:spPr>
        <p:txBody>
          <a:bodyPr wrap="square" anchor="ctr">
            <a:noAutofit/>
          </a:bodyPr>
          <a:lstStyle>
            <a:lvl1pPr marL="0" indent="0" algn="ctr">
              <a:buNone/>
              <a:defRPr sz="1200">
                <a:latin typeface="Arial" pitchFamily="34" charset="0"/>
                <a:cs typeface="Arial"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ltLang="ko-KR" dirty="0"/>
              <a:t>Your Picture Here</a:t>
            </a:r>
            <a:endParaRPr lang="ko-KR" altLang="en-US" dirty="0"/>
          </a:p>
        </p:txBody>
      </p:sp>
    </p:spTree>
    <p:extLst>
      <p:ext uri="{BB962C8B-B14F-4D97-AF65-F5344CB8AC3E}">
        <p14:creationId xmlns:p14="http://schemas.microsoft.com/office/powerpoint/2010/main" val="1848897998"/>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14_Contents slide layou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983307133"/>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15_Contents slide layout">
    <p:spTree>
      <p:nvGrpSpPr>
        <p:cNvPr id="1" name=""/>
        <p:cNvGrpSpPr/>
        <p:nvPr/>
      </p:nvGrpSpPr>
      <p:grpSpPr>
        <a:xfrm>
          <a:off x="0" y="0"/>
          <a:ext cx="0" cy="0"/>
          <a:chOff x="0" y="0"/>
          <a:chExt cx="0" cy="0"/>
        </a:xfrm>
      </p:grpSpPr>
      <p:sp>
        <p:nvSpPr>
          <p:cNvPr id="2" name="Picture Placeholder 9">
            <a:extLst>
              <a:ext uri="{FF2B5EF4-FFF2-40B4-BE49-F238E27FC236}">
                <a16:creationId xmlns:a16="http://schemas.microsoft.com/office/drawing/2014/main" id="{14A3D55D-0B4A-459A-BBC6-A50A02E7796A}"/>
              </a:ext>
            </a:extLst>
          </p:cNvPr>
          <p:cNvSpPr>
            <a:spLocks noGrp="1"/>
          </p:cNvSpPr>
          <p:nvPr>
            <p:ph type="pic" sz="quarter" idx="10" hasCustomPrompt="1"/>
          </p:nvPr>
        </p:nvSpPr>
        <p:spPr>
          <a:xfrm>
            <a:off x="3431918" y="1767840"/>
            <a:ext cx="2592917" cy="4299578"/>
          </a:xfrm>
          <a:prstGeom prst="rect">
            <a:avLst/>
          </a:prstGeom>
          <a:solidFill>
            <a:schemeClr val="bg1">
              <a:lumMod val="95000"/>
            </a:schemeClr>
          </a:solidFill>
        </p:spPr>
        <p:txBody>
          <a:bodyPr tIns="216000" anchor="ctr"/>
          <a:lstStyle>
            <a:lvl1pPr marL="0" indent="0" algn="ctr">
              <a:buNone/>
              <a:defRPr sz="1200">
                <a:latin typeface="+mn-lt"/>
                <a:cs typeface="Arial" pitchFamily="34" charset="0"/>
              </a:defRPr>
            </a:lvl1pPr>
          </a:lstStyle>
          <a:p>
            <a:r>
              <a:rPr lang="en-US" altLang="ko-KR" dirty="0"/>
              <a:t>Insert Your Image</a:t>
            </a:r>
            <a:endParaRPr lang="ko-KR" altLang="en-US" dirty="0"/>
          </a:p>
        </p:txBody>
      </p:sp>
      <p:sp>
        <p:nvSpPr>
          <p:cNvPr id="3" name="Picture Placeholder 9">
            <a:extLst>
              <a:ext uri="{FF2B5EF4-FFF2-40B4-BE49-F238E27FC236}">
                <a16:creationId xmlns:a16="http://schemas.microsoft.com/office/drawing/2014/main" id="{18081C05-9EF4-4450-A04C-C82D8F842B62}"/>
              </a:ext>
            </a:extLst>
          </p:cNvPr>
          <p:cNvSpPr>
            <a:spLocks noGrp="1"/>
          </p:cNvSpPr>
          <p:nvPr>
            <p:ph type="pic" sz="quarter" idx="11" hasCustomPrompt="1"/>
          </p:nvPr>
        </p:nvSpPr>
        <p:spPr>
          <a:xfrm>
            <a:off x="6157510" y="1767840"/>
            <a:ext cx="2592917" cy="4299578"/>
          </a:xfrm>
          <a:prstGeom prst="rect">
            <a:avLst/>
          </a:prstGeom>
          <a:solidFill>
            <a:schemeClr val="bg1">
              <a:lumMod val="95000"/>
            </a:schemeClr>
          </a:solidFill>
        </p:spPr>
        <p:txBody>
          <a:bodyPr tIns="216000" anchor="ctr"/>
          <a:lstStyle>
            <a:lvl1pPr marL="0" indent="0" algn="ctr">
              <a:buNone/>
              <a:defRPr sz="1200">
                <a:latin typeface="+mn-lt"/>
                <a:cs typeface="Arial" pitchFamily="34" charset="0"/>
              </a:defRPr>
            </a:lvl1pPr>
          </a:lstStyle>
          <a:p>
            <a:r>
              <a:rPr lang="en-US" altLang="ko-KR" dirty="0"/>
              <a:t>Insert Your Image</a:t>
            </a:r>
            <a:endParaRPr lang="ko-KR" altLang="en-US" dirty="0"/>
          </a:p>
        </p:txBody>
      </p:sp>
      <p:sp>
        <p:nvSpPr>
          <p:cNvPr id="4" name="Text Placeholder 9">
            <a:extLst>
              <a:ext uri="{FF2B5EF4-FFF2-40B4-BE49-F238E27FC236}">
                <a16:creationId xmlns:a16="http://schemas.microsoft.com/office/drawing/2014/main" id="{70BDCE82-6ACA-40F5-B9D1-06667AD49EC5}"/>
              </a:ext>
            </a:extLst>
          </p:cNvPr>
          <p:cNvSpPr>
            <a:spLocks noGrp="1"/>
          </p:cNvSpPr>
          <p:nvPr>
            <p:ph type="body" sz="quarter" idx="12" hasCustomPrompt="1"/>
          </p:nvPr>
        </p:nvSpPr>
        <p:spPr>
          <a:xfrm>
            <a:off x="323529" y="339509"/>
            <a:ext cx="11573197" cy="724247"/>
          </a:xfrm>
          <a:prstGeom prst="rect">
            <a:avLst/>
          </a:prstGeom>
        </p:spPr>
        <p:txBody>
          <a:bodyPr anchor="ctr"/>
          <a:lstStyle>
            <a:lvl1pPr marL="0" indent="0" algn="ctr">
              <a:buNone/>
              <a:defRPr sz="5400" b="0" baseline="0">
                <a:solidFill>
                  <a:schemeClr val="tx1">
                    <a:lumMod val="75000"/>
                    <a:lumOff val="25000"/>
                  </a:schemeClr>
                </a:solidFill>
                <a:latin typeface="+mj-lt"/>
                <a:cs typeface="Arial" pitchFamily="34" charset="0"/>
              </a:defRPr>
            </a:lvl1pPr>
          </a:lstStyle>
          <a:p>
            <a:pPr lvl="0"/>
            <a:r>
              <a:rPr lang="en-US" altLang="ko-KR" dirty="0"/>
              <a:t>BASIC LAYOUT</a:t>
            </a:r>
          </a:p>
        </p:txBody>
      </p:sp>
    </p:spTree>
    <p:extLst>
      <p:ext uri="{BB962C8B-B14F-4D97-AF65-F5344CB8AC3E}">
        <p14:creationId xmlns:p14="http://schemas.microsoft.com/office/powerpoint/2010/main" val="2908073912"/>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17_Contents slide layou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945943744"/>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16_Contents slide layou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693344937"/>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PNG sets layou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ext Placeholder 9"/>
          <p:cNvSpPr>
            <a:spLocks noGrp="1"/>
          </p:cNvSpPr>
          <p:nvPr>
            <p:ph type="body" sz="quarter" idx="10" hasCustomPrompt="1"/>
          </p:nvPr>
        </p:nvSpPr>
        <p:spPr>
          <a:xfrm>
            <a:off x="323529" y="332482"/>
            <a:ext cx="11573197" cy="724247"/>
          </a:xfrm>
          <a:prstGeom prst="rect">
            <a:avLst/>
          </a:prstGeom>
        </p:spPr>
        <p:txBody>
          <a:bodyPr anchor="ctr"/>
          <a:lstStyle>
            <a:lvl1pPr marL="0" indent="0" algn="ctr">
              <a:buNone/>
              <a:defRPr sz="5400" b="0" baseline="0">
                <a:solidFill>
                  <a:schemeClr val="tx1">
                    <a:lumMod val="75000"/>
                    <a:lumOff val="25000"/>
                  </a:schemeClr>
                </a:solidFill>
                <a:latin typeface="+mj-lt"/>
                <a:cs typeface="Arial" pitchFamily="34" charset="0"/>
              </a:defRPr>
            </a:lvl1pPr>
          </a:lstStyle>
          <a:p>
            <a:pPr lvl="0"/>
            <a:r>
              <a:rPr lang="en-US" altLang="ko-KR" dirty="0"/>
              <a:t>PNG &amp; Shapes Layout</a:t>
            </a:r>
          </a:p>
        </p:txBody>
      </p:sp>
    </p:spTree>
    <p:extLst>
      <p:ext uri="{BB962C8B-B14F-4D97-AF65-F5344CB8AC3E}">
        <p14:creationId xmlns:p14="http://schemas.microsoft.com/office/powerpoint/2010/main" val="2669675689"/>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1_Icon sets layout">
    <p:spTree>
      <p:nvGrpSpPr>
        <p:cNvPr id="1" name=""/>
        <p:cNvGrpSpPr/>
        <p:nvPr/>
      </p:nvGrpSpPr>
      <p:grpSpPr>
        <a:xfrm>
          <a:off x="0" y="0"/>
          <a:ext cx="0" cy="0"/>
          <a:chOff x="0" y="0"/>
          <a:chExt cx="0" cy="0"/>
        </a:xfrm>
      </p:grpSpPr>
      <p:sp>
        <p:nvSpPr>
          <p:cNvPr id="2" name="Text Placeholder 9"/>
          <p:cNvSpPr>
            <a:spLocks noGrp="1"/>
          </p:cNvSpPr>
          <p:nvPr>
            <p:ph type="body" sz="quarter" idx="10" hasCustomPrompt="1"/>
          </p:nvPr>
        </p:nvSpPr>
        <p:spPr>
          <a:xfrm>
            <a:off x="323529" y="123478"/>
            <a:ext cx="11573197" cy="724247"/>
          </a:xfrm>
          <a:prstGeom prst="rect">
            <a:avLst/>
          </a:prstGeom>
        </p:spPr>
        <p:txBody>
          <a:bodyPr anchor="ctr"/>
          <a:lstStyle>
            <a:lvl1pPr marL="0" indent="0" algn="ctr">
              <a:buNone/>
              <a:defRPr sz="5400" b="0" baseline="0">
                <a:solidFill>
                  <a:schemeClr val="tx1">
                    <a:lumMod val="75000"/>
                    <a:lumOff val="25000"/>
                  </a:schemeClr>
                </a:solidFill>
                <a:latin typeface="+mj-lt"/>
                <a:cs typeface="Arial" pitchFamily="34" charset="0"/>
              </a:defRPr>
            </a:lvl1pPr>
          </a:lstStyle>
          <a:p>
            <a:pPr lvl="0"/>
            <a:r>
              <a:rPr lang="en-US" altLang="ko-KR" dirty="0"/>
              <a:t>Icon Sets Layout</a:t>
            </a:r>
          </a:p>
        </p:txBody>
      </p:sp>
      <p:sp>
        <p:nvSpPr>
          <p:cNvPr id="3" name="Rounded Rectangle 2"/>
          <p:cNvSpPr/>
          <p:nvPr userDrawn="1"/>
        </p:nvSpPr>
        <p:spPr>
          <a:xfrm>
            <a:off x="354010" y="1131591"/>
            <a:ext cx="3560767" cy="5402561"/>
          </a:xfrm>
          <a:prstGeom prst="roundRect">
            <a:avLst>
              <a:gd name="adj" fmla="val 3968"/>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1351"/>
          </a:p>
        </p:txBody>
      </p:sp>
      <p:sp>
        <p:nvSpPr>
          <p:cNvPr id="4" name="Rounded Rectangle 3"/>
          <p:cNvSpPr/>
          <p:nvPr userDrawn="1"/>
        </p:nvSpPr>
        <p:spPr>
          <a:xfrm>
            <a:off x="531933" y="1347500"/>
            <a:ext cx="153868" cy="5015200"/>
          </a:xfrm>
          <a:prstGeom prst="roundRect">
            <a:avLst>
              <a:gd name="adj" fmla="val 50000"/>
            </a:avLst>
          </a:prstGeom>
          <a:solidFill>
            <a:schemeClr val="bg1">
              <a:alpha val="41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1351">
              <a:solidFill>
                <a:schemeClr val="bg1"/>
              </a:solidFill>
            </a:endParaRPr>
          </a:p>
        </p:txBody>
      </p:sp>
      <p:sp>
        <p:nvSpPr>
          <p:cNvPr id="5" name="Half Frame 4"/>
          <p:cNvSpPr/>
          <p:nvPr userDrawn="1"/>
        </p:nvSpPr>
        <p:spPr>
          <a:xfrm rot="5400000">
            <a:off x="3057177" y="1276653"/>
            <a:ext cx="685849" cy="685148"/>
          </a:xfrm>
          <a:prstGeom prst="halfFrame">
            <a:avLst>
              <a:gd name="adj1" fmla="val 23728"/>
              <a:gd name="adj2" fmla="val 24642"/>
            </a:avLst>
          </a:prstGeom>
          <a:solidFill>
            <a:schemeClr val="bg1">
              <a:alpha val="23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1351">
              <a:solidFill>
                <a:schemeClr val="tx1">
                  <a:lumMod val="85000"/>
                  <a:lumOff val="15000"/>
                </a:schemeClr>
              </a:solidFill>
            </a:endParaRPr>
          </a:p>
        </p:txBody>
      </p:sp>
      <p:sp>
        <p:nvSpPr>
          <p:cNvPr id="58" name="TextBox 57">
            <a:extLst>
              <a:ext uri="{FF2B5EF4-FFF2-40B4-BE49-F238E27FC236}">
                <a16:creationId xmlns:a16="http://schemas.microsoft.com/office/drawing/2014/main" id="{5644E8BB-F13A-4AE0-889E-633DE4143787}"/>
              </a:ext>
            </a:extLst>
          </p:cNvPr>
          <p:cNvSpPr txBox="1"/>
          <p:nvPr userDrawn="1"/>
        </p:nvSpPr>
        <p:spPr>
          <a:xfrm>
            <a:off x="711704" y="1637214"/>
            <a:ext cx="2232248" cy="523220"/>
          </a:xfrm>
          <a:prstGeom prst="rect">
            <a:avLst/>
          </a:prstGeom>
          <a:noFill/>
        </p:spPr>
        <p:txBody>
          <a:bodyPr wrap="square" rtlCol="0" anchor="ctr">
            <a:spAutoFit/>
          </a:bodyPr>
          <a:lstStyle/>
          <a:p>
            <a:r>
              <a:rPr lang="en-US" altLang="ko-KR" sz="1400" b="1" dirty="0">
                <a:solidFill>
                  <a:schemeClr val="bg1"/>
                </a:solidFill>
                <a:latin typeface="Arial" pitchFamily="34" charset="0"/>
                <a:cs typeface="Arial" pitchFamily="34" charset="0"/>
              </a:rPr>
              <a:t>You can Resize without losing quality</a:t>
            </a:r>
            <a:endParaRPr lang="ko-KR" altLang="en-US" sz="1400" b="1" dirty="0">
              <a:solidFill>
                <a:schemeClr val="bg1"/>
              </a:solidFill>
              <a:latin typeface="Arial" pitchFamily="34" charset="0"/>
              <a:cs typeface="Arial" pitchFamily="34" charset="0"/>
            </a:endParaRPr>
          </a:p>
        </p:txBody>
      </p:sp>
      <p:sp>
        <p:nvSpPr>
          <p:cNvPr id="59" name="TextBox 58">
            <a:extLst>
              <a:ext uri="{FF2B5EF4-FFF2-40B4-BE49-F238E27FC236}">
                <a16:creationId xmlns:a16="http://schemas.microsoft.com/office/drawing/2014/main" id="{F2CE2B8B-ED32-491A-95B2-D28904BC432C}"/>
              </a:ext>
            </a:extLst>
          </p:cNvPr>
          <p:cNvSpPr txBox="1"/>
          <p:nvPr userDrawn="1"/>
        </p:nvSpPr>
        <p:spPr>
          <a:xfrm>
            <a:off x="711704" y="2127463"/>
            <a:ext cx="2232248" cy="738664"/>
          </a:xfrm>
          <a:prstGeom prst="rect">
            <a:avLst/>
          </a:prstGeom>
          <a:noFill/>
        </p:spPr>
        <p:txBody>
          <a:bodyPr wrap="square" rtlCol="0" anchor="ctr">
            <a:spAutoFit/>
          </a:bodyPr>
          <a:lstStyle/>
          <a:p>
            <a:r>
              <a:rPr lang="en-US" altLang="ko-KR" sz="1400" b="1" dirty="0">
                <a:solidFill>
                  <a:schemeClr val="bg1"/>
                </a:solidFill>
                <a:latin typeface="Arial" pitchFamily="34" charset="0"/>
                <a:cs typeface="Arial" pitchFamily="34" charset="0"/>
              </a:rPr>
              <a:t>You can Change Fill Color &amp;</a:t>
            </a:r>
          </a:p>
          <a:p>
            <a:r>
              <a:rPr lang="en-US" altLang="ko-KR" sz="1400" b="1" dirty="0">
                <a:solidFill>
                  <a:schemeClr val="bg1"/>
                </a:solidFill>
                <a:latin typeface="Arial" pitchFamily="34" charset="0"/>
                <a:cs typeface="Arial" pitchFamily="34" charset="0"/>
              </a:rPr>
              <a:t>Line Color</a:t>
            </a:r>
            <a:endParaRPr lang="ko-KR" altLang="en-US" sz="1400" b="1" dirty="0">
              <a:solidFill>
                <a:schemeClr val="bg1"/>
              </a:solidFill>
              <a:latin typeface="Arial" pitchFamily="34" charset="0"/>
              <a:cs typeface="Arial" pitchFamily="34" charset="0"/>
            </a:endParaRPr>
          </a:p>
        </p:txBody>
      </p:sp>
      <p:sp>
        <p:nvSpPr>
          <p:cNvPr id="60" name="TextBox 59">
            <a:extLst>
              <a:ext uri="{FF2B5EF4-FFF2-40B4-BE49-F238E27FC236}">
                <a16:creationId xmlns:a16="http://schemas.microsoft.com/office/drawing/2014/main" id="{962A52DF-2523-4479-BFA3-B5ACE9887E1C}"/>
              </a:ext>
            </a:extLst>
          </p:cNvPr>
          <p:cNvSpPr txBox="1"/>
          <p:nvPr userDrawn="1"/>
        </p:nvSpPr>
        <p:spPr>
          <a:xfrm>
            <a:off x="721229" y="5808438"/>
            <a:ext cx="2232000" cy="307777"/>
          </a:xfrm>
          <a:prstGeom prst="rect">
            <a:avLst/>
          </a:prstGeom>
          <a:noFill/>
        </p:spPr>
        <p:txBody>
          <a:bodyPr wrap="square" rtlCol="0" anchor="ctr">
            <a:spAutoFit/>
          </a:bodyPr>
          <a:lstStyle/>
          <a:p>
            <a:r>
              <a:rPr lang="en-US" altLang="ko-KR" sz="1400" dirty="0">
                <a:solidFill>
                  <a:schemeClr val="bg1"/>
                </a:solidFill>
                <a:latin typeface="Arial" pitchFamily="34" charset="0"/>
                <a:cs typeface="Arial" pitchFamily="34" charset="0"/>
              </a:rPr>
              <a:t>www.allppt.com</a:t>
            </a:r>
            <a:endParaRPr lang="ko-KR" altLang="en-US" sz="1400" dirty="0">
              <a:solidFill>
                <a:schemeClr val="bg1"/>
              </a:solidFill>
              <a:latin typeface="Arial" pitchFamily="34" charset="0"/>
              <a:cs typeface="Arial" pitchFamily="34" charset="0"/>
            </a:endParaRPr>
          </a:p>
        </p:txBody>
      </p:sp>
      <p:sp>
        <p:nvSpPr>
          <p:cNvPr id="61" name="TextBox 60">
            <a:extLst>
              <a:ext uri="{FF2B5EF4-FFF2-40B4-BE49-F238E27FC236}">
                <a16:creationId xmlns:a16="http://schemas.microsoft.com/office/drawing/2014/main" id="{BAAC314F-E96A-4408-95DE-A70E9ED054AF}"/>
              </a:ext>
            </a:extLst>
          </p:cNvPr>
          <p:cNvSpPr txBox="1"/>
          <p:nvPr userDrawn="1"/>
        </p:nvSpPr>
        <p:spPr>
          <a:xfrm>
            <a:off x="721229" y="4450324"/>
            <a:ext cx="2717296" cy="1384995"/>
          </a:xfrm>
          <a:prstGeom prst="rect">
            <a:avLst/>
          </a:prstGeom>
          <a:noFill/>
        </p:spPr>
        <p:txBody>
          <a:bodyPr wrap="square" rtlCol="0" anchor="ctr">
            <a:spAutoFit/>
          </a:bodyPr>
          <a:lstStyle/>
          <a:p>
            <a:r>
              <a:rPr lang="en-US" altLang="ko-KR" sz="2800" b="1" dirty="0">
                <a:solidFill>
                  <a:schemeClr val="bg1"/>
                </a:solidFill>
                <a:latin typeface="+mn-lt"/>
                <a:ea typeface="+mn-ea"/>
                <a:cs typeface="Arial" pitchFamily="34" charset="0"/>
              </a:rPr>
              <a:t>FREE </a:t>
            </a:r>
          </a:p>
          <a:p>
            <a:r>
              <a:rPr lang="en-US" altLang="ko-KR" sz="2800" b="1" dirty="0">
                <a:solidFill>
                  <a:schemeClr val="bg1"/>
                </a:solidFill>
                <a:latin typeface="+mn-lt"/>
                <a:ea typeface="+mn-ea"/>
                <a:cs typeface="Arial" pitchFamily="34" charset="0"/>
              </a:rPr>
              <a:t>PPT TEMPLATES</a:t>
            </a:r>
          </a:p>
        </p:txBody>
      </p:sp>
    </p:spTree>
    <p:extLst>
      <p:ext uri="{BB962C8B-B14F-4D97-AF65-F5344CB8AC3E}">
        <p14:creationId xmlns:p14="http://schemas.microsoft.com/office/powerpoint/2010/main" val="4295013"/>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blank">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CA9E9C00-2A2A-568F-6177-E09E0BC5FBEE}"/>
              </a:ext>
            </a:extLst>
          </p:cNvPr>
          <p:cNvSpPr>
            <a:spLocks noGrp="1"/>
          </p:cNvSpPr>
          <p:nvPr>
            <p:ph type="dt" sz="half" idx="10"/>
          </p:nvPr>
        </p:nvSpPr>
        <p:spPr/>
        <p:txBody>
          <a:bodyPr/>
          <a:lstStyle/>
          <a:p>
            <a:fld id="{D37534BB-23EE-4510-B2EF-88875035A87D}" type="datetimeFigureOut">
              <a:rPr lang="en-US" smtClean="0"/>
              <a:t>5/26/2025</a:t>
            </a:fld>
            <a:endParaRPr lang="en-US"/>
          </a:p>
        </p:txBody>
      </p:sp>
      <p:sp>
        <p:nvSpPr>
          <p:cNvPr id="3" name="Footer Placeholder 2">
            <a:extLst>
              <a:ext uri="{FF2B5EF4-FFF2-40B4-BE49-F238E27FC236}">
                <a16:creationId xmlns:a16="http://schemas.microsoft.com/office/drawing/2014/main" id="{2E6BE3F3-A9B1-0976-C7E6-21503612D859}"/>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8730ED49-0CCD-AD4B-057F-7D214C0B7823}"/>
              </a:ext>
            </a:extLst>
          </p:cNvPr>
          <p:cNvSpPr>
            <a:spLocks noGrp="1"/>
          </p:cNvSpPr>
          <p:nvPr>
            <p:ph type="sldNum" sz="quarter" idx="12"/>
          </p:nvPr>
        </p:nvSpPr>
        <p:spPr/>
        <p:txBody>
          <a:bodyPr/>
          <a:lstStyle/>
          <a:p>
            <a:fld id="{881FB6CF-55E0-404B-8012-2115241B7385}" type="slidenum">
              <a:rPr lang="en-US" smtClean="0"/>
              <a:t>‹#›</a:t>
            </a:fld>
            <a:endParaRPr lang="en-US"/>
          </a:p>
        </p:txBody>
      </p:sp>
    </p:spTree>
    <p:extLst>
      <p:ext uri="{BB962C8B-B14F-4D97-AF65-F5344CB8AC3E}">
        <p14:creationId xmlns:p14="http://schemas.microsoft.com/office/powerpoint/2010/main" val="216401080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13" Type="http://schemas.openxmlformats.org/officeDocument/2006/relationships/slideLayout" Target="../slideLayouts/slideLayout24.xml"/><Relationship Id="rId18" Type="http://schemas.openxmlformats.org/officeDocument/2006/relationships/slideLayout" Target="../slideLayouts/slideLayout29.xml"/><Relationship Id="rId3" Type="http://schemas.openxmlformats.org/officeDocument/2006/relationships/slideLayout" Target="../slideLayouts/slideLayout14.xml"/><Relationship Id="rId21" Type="http://schemas.openxmlformats.org/officeDocument/2006/relationships/theme" Target="../theme/theme2.xml"/><Relationship Id="rId7" Type="http://schemas.openxmlformats.org/officeDocument/2006/relationships/slideLayout" Target="../slideLayouts/slideLayout18.xml"/><Relationship Id="rId12" Type="http://schemas.openxmlformats.org/officeDocument/2006/relationships/slideLayout" Target="../slideLayouts/slideLayout23.xml"/><Relationship Id="rId17" Type="http://schemas.openxmlformats.org/officeDocument/2006/relationships/slideLayout" Target="../slideLayouts/slideLayout28.xml"/><Relationship Id="rId2" Type="http://schemas.openxmlformats.org/officeDocument/2006/relationships/slideLayout" Target="../slideLayouts/slideLayout13.xml"/><Relationship Id="rId16" Type="http://schemas.openxmlformats.org/officeDocument/2006/relationships/slideLayout" Target="../slideLayouts/slideLayout27.xml"/><Relationship Id="rId20" Type="http://schemas.openxmlformats.org/officeDocument/2006/relationships/slideLayout" Target="../slideLayouts/slideLayout31.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5" Type="http://schemas.openxmlformats.org/officeDocument/2006/relationships/slideLayout" Target="../slideLayouts/slideLayout26.xml"/><Relationship Id="rId10" Type="http://schemas.openxmlformats.org/officeDocument/2006/relationships/slideLayout" Target="../slideLayouts/slideLayout21.xml"/><Relationship Id="rId19" Type="http://schemas.openxmlformats.org/officeDocument/2006/relationships/slideLayout" Target="../slideLayouts/slideLayout30.xml"/><Relationship Id="rId4" Type="http://schemas.openxmlformats.org/officeDocument/2006/relationships/slideLayout" Target="../slideLayouts/slideLayout15.xml"/><Relationship Id="rId9" Type="http://schemas.openxmlformats.org/officeDocument/2006/relationships/slideLayout" Target="../slideLayouts/slideLayout20.xml"/><Relationship Id="rId14" Type="http://schemas.openxmlformats.org/officeDocument/2006/relationships/slideLayout" Target="../slideLayouts/slideLayout25.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4AF17C8-9028-46F6-A377-952E95BF398A}"/>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CE40A909-B2BF-7D7A-D633-A664C028B463}"/>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894D103-B047-6FC4-BB1D-C840C31A3C87}"/>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37534BB-23EE-4510-B2EF-88875035A87D}" type="datetimeFigureOut">
              <a:rPr lang="en-US" smtClean="0"/>
              <a:t>5/26/2025</a:t>
            </a:fld>
            <a:endParaRPr lang="en-US"/>
          </a:p>
        </p:txBody>
      </p:sp>
      <p:sp>
        <p:nvSpPr>
          <p:cNvPr id="5" name="Footer Placeholder 4">
            <a:extLst>
              <a:ext uri="{FF2B5EF4-FFF2-40B4-BE49-F238E27FC236}">
                <a16:creationId xmlns:a16="http://schemas.microsoft.com/office/drawing/2014/main" id="{948169AE-9791-CED0-F797-9F8939C48A13}"/>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BDB41EEC-5E88-BB3D-3EDE-67779FAE1B21}"/>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81FB6CF-55E0-404B-8012-2115241B7385}" type="slidenum">
              <a:rPr lang="en-US" smtClean="0"/>
              <a:t>‹#›</a:t>
            </a:fld>
            <a:endParaRPr lang="en-US"/>
          </a:p>
        </p:txBody>
      </p:sp>
    </p:spTree>
    <p:extLst>
      <p:ext uri="{BB962C8B-B14F-4D97-AF65-F5344CB8AC3E}">
        <p14:creationId xmlns:p14="http://schemas.microsoft.com/office/powerpoint/2010/main" val="78395649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920267977"/>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 id="2147483678" r:id="rId18"/>
    <p:sldLayoutId id="2147483679" r:id="rId19"/>
    <p:sldLayoutId id="2147483680" r:id="rId20"/>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13.xml"/></Relationships>
</file>

<file path=ppt/slides/_rels/slide4.xml.rels><?xml version="1.0" encoding="UTF-8" standalone="yes"?>
<Relationships xmlns="http://schemas.openxmlformats.org/package/2006/relationships"><Relationship Id="rId2" Type="http://schemas.openxmlformats.org/officeDocument/2006/relationships/image" Target="../media/image13.emf"/><Relationship Id="rId1" Type="http://schemas.openxmlformats.org/officeDocument/2006/relationships/slideLayout" Target="../slideLayouts/slideLayout13.xml"/></Relationships>
</file>

<file path=ppt/slides/_rels/slide5.xml.rels><?xml version="1.0" encoding="UTF-8" standalone="yes"?>
<Relationships xmlns="http://schemas.openxmlformats.org/package/2006/relationships"><Relationship Id="rId8" Type="http://schemas.openxmlformats.org/officeDocument/2006/relationships/image" Target="../media/image16.wmf"/><Relationship Id="rId13" Type="http://schemas.openxmlformats.org/officeDocument/2006/relationships/oleObject" Target="../embeddings/oleObject6.bin"/><Relationship Id="rId18" Type="http://schemas.openxmlformats.org/officeDocument/2006/relationships/image" Target="../media/image21.wmf"/><Relationship Id="rId26" Type="http://schemas.openxmlformats.org/officeDocument/2006/relationships/image" Target="../media/image25.wmf"/><Relationship Id="rId3" Type="http://schemas.openxmlformats.org/officeDocument/2006/relationships/oleObject" Target="../embeddings/oleObject1.bin"/><Relationship Id="rId21" Type="http://schemas.openxmlformats.org/officeDocument/2006/relationships/oleObject" Target="../embeddings/oleObject10.bin"/><Relationship Id="rId34" Type="http://schemas.openxmlformats.org/officeDocument/2006/relationships/image" Target="../media/image29.wmf"/><Relationship Id="rId7" Type="http://schemas.openxmlformats.org/officeDocument/2006/relationships/oleObject" Target="../embeddings/oleObject3.bin"/><Relationship Id="rId12" Type="http://schemas.openxmlformats.org/officeDocument/2006/relationships/image" Target="../media/image18.wmf"/><Relationship Id="rId17" Type="http://schemas.openxmlformats.org/officeDocument/2006/relationships/oleObject" Target="../embeddings/oleObject8.bin"/><Relationship Id="rId25" Type="http://schemas.openxmlformats.org/officeDocument/2006/relationships/oleObject" Target="../embeddings/oleObject12.bin"/><Relationship Id="rId33" Type="http://schemas.openxmlformats.org/officeDocument/2006/relationships/oleObject" Target="../embeddings/oleObject16.bin"/><Relationship Id="rId2" Type="http://schemas.openxmlformats.org/officeDocument/2006/relationships/notesSlide" Target="../notesSlides/notesSlide1.xml"/><Relationship Id="rId16" Type="http://schemas.openxmlformats.org/officeDocument/2006/relationships/image" Target="../media/image20.wmf"/><Relationship Id="rId20" Type="http://schemas.openxmlformats.org/officeDocument/2006/relationships/image" Target="../media/image22.wmf"/><Relationship Id="rId29" Type="http://schemas.openxmlformats.org/officeDocument/2006/relationships/oleObject" Target="../embeddings/oleObject14.bin"/><Relationship Id="rId1" Type="http://schemas.openxmlformats.org/officeDocument/2006/relationships/slideLayout" Target="../slideLayouts/slideLayout7.xml"/><Relationship Id="rId6" Type="http://schemas.openxmlformats.org/officeDocument/2006/relationships/image" Target="../media/image15.wmf"/><Relationship Id="rId11" Type="http://schemas.openxmlformats.org/officeDocument/2006/relationships/oleObject" Target="../embeddings/oleObject5.bin"/><Relationship Id="rId24" Type="http://schemas.openxmlformats.org/officeDocument/2006/relationships/image" Target="../media/image24.wmf"/><Relationship Id="rId32" Type="http://schemas.openxmlformats.org/officeDocument/2006/relationships/image" Target="../media/image28.wmf"/><Relationship Id="rId5" Type="http://schemas.openxmlformats.org/officeDocument/2006/relationships/oleObject" Target="../embeddings/oleObject2.bin"/><Relationship Id="rId15" Type="http://schemas.openxmlformats.org/officeDocument/2006/relationships/oleObject" Target="../embeddings/oleObject7.bin"/><Relationship Id="rId23" Type="http://schemas.openxmlformats.org/officeDocument/2006/relationships/oleObject" Target="../embeddings/oleObject11.bin"/><Relationship Id="rId28" Type="http://schemas.openxmlformats.org/officeDocument/2006/relationships/image" Target="../media/image26.wmf"/><Relationship Id="rId10" Type="http://schemas.openxmlformats.org/officeDocument/2006/relationships/image" Target="../media/image17.wmf"/><Relationship Id="rId19" Type="http://schemas.openxmlformats.org/officeDocument/2006/relationships/oleObject" Target="../embeddings/oleObject9.bin"/><Relationship Id="rId31" Type="http://schemas.openxmlformats.org/officeDocument/2006/relationships/oleObject" Target="../embeddings/oleObject15.bin"/><Relationship Id="rId4" Type="http://schemas.openxmlformats.org/officeDocument/2006/relationships/image" Target="../media/image14.wmf"/><Relationship Id="rId9" Type="http://schemas.openxmlformats.org/officeDocument/2006/relationships/oleObject" Target="../embeddings/oleObject4.bin"/><Relationship Id="rId14" Type="http://schemas.openxmlformats.org/officeDocument/2006/relationships/image" Target="../media/image19.wmf"/><Relationship Id="rId22" Type="http://schemas.openxmlformats.org/officeDocument/2006/relationships/image" Target="../media/image23.emf"/><Relationship Id="rId27" Type="http://schemas.openxmlformats.org/officeDocument/2006/relationships/oleObject" Target="../embeddings/oleObject13.bin"/><Relationship Id="rId30" Type="http://schemas.openxmlformats.org/officeDocument/2006/relationships/image" Target="../media/image27.wmf"/></Relationships>
</file>

<file path=ppt/slides/_rels/slide6.xml.rels><?xml version="1.0" encoding="UTF-8" standalone="yes"?>
<Relationships xmlns="http://schemas.openxmlformats.org/package/2006/relationships"><Relationship Id="rId3" Type="http://schemas.openxmlformats.org/officeDocument/2006/relationships/image" Target="../media/image30.emf"/><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8" Type="http://schemas.openxmlformats.org/officeDocument/2006/relationships/oleObject" Target="../embeddings/oleObject20.bin"/><Relationship Id="rId13" Type="http://schemas.openxmlformats.org/officeDocument/2006/relationships/image" Target="../media/image18.wmf"/><Relationship Id="rId18" Type="http://schemas.openxmlformats.org/officeDocument/2006/relationships/oleObject" Target="../embeddings/oleObject24.bin"/><Relationship Id="rId3" Type="http://schemas.openxmlformats.org/officeDocument/2006/relationships/image" Target="../media/image31.emf"/><Relationship Id="rId21" Type="http://schemas.openxmlformats.org/officeDocument/2006/relationships/image" Target="../media/image39.wmf"/><Relationship Id="rId7" Type="http://schemas.openxmlformats.org/officeDocument/2006/relationships/image" Target="../media/image33.wmf"/><Relationship Id="rId12" Type="http://schemas.openxmlformats.org/officeDocument/2006/relationships/oleObject" Target="../embeddings/oleObject5.bin"/><Relationship Id="rId17" Type="http://schemas.openxmlformats.org/officeDocument/2006/relationships/image" Target="../media/image37.wmf"/><Relationship Id="rId2" Type="http://schemas.openxmlformats.org/officeDocument/2006/relationships/oleObject" Target="../embeddings/oleObject17.bin"/><Relationship Id="rId16" Type="http://schemas.openxmlformats.org/officeDocument/2006/relationships/oleObject" Target="../embeddings/oleObject23.bin"/><Relationship Id="rId20" Type="http://schemas.openxmlformats.org/officeDocument/2006/relationships/oleObject" Target="../embeddings/oleObject25.bin"/><Relationship Id="rId1" Type="http://schemas.openxmlformats.org/officeDocument/2006/relationships/slideLayout" Target="../slideLayouts/slideLayout7.xml"/><Relationship Id="rId6" Type="http://schemas.openxmlformats.org/officeDocument/2006/relationships/oleObject" Target="../embeddings/oleObject19.bin"/><Relationship Id="rId11" Type="http://schemas.openxmlformats.org/officeDocument/2006/relationships/image" Target="../media/image35.wmf"/><Relationship Id="rId5" Type="http://schemas.openxmlformats.org/officeDocument/2006/relationships/image" Target="../media/image32.wmf"/><Relationship Id="rId15" Type="http://schemas.openxmlformats.org/officeDocument/2006/relationships/image" Target="../media/image36.wmf"/><Relationship Id="rId10" Type="http://schemas.openxmlformats.org/officeDocument/2006/relationships/oleObject" Target="../embeddings/oleObject21.bin"/><Relationship Id="rId19" Type="http://schemas.openxmlformats.org/officeDocument/2006/relationships/image" Target="../media/image38.wmf"/><Relationship Id="rId4" Type="http://schemas.openxmlformats.org/officeDocument/2006/relationships/oleObject" Target="../embeddings/oleObject18.bin"/><Relationship Id="rId9" Type="http://schemas.openxmlformats.org/officeDocument/2006/relationships/image" Target="../media/image34.wmf"/><Relationship Id="rId14" Type="http://schemas.openxmlformats.org/officeDocument/2006/relationships/oleObject" Target="../embeddings/oleObject22.bin"/></Relationships>
</file>

<file path=ppt/slides/_rels/slide8.xml.rels><?xml version="1.0" encoding="UTF-8" standalone="yes"?>
<Relationships xmlns="http://schemas.openxmlformats.org/package/2006/relationships"><Relationship Id="rId8" Type="http://schemas.openxmlformats.org/officeDocument/2006/relationships/image" Target="../media/image42.wmf"/><Relationship Id="rId13" Type="http://schemas.openxmlformats.org/officeDocument/2006/relationships/oleObject" Target="../embeddings/oleObject31.bin"/><Relationship Id="rId18" Type="http://schemas.openxmlformats.org/officeDocument/2006/relationships/image" Target="../media/image47.wmf"/><Relationship Id="rId3" Type="http://schemas.openxmlformats.org/officeDocument/2006/relationships/oleObject" Target="../embeddings/oleObject26.bin"/><Relationship Id="rId21" Type="http://schemas.openxmlformats.org/officeDocument/2006/relationships/oleObject" Target="../embeddings/oleObject35.bin"/><Relationship Id="rId7" Type="http://schemas.openxmlformats.org/officeDocument/2006/relationships/oleObject" Target="../embeddings/oleObject28.bin"/><Relationship Id="rId12" Type="http://schemas.openxmlformats.org/officeDocument/2006/relationships/image" Target="../media/image44.wmf"/><Relationship Id="rId17" Type="http://schemas.openxmlformats.org/officeDocument/2006/relationships/oleObject" Target="../embeddings/oleObject33.bin"/><Relationship Id="rId2" Type="http://schemas.openxmlformats.org/officeDocument/2006/relationships/notesSlide" Target="../notesSlides/notesSlide3.xml"/><Relationship Id="rId16" Type="http://schemas.openxmlformats.org/officeDocument/2006/relationships/image" Target="../media/image46.wmf"/><Relationship Id="rId20" Type="http://schemas.openxmlformats.org/officeDocument/2006/relationships/image" Target="../media/image48.wmf"/><Relationship Id="rId1" Type="http://schemas.openxmlformats.org/officeDocument/2006/relationships/slideLayout" Target="../slideLayouts/slideLayout7.xml"/><Relationship Id="rId6" Type="http://schemas.openxmlformats.org/officeDocument/2006/relationships/image" Target="../media/image41.wmf"/><Relationship Id="rId11" Type="http://schemas.openxmlformats.org/officeDocument/2006/relationships/oleObject" Target="../embeddings/oleObject30.bin"/><Relationship Id="rId5" Type="http://schemas.openxmlformats.org/officeDocument/2006/relationships/oleObject" Target="../embeddings/oleObject27.bin"/><Relationship Id="rId15" Type="http://schemas.openxmlformats.org/officeDocument/2006/relationships/oleObject" Target="../embeddings/oleObject32.bin"/><Relationship Id="rId10" Type="http://schemas.openxmlformats.org/officeDocument/2006/relationships/image" Target="../media/image43.wmf"/><Relationship Id="rId19" Type="http://schemas.openxmlformats.org/officeDocument/2006/relationships/oleObject" Target="../embeddings/oleObject34.bin"/><Relationship Id="rId4" Type="http://schemas.openxmlformats.org/officeDocument/2006/relationships/image" Target="../media/image40.wmf"/><Relationship Id="rId9" Type="http://schemas.openxmlformats.org/officeDocument/2006/relationships/oleObject" Target="../embeddings/oleObject29.bin"/><Relationship Id="rId14" Type="http://schemas.openxmlformats.org/officeDocument/2006/relationships/image" Target="../media/image45.wmf"/><Relationship Id="rId22" Type="http://schemas.openxmlformats.org/officeDocument/2006/relationships/image" Target="../media/image49.wmf"/></Relationships>
</file>

<file path=ppt/slides/_rels/slide9.xml.rels><?xml version="1.0" encoding="UTF-8" standalone="yes"?>
<Relationships xmlns="http://schemas.openxmlformats.org/package/2006/relationships"><Relationship Id="rId3" Type="http://schemas.openxmlformats.org/officeDocument/2006/relationships/image" Target="../media/image35.wmf"/><Relationship Id="rId2" Type="http://schemas.openxmlformats.org/officeDocument/2006/relationships/oleObject" Target="../embeddings/oleObject21.bin"/><Relationship Id="rId1" Type="http://schemas.openxmlformats.org/officeDocument/2006/relationships/slideLayout" Target="../slideLayouts/slideLayout7.xml"/><Relationship Id="rId5" Type="http://schemas.openxmlformats.org/officeDocument/2006/relationships/image" Target="../media/image50.wmf"/><Relationship Id="rId4" Type="http://schemas.openxmlformats.org/officeDocument/2006/relationships/oleObject" Target="../embeddings/oleObject36.bin"/></Relationships>
</file>

<file path=ppt/slides/_rels/slide10.xml.rels><?xml version="1.0" encoding="UTF-8" standalone="yes"?>
<Relationships xmlns="http://schemas.openxmlformats.org/package/2006/relationships"><Relationship Id="rId8" Type="http://schemas.openxmlformats.org/officeDocument/2006/relationships/oleObject" Target="../embeddings/oleObject39.bin"/><Relationship Id="rId13" Type="http://schemas.openxmlformats.org/officeDocument/2006/relationships/oleObject" Target="../embeddings/oleObject41.bin"/><Relationship Id="rId3" Type="http://schemas.openxmlformats.org/officeDocument/2006/relationships/image" Target="../media/image51.png"/><Relationship Id="rId7" Type="http://schemas.openxmlformats.org/officeDocument/2006/relationships/image" Target="../media/image53.wmf"/><Relationship Id="rId12" Type="http://schemas.openxmlformats.org/officeDocument/2006/relationships/image" Target="../media/image56.png"/><Relationship Id="rId2" Type="http://schemas.openxmlformats.org/officeDocument/2006/relationships/notesSlide" Target="../notesSlides/notesSlide4.xml"/><Relationship Id="rId16" Type="http://schemas.openxmlformats.org/officeDocument/2006/relationships/image" Target="../media/image58.wmf"/><Relationship Id="rId1" Type="http://schemas.openxmlformats.org/officeDocument/2006/relationships/slideLayout" Target="../slideLayouts/slideLayout7.xml"/><Relationship Id="rId6" Type="http://schemas.openxmlformats.org/officeDocument/2006/relationships/oleObject" Target="../embeddings/oleObject38.bin"/><Relationship Id="rId11" Type="http://schemas.openxmlformats.org/officeDocument/2006/relationships/image" Target="../media/image55.wmf"/><Relationship Id="rId5" Type="http://schemas.openxmlformats.org/officeDocument/2006/relationships/image" Target="../media/image52.wmf"/><Relationship Id="rId15" Type="http://schemas.openxmlformats.org/officeDocument/2006/relationships/oleObject" Target="../embeddings/oleObject42.bin"/><Relationship Id="rId10" Type="http://schemas.openxmlformats.org/officeDocument/2006/relationships/oleObject" Target="../embeddings/oleObject40.bin"/><Relationship Id="rId4" Type="http://schemas.openxmlformats.org/officeDocument/2006/relationships/oleObject" Target="../embeddings/oleObject37.bin"/><Relationship Id="rId9" Type="http://schemas.openxmlformats.org/officeDocument/2006/relationships/image" Target="../media/image54.wmf"/><Relationship Id="rId14" Type="http://schemas.openxmlformats.org/officeDocument/2006/relationships/image" Target="../media/image57.wmf"/></Relationships>
</file>

<file path=ppt/slides/_rels/slide11.xml.rels><?xml version="1.0" encoding="UTF-8" standalone="yes"?>
<Relationships xmlns="http://schemas.openxmlformats.org/package/2006/relationships"><Relationship Id="rId3" Type="http://schemas.openxmlformats.org/officeDocument/2006/relationships/image" Target="../media/image59.emf"/><Relationship Id="rId2" Type="http://schemas.openxmlformats.org/officeDocument/2006/relationships/notesSlide" Target="../notesSlides/notesSlide5.xml"/><Relationship Id="rId1" Type="http://schemas.openxmlformats.org/officeDocument/2006/relationships/slideLayout" Target="../slideLayouts/slideLayout7.xml"/><Relationship Id="rId6" Type="http://schemas.openxmlformats.org/officeDocument/2006/relationships/image" Target="../media/image61.wmf"/><Relationship Id="rId5" Type="http://schemas.openxmlformats.org/officeDocument/2006/relationships/oleObject" Target="../embeddings/oleObject43.bin"/><Relationship Id="rId4" Type="http://schemas.openxmlformats.org/officeDocument/2006/relationships/image" Target="../media/image60.png"/></Relationships>
</file>

<file path=ppt/slides/_rels/slide12.xml.rels><?xml version="1.0" encoding="UTF-8" standalone="yes"?>
<Relationships xmlns="http://schemas.openxmlformats.org/package/2006/relationships"><Relationship Id="rId8" Type="http://schemas.openxmlformats.org/officeDocument/2006/relationships/oleObject" Target="../embeddings/oleObject46.bin"/><Relationship Id="rId13" Type="http://schemas.openxmlformats.org/officeDocument/2006/relationships/image" Target="../media/image68.wmf"/><Relationship Id="rId3" Type="http://schemas.openxmlformats.org/officeDocument/2006/relationships/image" Target="../media/image63.png"/><Relationship Id="rId7" Type="http://schemas.openxmlformats.org/officeDocument/2006/relationships/image" Target="../media/image65.wmf"/><Relationship Id="rId12" Type="http://schemas.openxmlformats.org/officeDocument/2006/relationships/oleObject" Target="../embeddings/oleObject48.bin"/><Relationship Id="rId17" Type="http://schemas.openxmlformats.org/officeDocument/2006/relationships/image" Target="../media/image70.wmf"/><Relationship Id="rId2" Type="http://schemas.openxmlformats.org/officeDocument/2006/relationships/image" Target="../media/image62.png"/><Relationship Id="rId16" Type="http://schemas.openxmlformats.org/officeDocument/2006/relationships/oleObject" Target="../embeddings/oleObject50.bin"/><Relationship Id="rId1" Type="http://schemas.openxmlformats.org/officeDocument/2006/relationships/slideLayout" Target="../slideLayouts/slideLayout7.xml"/><Relationship Id="rId6" Type="http://schemas.openxmlformats.org/officeDocument/2006/relationships/oleObject" Target="../embeddings/oleObject45.bin"/><Relationship Id="rId11" Type="http://schemas.openxmlformats.org/officeDocument/2006/relationships/image" Target="../media/image67.wmf"/><Relationship Id="rId5" Type="http://schemas.openxmlformats.org/officeDocument/2006/relationships/image" Target="../media/image64.wmf"/><Relationship Id="rId15" Type="http://schemas.openxmlformats.org/officeDocument/2006/relationships/image" Target="../media/image69.wmf"/><Relationship Id="rId10" Type="http://schemas.openxmlformats.org/officeDocument/2006/relationships/oleObject" Target="../embeddings/oleObject47.bin"/><Relationship Id="rId4" Type="http://schemas.openxmlformats.org/officeDocument/2006/relationships/oleObject" Target="../embeddings/oleObject44.bin"/><Relationship Id="rId9" Type="http://schemas.openxmlformats.org/officeDocument/2006/relationships/image" Target="../media/image66.wmf"/><Relationship Id="rId14" Type="http://schemas.openxmlformats.org/officeDocument/2006/relationships/oleObject" Target="../embeddings/oleObject49.bin"/></Relationships>
</file>

<file path=ppt/slides/_rels/slide13.xml.rels><?xml version="1.0" encoding="UTF-8" standalone="yes"?>
<Relationships xmlns="http://schemas.openxmlformats.org/package/2006/relationships"><Relationship Id="rId8" Type="http://schemas.openxmlformats.org/officeDocument/2006/relationships/image" Target="../media/image74.wmf"/><Relationship Id="rId13" Type="http://schemas.openxmlformats.org/officeDocument/2006/relationships/oleObject" Target="../embeddings/oleObject56.bin"/><Relationship Id="rId18" Type="http://schemas.openxmlformats.org/officeDocument/2006/relationships/image" Target="../media/image79.wmf"/><Relationship Id="rId3" Type="http://schemas.openxmlformats.org/officeDocument/2006/relationships/oleObject" Target="../embeddings/oleObject51.bin"/><Relationship Id="rId7" Type="http://schemas.openxmlformats.org/officeDocument/2006/relationships/oleObject" Target="../embeddings/oleObject53.bin"/><Relationship Id="rId12" Type="http://schemas.openxmlformats.org/officeDocument/2006/relationships/image" Target="../media/image76.wmf"/><Relationship Id="rId17" Type="http://schemas.openxmlformats.org/officeDocument/2006/relationships/oleObject" Target="../embeddings/oleObject58.bin"/><Relationship Id="rId2" Type="http://schemas.openxmlformats.org/officeDocument/2006/relationships/image" Target="../media/image71.png"/><Relationship Id="rId16" Type="http://schemas.openxmlformats.org/officeDocument/2006/relationships/image" Target="../media/image78.wmf"/><Relationship Id="rId1" Type="http://schemas.openxmlformats.org/officeDocument/2006/relationships/slideLayout" Target="../slideLayouts/slideLayout7.xml"/><Relationship Id="rId6" Type="http://schemas.openxmlformats.org/officeDocument/2006/relationships/image" Target="../media/image73.wmf"/><Relationship Id="rId11" Type="http://schemas.openxmlformats.org/officeDocument/2006/relationships/oleObject" Target="../embeddings/oleObject55.bin"/><Relationship Id="rId5" Type="http://schemas.openxmlformats.org/officeDocument/2006/relationships/oleObject" Target="../embeddings/oleObject52.bin"/><Relationship Id="rId15" Type="http://schemas.openxmlformats.org/officeDocument/2006/relationships/oleObject" Target="../embeddings/oleObject57.bin"/><Relationship Id="rId10" Type="http://schemas.openxmlformats.org/officeDocument/2006/relationships/image" Target="../media/image75.wmf"/><Relationship Id="rId4" Type="http://schemas.openxmlformats.org/officeDocument/2006/relationships/image" Target="../media/image72.wmf"/><Relationship Id="rId9" Type="http://schemas.openxmlformats.org/officeDocument/2006/relationships/oleObject" Target="../embeddings/oleObject54.bin"/><Relationship Id="rId14" Type="http://schemas.openxmlformats.org/officeDocument/2006/relationships/image" Target="../media/image77.wmf"/></Relationships>
</file>

<file path=ppt/slides/_rels/slide14.xml.rels><?xml version="1.0" encoding="UTF-8" standalone="yes"?>
<Relationships xmlns="http://schemas.openxmlformats.org/package/2006/relationships"><Relationship Id="rId8" Type="http://schemas.openxmlformats.org/officeDocument/2006/relationships/image" Target="../media/image82.wmf"/><Relationship Id="rId3" Type="http://schemas.openxmlformats.org/officeDocument/2006/relationships/oleObject" Target="../embeddings/oleObject59.bin"/><Relationship Id="rId7" Type="http://schemas.openxmlformats.org/officeDocument/2006/relationships/oleObject" Target="../embeddings/oleObject61.bin"/><Relationship Id="rId12" Type="http://schemas.openxmlformats.org/officeDocument/2006/relationships/image" Target="../media/image84.wmf"/><Relationship Id="rId2" Type="http://schemas.openxmlformats.org/officeDocument/2006/relationships/image" Target="../media/image63.png"/><Relationship Id="rId1" Type="http://schemas.openxmlformats.org/officeDocument/2006/relationships/slideLayout" Target="../slideLayouts/slideLayout7.xml"/><Relationship Id="rId6" Type="http://schemas.openxmlformats.org/officeDocument/2006/relationships/image" Target="../media/image81.wmf"/><Relationship Id="rId11" Type="http://schemas.openxmlformats.org/officeDocument/2006/relationships/oleObject" Target="../embeddings/oleObject63.bin"/><Relationship Id="rId5" Type="http://schemas.openxmlformats.org/officeDocument/2006/relationships/oleObject" Target="../embeddings/oleObject60.bin"/><Relationship Id="rId10" Type="http://schemas.openxmlformats.org/officeDocument/2006/relationships/image" Target="../media/image83.wmf"/><Relationship Id="rId4" Type="http://schemas.openxmlformats.org/officeDocument/2006/relationships/image" Target="../media/image80.wmf"/><Relationship Id="rId9" Type="http://schemas.openxmlformats.org/officeDocument/2006/relationships/oleObject" Target="../embeddings/oleObject62.bin"/></Relationships>
</file>

<file path=ppt/slides/_rels/slide15.xml.rels><?xml version="1.0" encoding="UTF-8" standalone="yes"?>
<Relationships xmlns="http://schemas.openxmlformats.org/package/2006/relationships"><Relationship Id="rId8" Type="http://schemas.openxmlformats.org/officeDocument/2006/relationships/image" Target="../media/image88.wmf"/><Relationship Id="rId3" Type="http://schemas.openxmlformats.org/officeDocument/2006/relationships/oleObject" Target="../embeddings/oleObject64.bin"/><Relationship Id="rId7" Type="http://schemas.openxmlformats.org/officeDocument/2006/relationships/oleObject" Target="../embeddings/oleObject66.bin"/><Relationship Id="rId12" Type="http://schemas.openxmlformats.org/officeDocument/2006/relationships/image" Target="../media/image90.wmf"/><Relationship Id="rId2" Type="http://schemas.openxmlformats.org/officeDocument/2006/relationships/image" Target="../media/image85.png"/><Relationship Id="rId1" Type="http://schemas.openxmlformats.org/officeDocument/2006/relationships/slideLayout" Target="../slideLayouts/slideLayout7.xml"/><Relationship Id="rId6" Type="http://schemas.openxmlformats.org/officeDocument/2006/relationships/image" Target="../media/image87.wmf"/><Relationship Id="rId11" Type="http://schemas.openxmlformats.org/officeDocument/2006/relationships/oleObject" Target="../embeddings/oleObject68.bin"/><Relationship Id="rId5" Type="http://schemas.openxmlformats.org/officeDocument/2006/relationships/oleObject" Target="../embeddings/oleObject65.bin"/><Relationship Id="rId10" Type="http://schemas.openxmlformats.org/officeDocument/2006/relationships/image" Target="../media/image89.wmf"/><Relationship Id="rId4" Type="http://schemas.openxmlformats.org/officeDocument/2006/relationships/image" Target="../media/image86.wmf"/><Relationship Id="rId9" Type="http://schemas.openxmlformats.org/officeDocument/2006/relationships/oleObject" Target="../embeddings/oleObject67.bin"/></Relationships>
</file>

<file path=ppt/slides/_rels/slide16.xml.rels><?xml version="1.0" encoding="UTF-8" standalone="yes"?>
<Relationships xmlns="http://schemas.openxmlformats.org/package/2006/relationships"><Relationship Id="rId8" Type="http://schemas.openxmlformats.org/officeDocument/2006/relationships/image" Target="../media/image93.wmf"/><Relationship Id="rId3" Type="http://schemas.openxmlformats.org/officeDocument/2006/relationships/image" Target="../media/image91.wmf"/><Relationship Id="rId7" Type="http://schemas.openxmlformats.org/officeDocument/2006/relationships/oleObject" Target="../embeddings/oleObject71.bin"/><Relationship Id="rId2" Type="http://schemas.openxmlformats.org/officeDocument/2006/relationships/oleObject" Target="../embeddings/oleObject69.bin"/><Relationship Id="rId1" Type="http://schemas.openxmlformats.org/officeDocument/2006/relationships/slideLayout" Target="../slideLayouts/slideLayout7.xml"/><Relationship Id="rId6" Type="http://schemas.openxmlformats.org/officeDocument/2006/relationships/image" Target="../media/image85.png"/><Relationship Id="rId5" Type="http://schemas.openxmlformats.org/officeDocument/2006/relationships/image" Target="../media/image92.wmf"/><Relationship Id="rId10" Type="http://schemas.openxmlformats.org/officeDocument/2006/relationships/image" Target="../media/image94.wmf"/><Relationship Id="rId4" Type="http://schemas.openxmlformats.org/officeDocument/2006/relationships/oleObject" Target="../embeddings/oleObject70.bin"/><Relationship Id="rId9" Type="http://schemas.openxmlformats.org/officeDocument/2006/relationships/oleObject" Target="../embeddings/oleObject72.bin"/></Relationships>
</file>

<file path=ppt/slides/_rels/slide17.xml.rels><?xml version="1.0" encoding="UTF-8" standalone="yes"?>
<Relationships xmlns="http://schemas.openxmlformats.org/package/2006/relationships"><Relationship Id="rId8" Type="http://schemas.openxmlformats.org/officeDocument/2006/relationships/oleObject" Target="../embeddings/oleObject75.bin"/><Relationship Id="rId13" Type="http://schemas.openxmlformats.org/officeDocument/2006/relationships/image" Target="../media/image99.wmf"/><Relationship Id="rId3" Type="http://schemas.openxmlformats.org/officeDocument/2006/relationships/image" Target="../media/image96.png"/><Relationship Id="rId7" Type="http://schemas.openxmlformats.org/officeDocument/2006/relationships/image" Target="../media/image96.wmf"/><Relationship Id="rId12" Type="http://schemas.openxmlformats.org/officeDocument/2006/relationships/oleObject" Target="../embeddings/oleObject77.bin"/><Relationship Id="rId2" Type="http://schemas.openxmlformats.org/officeDocument/2006/relationships/image" Target="../media/image95.png"/><Relationship Id="rId1" Type="http://schemas.openxmlformats.org/officeDocument/2006/relationships/slideLayout" Target="../slideLayouts/slideLayout7.xml"/><Relationship Id="rId6" Type="http://schemas.openxmlformats.org/officeDocument/2006/relationships/oleObject" Target="../embeddings/oleObject74.bin"/><Relationship Id="rId11" Type="http://schemas.openxmlformats.org/officeDocument/2006/relationships/image" Target="../media/image98.wmf"/><Relationship Id="rId5" Type="http://schemas.openxmlformats.org/officeDocument/2006/relationships/image" Target="../media/image95.wmf"/><Relationship Id="rId15" Type="http://schemas.openxmlformats.org/officeDocument/2006/relationships/image" Target="../media/image100.wmf"/><Relationship Id="rId10" Type="http://schemas.openxmlformats.org/officeDocument/2006/relationships/oleObject" Target="../embeddings/oleObject76.bin"/><Relationship Id="rId4" Type="http://schemas.openxmlformats.org/officeDocument/2006/relationships/oleObject" Target="../embeddings/oleObject73.bin"/><Relationship Id="rId9" Type="http://schemas.openxmlformats.org/officeDocument/2006/relationships/image" Target="../media/image97.wmf"/><Relationship Id="rId14" Type="http://schemas.openxmlformats.org/officeDocument/2006/relationships/oleObject" Target="../embeddings/oleObject78.bin"/></Relationships>
</file>

<file path=ppt/slides/_rels/slide18.xml.rels><?xml version="1.0" encoding="UTF-8" standalone="yes"?>
<Relationships xmlns="http://schemas.openxmlformats.org/package/2006/relationships"><Relationship Id="rId8" Type="http://schemas.openxmlformats.org/officeDocument/2006/relationships/image" Target="../media/image103.png"/><Relationship Id="rId3" Type="http://schemas.openxmlformats.org/officeDocument/2006/relationships/image" Target="../media/image101.emf"/><Relationship Id="rId7" Type="http://schemas.openxmlformats.org/officeDocument/2006/relationships/image" Target="../media/image39.wmf"/><Relationship Id="rId2" Type="http://schemas.openxmlformats.org/officeDocument/2006/relationships/notesSlide" Target="../notesSlides/notesSlide6.xml"/><Relationship Id="rId1" Type="http://schemas.openxmlformats.org/officeDocument/2006/relationships/slideLayout" Target="../slideLayouts/slideLayout7.xml"/><Relationship Id="rId6" Type="http://schemas.openxmlformats.org/officeDocument/2006/relationships/oleObject" Target="../embeddings/oleObject25.bin"/><Relationship Id="rId5" Type="http://schemas.openxmlformats.org/officeDocument/2006/relationships/image" Target="../media/image102.wmf"/><Relationship Id="rId10" Type="http://schemas.openxmlformats.org/officeDocument/2006/relationships/image" Target="../media/image105.png"/><Relationship Id="rId4" Type="http://schemas.openxmlformats.org/officeDocument/2006/relationships/oleObject" Target="../embeddings/oleObject79.bin"/><Relationship Id="rId9" Type="http://schemas.openxmlformats.org/officeDocument/2006/relationships/image" Target="../media/image104.emf"/></Relationships>
</file>

<file path=ppt/slides/_rels/slide19.xml.rels><?xml version="1.0" encoding="UTF-8" standalone="yes"?>
<Relationships xmlns="http://schemas.openxmlformats.org/package/2006/relationships"><Relationship Id="rId3" Type="http://schemas.openxmlformats.org/officeDocument/2006/relationships/image" Target="../media/image107.png"/><Relationship Id="rId2" Type="http://schemas.openxmlformats.org/officeDocument/2006/relationships/image" Target="../media/image106.png"/><Relationship Id="rId1" Type="http://schemas.openxmlformats.org/officeDocument/2006/relationships/slideLayout" Target="../slideLayouts/slideLayout13.xml"/></Relationships>
</file>

<file path=ppt/slides/_rels/slide20.xml.rels><?xml version="1.0" encoding="UTF-8" standalone="yes"?>
<Relationships xmlns="http://schemas.openxmlformats.org/package/2006/relationships"><Relationship Id="rId8" Type="http://schemas.openxmlformats.org/officeDocument/2006/relationships/oleObject" Target="../embeddings/oleObject82.bin"/><Relationship Id="rId3" Type="http://schemas.openxmlformats.org/officeDocument/2006/relationships/image" Target="../media/image109.png"/><Relationship Id="rId7" Type="http://schemas.openxmlformats.org/officeDocument/2006/relationships/image" Target="../media/image111.wmf"/><Relationship Id="rId12" Type="http://schemas.openxmlformats.org/officeDocument/2006/relationships/image" Target="../media/image115.png"/><Relationship Id="rId2" Type="http://schemas.openxmlformats.org/officeDocument/2006/relationships/image" Target="../media/image108.png"/><Relationship Id="rId1" Type="http://schemas.openxmlformats.org/officeDocument/2006/relationships/slideLayout" Target="../slideLayouts/slideLayout7.xml"/><Relationship Id="rId6" Type="http://schemas.openxmlformats.org/officeDocument/2006/relationships/oleObject" Target="../embeddings/oleObject81.bin"/><Relationship Id="rId11" Type="http://schemas.openxmlformats.org/officeDocument/2006/relationships/image" Target="../media/image114.png"/><Relationship Id="rId5" Type="http://schemas.openxmlformats.org/officeDocument/2006/relationships/image" Target="../media/image110.wmf"/><Relationship Id="rId10" Type="http://schemas.openxmlformats.org/officeDocument/2006/relationships/image" Target="../media/image113.png"/><Relationship Id="rId4" Type="http://schemas.openxmlformats.org/officeDocument/2006/relationships/oleObject" Target="../embeddings/oleObject80.bin"/><Relationship Id="rId9" Type="http://schemas.openxmlformats.org/officeDocument/2006/relationships/image" Target="../media/image112.wmf"/></Relationships>
</file>

<file path=ppt/slides/_rels/slide21.xml.rels><?xml version="1.0" encoding="UTF-8" standalone="yes"?>
<Relationships xmlns="http://schemas.openxmlformats.org/package/2006/relationships"><Relationship Id="rId8" Type="http://schemas.openxmlformats.org/officeDocument/2006/relationships/oleObject" Target="../embeddings/oleObject85.bin"/><Relationship Id="rId13" Type="http://schemas.openxmlformats.org/officeDocument/2006/relationships/image" Target="../media/image123.png"/><Relationship Id="rId3" Type="http://schemas.openxmlformats.org/officeDocument/2006/relationships/image" Target="../media/image117.emf"/><Relationship Id="rId7" Type="http://schemas.openxmlformats.org/officeDocument/2006/relationships/image" Target="../media/image119.wmf"/><Relationship Id="rId12" Type="http://schemas.openxmlformats.org/officeDocument/2006/relationships/image" Target="../media/image122.png"/><Relationship Id="rId2" Type="http://schemas.openxmlformats.org/officeDocument/2006/relationships/image" Target="../media/image116.png"/><Relationship Id="rId1" Type="http://schemas.openxmlformats.org/officeDocument/2006/relationships/slideLayout" Target="../slideLayouts/slideLayout7.xml"/><Relationship Id="rId6" Type="http://schemas.openxmlformats.org/officeDocument/2006/relationships/oleObject" Target="../embeddings/oleObject84.bin"/><Relationship Id="rId11" Type="http://schemas.openxmlformats.org/officeDocument/2006/relationships/image" Target="../media/image121.wmf"/><Relationship Id="rId5" Type="http://schemas.openxmlformats.org/officeDocument/2006/relationships/image" Target="../media/image118.wmf"/><Relationship Id="rId10" Type="http://schemas.openxmlformats.org/officeDocument/2006/relationships/oleObject" Target="../embeddings/oleObject86.bin"/><Relationship Id="rId4" Type="http://schemas.openxmlformats.org/officeDocument/2006/relationships/oleObject" Target="../embeddings/oleObject83.bin"/><Relationship Id="rId9" Type="http://schemas.openxmlformats.org/officeDocument/2006/relationships/image" Target="../media/image120.emf"/><Relationship Id="rId14" Type="http://schemas.openxmlformats.org/officeDocument/2006/relationships/image" Target="../media/image124.emf"/></Relationships>
</file>

<file path=ppt/slides/_rels/slide22.xml.rels><?xml version="1.0" encoding="UTF-8" standalone="yes"?>
<Relationships xmlns="http://schemas.openxmlformats.org/package/2006/relationships"><Relationship Id="rId8" Type="http://schemas.openxmlformats.org/officeDocument/2006/relationships/oleObject" Target="../embeddings/oleObject89.bin"/><Relationship Id="rId13" Type="http://schemas.openxmlformats.org/officeDocument/2006/relationships/image" Target="../media/image131.wmf"/><Relationship Id="rId3" Type="http://schemas.openxmlformats.org/officeDocument/2006/relationships/image" Target="../media/image126.emf"/><Relationship Id="rId7" Type="http://schemas.openxmlformats.org/officeDocument/2006/relationships/image" Target="../media/image128.wmf"/><Relationship Id="rId12" Type="http://schemas.openxmlformats.org/officeDocument/2006/relationships/oleObject" Target="../embeddings/oleObject91.bin"/><Relationship Id="rId2" Type="http://schemas.openxmlformats.org/officeDocument/2006/relationships/image" Target="../media/image125.emf"/><Relationship Id="rId1" Type="http://schemas.openxmlformats.org/officeDocument/2006/relationships/slideLayout" Target="../slideLayouts/slideLayout7.xml"/><Relationship Id="rId6" Type="http://schemas.openxmlformats.org/officeDocument/2006/relationships/oleObject" Target="../embeddings/oleObject88.bin"/><Relationship Id="rId11" Type="http://schemas.openxmlformats.org/officeDocument/2006/relationships/image" Target="../media/image130.wmf"/><Relationship Id="rId5" Type="http://schemas.openxmlformats.org/officeDocument/2006/relationships/image" Target="../media/image127.wmf"/><Relationship Id="rId10" Type="http://schemas.openxmlformats.org/officeDocument/2006/relationships/oleObject" Target="../embeddings/oleObject90.bin"/><Relationship Id="rId4" Type="http://schemas.openxmlformats.org/officeDocument/2006/relationships/oleObject" Target="../embeddings/oleObject87.bin"/><Relationship Id="rId9" Type="http://schemas.openxmlformats.org/officeDocument/2006/relationships/image" Target="../media/image129.wmf"/></Relationships>
</file>

<file path=ppt/slides/_rels/slide23.xml.rels><?xml version="1.0" encoding="UTF-8" standalone="yes"?>
<Relationships xmlns="http://schemas.openxmlformats.org/package/2006/relationships"><Relationship Id="rId3" Type="http://schemas.openxmlformats.org/officeDocument/2006/relationships/image" Target="../media/image132.wmf"/><Relationship Id="rId2" Type="http://schemas.openxmlformats.org/officeDocument/2006/relationships/oleObject" Target="../embeddings/oleObject92.bin"/><Relationship Id="rId1" Type="http://schemas.openxmlformats.org/officeDocument/2006/relationships/slideLayout" Target="../slideLayouts/slideLayout7.xml"/><Relationship Id="rId6" Type="http://schemas.openxmlformats.org/officeDocument/2006/relationships/image" Target="../media/image135.png"/><Relationship Id="rId5" Type="http://schemas.openxmlformats.org/officeDocument/2006/relationships/image" Target="../media/image134.emf"/><Relationship Id="rId4" Type="http://schemas.openxmlformats.org/officeDocument/2006/relationships/image" Target="../media/image133.emf"/></Relationships>
</file>

<file path=ppt/slides/_rels/slide24.xml.rels><?xml version="1.0" encoding="UTF-8" standalone="yes"?>
<Relationships xmlns="http://schemas.openxmlformats.org/package/2006/relationships"><Relationship Id="rId8" Type="http://schemas.openxmlformats.org/officeDocument/2006/relationships/image" Target="../media/image139.wmf"/><Relationship Id="rId13" Type="http://schemas.openxmlformats.org/officeDocument/2006/relationships/oleObject" Target="../embeddings/oleObject98.bin"/><Relationship Id="rId18" Type="http://schemas.openxmlformats.org/officeDocument/2006/relationships/image" Target="../media/image144.wmf"/><Relationship Id="rId3" Type="http://schemas.openxmlformats.org/officeDocument/2006/relationships/image" Target="../media/image136.wmf"/><Relationship Id="rId7" Type="http://schemas.openxmlformats.org/officeDocument/2006/relationships/oleObject" Target="../embeddings/oleObject95.bin"/><Relationship Id="rId12" Type="http://schemas.openxmlformats.org/officeDocument/2006/relationships/image" Target="../media/image141.wmf"/><Relationship Id="rId17" Type="http://schemas.openxmlformats.org/officeDocument/2006/relationships/oleObject" Target="../embeddings/oleObject100.bin"/><Relationship Id="rId2" Type="http://schemas.openxmlformats.org/officeDocument/2006/relationships/oleObject" Target="../embeddings/oleObject93.bin"/><Relationship Id="rId16" Type="http://schemas.openxmlformats.org/officeDocument/2006/relationships/image" Target="../media/image143.wmf"/><Relationship Id="rId20" Type="http://schemas.openxmlformats.org/officeDocument/2006/relationships/image" Target="../media/image145.wmf"/><Relationship Id="rId1" Type="http://schemas.openxmlformats.org/officeDocument/2006/relationships/slideLayout" Target="../slideLayouts/slideLayout7.xml"/><Relationship Id="rId6" Type="http://schemas.openxmlformats.org/officeDocument/2006/relationships/image" Target="../media/image138.wmf"/><Relationship Id="rId11" Type="http://schemas.openxmlformats.org/officeDocument/2006/relationships/oleObject" Target="../embeddings/oleObject97.bin"/><Relationship Id="rId5" Type="http://schemas.openxmlformats.org/officeDocument/2006/relationships/oleObject" Target="../embeddings/oleObject94.bin"/><Relationship Id="rId15" Type="http://schemas.openxmlformats.org/officeDocument/2006/relationships/oleObject" Target="../embeddings/oleObject99.bin"/><Relationship Id="rId10" Type="http://schemas.openxmlformats.org/officeDocument/2006/relationships/image" Target="../media/image140.wmf"/><Relationship Id="rId19" Type="http://schemas.openxmlformats.org/officeDocument/2006/relationships/oleObject" Target="../embeddings/oleObject101.bin"/><Relationship Id="rId4" Type="http://schemas.openxmlformats.org/officeDocument/2006/relationships/image" Target="../media/image137.emf"/><Relationship Id="rId9" Type="http://schemas.openxmlformats.org/officeDocument/2006/relationships/oleObject" Target="../embeddings/oleObject96.bin"/><Relationship Id="rId14" Type="http://schemas.openxmlformats.org/officeDocument/2006/relationships/image" Target="../media/image142.wmf"/></Relationships>
</file>

<file path=ppt/slides/_rels/slide25.xml.rels><?xml version="1.0" encoding="UTF-8" standalone="yes"?>
<Relationships xmlns="http://schemas.openxmlformats.org/package/2006/relationships"><Relationship Id="rId8" Type="http://schemas.openxmlformats.org/officeDocument/2006/relationships/image" Target="../media/image149.wmf"/><Relationship Id="rId13" Type="http://schemas.openxmlformats.org/officeDocument/2006/relationships/oleObject" Target="../embeddings/oleObject107.bin"/><Relationship Id="rId18" Type="http://schemas.openxmlformats.org/officeDocument/2006/relationships/image" Target="../media/image154.wmf"/><Relationship Id="rId3" Type="http://schemas.openxmlformats.org/officeDocument/2006/relationships/image" Target="../media/image146.wmf"/><Relationship Id="rId7" Type="http://schemas.openxmlformats.org/officeDocument/2006/relationships/oleObject" Target="../embeddings/oleObject104.bin"/><Relationship Id="rId12" Type="http://schemas.openxmlformats.org/officeDocument/2006/relationships/image" Target="../media/image151.wmf"/><Relationship Id="rId17" Type="http://schemas.openxmlformats.org/officeDocument/2006/relationships/oleObject" Target="../embeddings/oleObject109.bin"/><Relationship Id="rId2" Type="http://schemas.openxmlformats.org/officeDocument/2006/relationships/oleObject" Target="../embeddings/oleObject102.bin"/><Relationship Id="rId16" Type="http://schemas.openxmlformats.org/officeDocument/2006/relationships/image" Target="../media/image153.wmf"/><Relationship Id="rId20" Type="http://schemas.openxmlformats.org/officeDocument/2006/relationships/image" Target="../media/image155.wmf"/><Relationship Id="rId1" Type="http://schemas.openxmlformats.org/officeDocument/2006/relationships/slideLayout" Target="../slideLayouts/slideLayout7.xml"/><Relationship Id="rId6" Type="http://schemas.openxmlformats.org/officeDocument/2006/relationships/image" Target="../media/image148.wmf"/><Relationship Id="rId11" Type="http://schemas.openxmlformats.org/officeDocument/2006/relationships/oleObject" Target="../embeddings/oleObject106.bin"/><Relationship Id="rId5" Type="http://schemas.openxmlformats.org/officeDocument/2006/relationships/oleObject" Target="../embeddings/oleObject103.bin"/><Relationship Id="rId15" Type="http://schemas.openxmlformats.org/officeDocument/2006/relationships/oleObject" Target="../embeddings/oleObject108.bin"/><Relationship Id="rId10" Type="http://schemas.openxmlformats.org/officeDocument/2006/relationships/image" Target="../media/image150.wmf"/><Relationship Id="rId19" Type="http://schemas.openxmlformats.org/officeDocument/2006/relationships/oleObject" Target="../embeddings/oleObject110.bin"/><Relationship Id="rId4" Type="http://schemas.openxmlformats.org/officeDocument/2006/relationships/image" Target="../media/image147.png"/><Relationship Id="rId9" Type="http://schemas.openxmlformats.org/officeDocument/2006/relationships/oleObject" Target="../embeddings/oleObject105.bin"/><Relationship Id="rId14" Type="http://schemas.openxmlformats.org/officeDocument/2006/relationships/image" Target="../media/image152.wmf"/></Relationships>
</file>

<file path=ppt/slides/_rels/slide26.xml.rels><?xml version="1.0" encoding="UTF-8" standalone="yes"?>
<Relationships xmlns="http://schemas.openxmlformats.org/package/2006/relationships"><Relationship Id="rId8" Type="http://schemas.openxmlformats.org/officeDocument/2006/relationships/image" Target="../media/image158.wmf"/><Relationship Id="rId3" Type="http://schemas.openxmlformats.org/officeDocument/2006/relationships/oleObject" Target="../embeddings/oleObject111.bin"/><Relationship Id="rId7" Type="http://schemas.openxmlformats.org/officeDocument/2006/relationships/oleObject" Target="../embeddings/oleObject113.bin"/><Relationship Id="rId2" Type="http://schemas.openxmlformats.org/officeDocument/2006/relationships/image" Target="../media/image137.emf"/><Relationship Id="rId1" Type="http://schemas.openxmlformats.org/officeDocument/2006/relationships/slideLayout" Target="../slideLayouts/slideLayout7.xml"/><Relationship Id="rId6" Type="http://schemas.openxmlformats.org/officeDocument/2006/relationships/image" Target="../media/image157.wmf"/><Relationship Id="rId5" Type="http://schemas.openxmlformats.org/officeDocument/2006/relationships/oleObject" Target="../embeddings/oleObject112.bin"/><Relationship Id="rId10" Type="http://schemas.openxmlformats.org/officeDocument/2006/relationships/image" Target="../media/image159.wmf"/><Relationship Id="rId4" Type="http://schemas.openxmlformats.org/officeDocument/2006/relationships/image" Target="../media/image156.wmf"/><Relationship Id="rId9" Type="http://schemas.openxmlformats.org/officeDocument/2006/relationships/oleObject" Target="../embeddings/oleObject114.bin"/></Relationships>
</file>

<file path=ppt/slides/_rels/slide27.xml.rels><?xml version="1.0" encoding="UTF-8" standalone="yes"?>
<Relationships xmlns="http://schemas.openxmlformats.org/package/2006/relationships"><Relationship Id="rId8" Type="http://schemas.openxmlformats.org/officeDocument/2006/relationships/oleObject" Target="../embeddings/oleObject117.bin"/><Relationship Id="rId13" Type="http://schemas.openxmlformats.org/officeDocument/2006/relationships/image" Target="../media/image145.wmf"/><Relationship Id="rId3" Type="http://schemas.openxmlformats.org/officeDocument/2006/relationships/image" Target="../media/image160.wmf"/><Relationship Id="rId7" Type="http://schemas.openxmlformats.org/officeDocument/2006/relationships/image" Target="../media/image161.wmf"/><Relationship Id="rId12" Type="http://schemas.openxmlformats.org/officeDocument/2006/relationships/oleObject" Target="../embeddings/oleObject101.bin"/><Relationship Id="rId17" Type="http://schemas.openxmlformats.org/officeDocument/2006/relationships/image" Target="../media/image165.wmf"/><Relationship Id="rId2" Type="http://schemas.openxmlformats.org/officeDocument/2006/relationships/oleObject" Target="../embeddings/oleObject115.bin"/><Relationship Id="rId16" Type="http://schemas.openxmlformats.org/officeDocument/2006/relationships/oleObject" Target="../embeddings/oleObject120.bin"/><Relationship Id="rId1" Type="http://schemas.openxmlformats.org/officeDocument/2006/relationships/slideLayout" Target="../slideLayouts/slideLayout7.xml"/><Relationship Id="rId6" Type="http://schemas.openxmlformats.org/officeDocument/2006/relationships/oleObject" Target="../embeddings/oleObject116.bin"/><Relationship Id="rId11" Type="http://schemas.openxmlformats.org/officeDocument/2006/relationships/image" Target="../media/image163.wmf"/><Relationship Id="rId5" Type="http://schemas.openxmlformats.org/officeDocument/2006/relationships/image" Target="../media/image141.wmf"/><Relationship Id="rId15" Type="http://schemas.openxmlformats.org/officeDocument/2006/relationships/image" Target="../media/image164.wmf"/><Relationship Id="rId10" Type="http://schemas.openxmlformats.org/officeDocument/2006/relationships/oleObject" Target="../embeddings/oleObject118.bin"/><Relationship Id="rId4" Type="http://schemas.openxmlformats.org/officeDocument/2006/relationships/oleObject" Target="../embeddings/oleObject97.bin"/><Relationship Id="rId9" Type="http://schemas.openxmlformats.org/officeDocument/2006/relationships/image" Target="../media/image162.wmf"/><Relationship Id="rId14" Type="http://schemas.openxmlformats.org/officeDocument/2006/relationships/oleObject" Target="../embeddings/oleObject119.bin"/></Relationships>
</file>

<file path=ppt/slides/_rels/slide28.xml.rels><?xml version="1.0" encoding="UTF-8" standalone="yes"?>
<Relationships xmlns="http://schemas.openxmlformats.org/package/2006/relationships"><Relationship Id="rId8" Type="http://schemas.openxmlformats.org/officeDocument/2006/relationships/oleObject" Target="../embeddings/oleObject124.bin"/><Relationship Id="rId3" Type="http://schemas.openxmlformats.org/officeDocument/2006/relationships/image" Target="../media/image166.emf"/><Relationship Id="rId7" Type="http://schemas.openxmlformats.org/officeDocument/2006/relationships/image" Target="../media/image168.wmf"/><Relationship Id="rId2" Type="http://schemas.openxmlformats.org/officeDocument/2006/relationships/oleObject" Target="../embeddings/oleObject121.bin"/><Relationship Id="rId1" Type="http://schemas.openxmlformats.org/officeDocument/2006/relationships/slideLayout" Target="../slideLayouts/slideLayout7.xml"/><Relationship Id="rId6" Type="http://schemas.openxmlformats.org/officeDocument/2006/relationships/oleObject" Target="../embeddings/oleObject123.bin"/><Relationship Id="rId11" Type="http://schemas.openxmlformats.org/officeDocument/2006/relationships/image" Target="../media/image170.wmf"/><Relationship Id="rId5" Type="http://schemas.openxmlformats.org/officeDocument/2006/relationships/image" Target="../media/image167.wmf"/><Relationship Id="rId10" Type="http://schemas.openxmlformats.org/officeDocument/2006/relationships/oleObject" Target="../embeddings/oleObject125.bin"/><Relationship Id="rId4" Type="http://schemas.openxmlformats.org/officeDocument/2006/relationships/oleObject" Target="../embeddings/oleObject122.bin"/><Relationship Id="rId9" Type="http://schemas.openxmlformats.org/officeDocument/2006/relationships/image" Target="../media/image169.wmf"/></Relationships>
</file>

<file path=ppt/slides/_rels/slide29.xml.rels><?xml version="1.0" encoding="UTF-8" standalone="yes"?>
<Relationships xmlns="http://schemas.openxmlformats.org/package/2006/relationships"><Relationship Id="rId3" Type="http://schemas.openxmlformats.org/officeDocument/2006/relationships/image" Target="../media/image107.png"/><Relationship Id="rId2" Type="http://schemas.openxmlformats.org/officeDocument/2006/relationships/image" Target="../media/image106.png"/><Relationship Id="rId1" Type="http://schemas.openxmlformats.org/officeDocument/2006/relationships/slideLayout" Target="../slideLayouts/slideLayout13.xml"/></Relationships>
</file>

<file path=ppt/slides/_rels/slide30.xml.rels><?xml version="1.0" encoding="UTF-8" standalone="yes"?>
<Relationships xmlns="http://schemas.openxmlformats.org/package/2006/relationships"><Relationship Id="rId2" Type="http://schemas.openxmlformats.org/officeDocument/2006/relationships/image" Target="../media/image171.emf"/><Relationship Id="rId1" Type="http://schemas.openxmlformats.org/officeDocument/2006/relationships/slideLayout" Target="../slideLayouts/slideLayout13.xml"/></Relationships>
</file>

<file path=ppt/slides/_rels/slide31.xml.rels><?xml version="1.0" encoding="UTF-8" standalone="yes"?>
<Relationships xmlns="http://schemas.openxmlformats.org/package/2006/relationships"><Relationship Id="rId2" Type="http://schemas.openxmlformats.org/officeDocument/2006/relationships/image" Target="../media/image172.png"/><Relationship Id="rId1" Type="http://schemas.openxmlformats.org/officeDocument/2006/relationships/slideLayout" Target="../slideLayouts/slideLayout13.xml"/></Relationships>
</file>

<file path=ppt/slides/_rels/slide32.xml.rels><?xml version="1.0" encoding="UTF-8" standalone="yes"?>
<Relationships xmlns="http://schemas.openxmlformats.org/package/2006/relationships"><Relationship Id="rId2" Type="http://schemas.openxmlformats.org/officeDocument/2006/relationships/image" Target="../media/image173.png"/><Relationship Id="rId1" Type="http://schemas.openxmlformats.org/officeDocument/2006/relationships/slideLayout" Target="../slideLayouts/slideLayout13.xml"/></Relationships>
</file>

<file path=ppt/slides/_rels/slide33.xml.rels><?xml version="1.0" encoding="UTF-8" standalone="yes"?>
<Relationships xmlns="http://schemas.openxmlformats.org/package/2006/relationships"><Relationship Id="rId3" Type="http://schemas.openxmlformats.org/officeDocument/2006/relationships/image" Target="../media/image175.png"/><Relationship Id="rId2" Type="http://schemas.openxmlformats.org/officeDocument/2006/relationships/image" Target="../media/image174.png"/><Relationship Id="rId1" Type="http://schemas.openxmlformats.org/officeDocument/2006/relationships/slideLayout" Target="../slideLayouts/slideLayout13.xml"/></Relationships>
</file>

<file path=ppt/slides/_rels/slide34.xml.rels><?xml version="1.0" encoding="UTF-8" standalone="yes"?>
<Relationships xmlns="http://schemas.openxmlformats.org/package/2006/relationships"><Relationship Id="rId2" Type="http://schemas.openxmlformats.org/officeDocument/2006/relationships/image" Target="../media/image176.png"/><Relationship Id="rId1" Type="http://schemas.openxmlformats.org/officeDocument/2006/relationships/slideLayout" Target="../slideLayouts/slideLayout13.xml"/></Relationships>
</file>

<file path=ppt/slides/_rels/slide35.xml.rels><?xml version="1.0" encoding="UTF-8" standalone="yes"?>
<Relationships xmlns="http://schemas.openxmlformats.org/package/2006/relationships"><Relationship Id="rId3" Type="http://schemas.openxmlformats.org/officeDocument/2006/relationships/image" Target="../media/image177.png"/><Relationship Id="rId2" Type="http://schemas.openxmlformats.org/officeDocument/2006/relationships/image" Target="../media/image176.png"/><Relationship Id="rId1" Type="http://schemas.openxmlformats.org/officeDocument/2006/relationships/slideLayout" Target="../slideLayouts/slideLayout13.xml"/></Relationships>
</file>

<file path=ppt/slides/_rels/slide36.xml.rels><?xml version="1.0" encoding="UTF-8" standalone="yes"?>
<Relationships xmlns="http://schemas.openxmlformats.org/package/2006/relationships"><Relationship Id="rId3" Type="http://schemas.openxmlformats.org/officeDocument/2006/relationships/oleObject" Target="../embeddings/oleObject126.bin"/><Relationship Id="rId2" Type="http://schemas.openxmlformats.org/officeDocument/2006/relationships/image" Target="../media/image175.png"/><Relationship Id="rId1" Type="http://schemas.openxmlformats.org/officeDocument/2006/relationships/slideLayout" Target="../slideLayouts/slideLayout13.xml"/><Relationship Id="rId4" Type="http://schemas.openxmlformats.org/officeDocument/2006/relationships/image" Target="../media/image178.wmf"/></Relationships>
</file>

<file path=ppt/slides/_rels/slide37.xml.rels><?xml version="1.0" encoding="UTF-8" standalone="yes"?>
<Relationships xmlns="http://schemas.openxmlformats.org/package/2006/relationships"><Relationship Id="rId2" Type="http://schemas.openxmlformats.org/officeDocument/2006/relationships/image" Target="../media/image129.png"/><Relationship Id="rId1" Type="http://schemas.openxmlformats.org/officeDocument/2006/relationships/slideLayout" Target="../slideLayouts/slideLayout13.xml"/></Relationships>
</file>

<file path=ppt/slides/_rels/slide38.xml.rels><?xml version="1.0" encoding="UTF-8" standalone="yes"?>
<Relationships xmlns="http://schemas.openxmlformats.org/package/2006/relationships"><Relationship Id="rId8" Type="http://schemas.openxmlformats.org/officeDocument/2006/relationships/image" Target="../media/image182.wmf"/><Relationship Id="rId3" Type="http://schemas.openxmlformats.org/officeDocument/2006/relationships/oleObject" Target="../embeddings/oleObject127.bin"/><Relationship Id="rId7" Type="http://schemas.openxmlformats.org/officeDocument/2006/relationships/oleObject" Target="../embeddings/oleObject129.bin"/><Relationship Id="rId12" Type="http://schemas.openxmlformats.org/officeDocument/2006/relationships/image" Target="../media/image184.wmf"/><Relationship Id="rId2" Type="http://schemas.openxmlformats.org/officeDocument/2006/relationships/image" Target="../media/image179.png"/><Relationship Id="rId1" Type="http://schemas.openxmlformats.org/officeDocument/2006/relationships/slideLayout" Target="../slideLayouts/slideLayout13.xml"/><Relationship Id="rId6" Type="http://schemas.openxmlformats.org/officeDocument/2006/relationships/image" Target="../media/image181.wmf"/><Relationship Id="rId11" Type="http://schemas.openxmlformats.org/officeDocument/2006/relationships/oleObject" Target="../embeddings/oleObject131.bin"/><Relationship Id="rId5" Type="http://schemas.openxmlformats.org/officeDocument/2006/relationships/oleObject" Target="../embeddings/oleObject128.bin"/><Relationship Id="rId10" Type="http://schemas.openxmlformats.org/officeDocument/2006/relationships/image" Target="../media/image183.wmf"/><Relationship Id="rId4" Type="http://schemas.openxmlformats.org/officeDocument/2006/relationships/image" Target="../media/image180.wmf"/><Relationship Id="rId9" Type="http://schemas.openxmlformats.org/officeDocument/2006/relationships/oleObject" Target="../embeddings/oleObject130.bin"/></Relationships>
</file>

<file path=ppt/slides/_rels/slide39.xml.rels><?xml version="1.0" encoding="UTF-8" standalone="yes"?>
<Relationships xmlns="http://schemas.openxmlformats.org/package/2006/relationships"><Relationship Id="rId8" Type="http://schemas.openxmlformats.org/officeDocument/2006/relationships/oleObject" Target="../embeddings/oleObject135.bin"/><Relationship Id="rId3" Type="http://schemas.openxmlformats.org/officeDocument/2006/relationships/image" Target="../media/image185.wmf"/><Relationship Id="rId7" Type="http://schemas.openxmlformats.org/officeDocument/2006/relationships/image" Target="../media/image187.wmf"/><Relationship Id="rId2" Type="http://schemas.openxmlformats.org/officeDocument/2006/relationships/oleObject" Target="../embeddings/oleObject132.bin"/><Relationship Id="rId1" Type="http://schemas.openxmlformats.org/officeDocument/2006/relationships/slideLayout" Target="../slideLayouts/slideLayout31.xml"/><Relationship Id="rId6" Type="http://schemas.openxmlformats.org/officeDocument/2006/relationships/oleObject" Target="../embeddings/oleObject134.bin"/><Relationship Id="rId5" Type="http://schemas.openxmlformats.org/officeDocument/2006/relationships/image" Target="../media/image186.wmf"/><Relationship Id="rId4" Type="http://schemas.openxmlformats.org/officeDocument/2006/relationships/oleObject" Target="../embeddings/oleObject133.bin"/><Relationship Id="rId9" Type="http://schemas.openxmlformats.org/officeDocument/2006/relationships/image" Target="../media/image188.wmf"/></Relationships>
</file>

<file path=ppt/slides/_rels/slide40.xml.rels><?xml version="1.0" encoding="UTF-8" standalone="yes"?>
<Relationships xmlns="http://schemas.openxmlformats.org/package/2006/relationships"><Relationship Id="rId3" Type="http://schemas.openxmlformats.org/officeDocument/2006/relationships/image" Target="../media/image190.png"/><Relationship Id="rId2" Type="http://schemas.openxmlformats.org/officeDocument/2006/relationships/image" Target="../media/image189.png"/><Relationship Id="rId1" Type="http://schemas.openxmlformats.org/officeDocument/2006/relationships/slideLayout" Target="../slideLayouts/slideLayout13.xml"/><Relationship Id="rId6" Type="http://schemas.openxmlformats.org/officeDocument/2006/relationships/image" Target="../media/image192.wmf"/><Relationship Id="rId5" Type="http://schemas.openxmlformats.org/officeDocument/2006/relationships/oleObject" Target="../embeddings/oleObject136.bin"/><Relationship Id="rId4" Type="http://schemas.openxmlformats.org/officeDocument/2006/relationships/image" Target="../media/image191.emf"/></Relationships>
</file>

<file path=ppt/slides/_rels/slide41.xml.rels><?xml version="1.0" encoding="UTF-8" standalone="yes"?>
<Relationships xmlns="http://schemas.openxmlformats.org/package/2006/relationships"><Relationship Id="rId3" Type="http://schemas.openxmlformats.org/officeDocument/2006/relationships/image" Target="../media/image194.png"/><Relationship Id="rId2" Type="http://schemas.openxmlformats.org/officeDocument/2006/relationships/image" Target="../media/image193.png"/><Relationship Id="rId1" Type="http://schemas.openxmlformats.org/officeDocument/2006/relationships/slideLayout" Target="../slideLayouts/slideLayout13.xml"/><Relationship Id="rId5" Type="http://schemas.openxmlformats.org/officeDocument/2006/relationships/image" Target="../media/image196.png"/><Relationship Id="rId4" Type="http://schemas.openxmlformats.org/officeDocument/2006/relationships/image" Target="../media/image195.png"/></Relationships>
</file>

<file path=ppt/slides/_rels/slide42.xml.rels><?xml version="1.0" encoding="UTF-8" standalone="yes"?>
<Relationships xmlns="http://schemas.openxmlformats.org/package/2006/relationships"><Relationship Id="rId3" Type="http://schemas.openxmlformats.org/officeDocument/2006/relationships/image" Target="../media/image198.png"/><Relationship Id="rId2" Type="http://schemas.openxmlformats.org/officeDocument/2006/relationships/image" Target="../media/image197.png"/><Relationship Id="rId1" Type="http://schemas.openxmlformats.org/officeDocument/2006/relationships/slideLayout" Target="../slideLayouts/slideLayout13.xml"/></Relationships>
</file>

<file path=ppt/slides/_rels/slide43.xml.rels><?xml version="1.0" encoding="UTF-8" standalone="yes"?>
<Relationships xmlns="http://schemas.openxmlformats.org/package/2006/relationships"><Relationship Id="rId8" Type="http://schemas.openxmlformats.org/officeDocument/2006/relationships/oleObject" Target="../embeddings/oleObject140.bin"/><Relationship Id="rId3" Type="http://schemas.openxmlformats.org/officeDocument/2006/relationships/image" Target="../media/image199.wmf"/><Relationship Id="rId7" Type="http://schemas.openxmlformats.org/officeDocument/2006/relationships/image" Target="../media/image201.wmf"/><Relationship Id="rId2" Type="http://schemas.openxmlformats.org/officeDocument/2006/relationships/oleObject" Target="../embeddings/oleObject137.bin"/><Relationship Id="rId1" Type="http://schemas.openxmlformats.org/officeDocument/2006/relationships/slideLayout" Target="../slideLayouts/slideLayout31.xml"/><Relationship Id="rId6" Type="http://schemas.openxmlformats.org/officeDocument/2006/relationships/oleObject" Target="../embeddings/oleObject139.bin"/><Relationship Id="rId11" Type="http://schemas.openxmlformats.org/officeDocument/2006/relationships/image" Target="../media/image203.wmf"/><Relationship Id="rId5" Type="http://schemas.openxmlformats.org/officeDocument/2006/relationships/image" Target="../media/image200.wmf"/><Relationship Id="rId10" Type="http://schemas.openxmlformats.org/officeDocument/2006/relationships/oleObject" Target="../embeddings/oleObject141.bin"/><Relationship Id="rId4" Type="http://schemas.openxmlformats.org/officeDocument/2006/relationships/oleObject" Target="../embeddings/oleObject138.bin"/><Relationship Id="rId9" Type="http://schemas.openxmlformats.org/officeDocument/2006/relationships/image" Target="../media/image202.wmf"/></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9" name="Picture 68">
            <a:extLst>
              <a:ext uri="{FF2B5EF4-FFF2-40B4-BE49-F238E27FC236}">
                <a16:creationId xmlns:a16="http://schemas.microsoft.com/office/drawing/2014/main" id="{91CF202B-2C09-8A4A-6EF8-C4C3E910A2FB}"/>
              </a:ext>
            </a:extLst>
          </p:cNvPr>
          <p:cNvPicPr>
            <a:picLocks noChangeAspect="1"/>
          </p:cNvPicPr>
          <p:nvPr/>
        </p:nvPicPr>
        <p:blipFill>
          <a:blip r:embed="rId2"/>
          <a:stretch>
            <a:fillRect/>
          </a:stretch>
        </p:blipFill>
        <p:spPr>
          <a:xfrm>
            <a:off x="0" y="1"/>
            <a:ext cx="12192000" cy="5181600"/>
          </a:xfrm>
          <a:prstGeom prst="rect">
            <a:avLst/>
          </a:prstGeom>
        </p:spPr>
      </p:pic>
      <p:sp>
        <p:nvSpPr>
          <p:cNvPr id="2" name="Text Placeholder 1">
            <a:extLst>
              <a:ext uri="{FF2B5EF4-FFF2-40B4-BE49-F238E27FC236}">
                <a16:creationId xmlns:a16="http://schemas.microsoft.com/office/drawing/2014/main" id="{D735F7F3-C1B5-4B60-A00A-4EB618DDFB5A}"/>
              </a:ext>
            </a:extLst>
          </p:cNvPr>
          <p:cNvSpPr txBox="1">
            <a:spLocks/>
          </p:cNvSpPr>
          <p:nvPr/>
        </p:nvSpPr>
        <p:spPr>
          <a:xfrm>
            <a:off x="1735865" y="5406334"/>
            <a:ext cx="9005287" cy="724247"/>
          </a:xfrm>
          <a:prstGeom prst="rect">
            <a:avLst/>
          </a:prstGeom>
        </p:spPr>
        <p:txBody>
          <a:bodyPr vert="horz" lIns="91440" tIns="45720" rIns="91440" bIns="45720" rtlCol="0" anchor="ctr"/>
          <a:lstStyle>
            <a:defPPr>
              <a:defRPr lang="en-US"/>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5400" b="1">
                <a:solidFill>
                  <a:schemeClr val="tx1"/>
                </a:solidFill>
              </a:rPr>
              <a:t>Chương 5. QUANG HỌC SÓNG</a:t>
            </a:r>
            <a:endParaRPr lang="en-US" sz="5400" b="1" dirty="0">
              <a:solidFill>
                <a:schemeClr val="tx1"/>
              </a:solidFill>
            </a:endParaRPr>
          </a:p>
        </p:txBody>
      </p:sp>
    </p:spTree>
    <p:extLst>
      <p:ext uri="{BB962C8B-B14F-4D97-AF65-F5344CB8AC3E}">
        <p14:creationId xmlns:p14="http://schemas.microsoft.com/office/powerpoint/2010/main" val="3331467550"/>
      </p:ext>
    </p:extLst>
  </p:cSld>
  <p:clrMapOvr>
    <a:masterClrMapping/>
  </p:clrMapOvr>
  <mc:AlternateContent xmlns:mc="http://schemas.openxmlformats.org/markup-compatibility/2006" xmlns:p14="http://schemas.microsoft.com/office/powerpoint/2010/main">
    <mc:Choice Requires="p14">
      <p:transition spd="slow" p14:dur="1400">
        <p14:doors dir="vert"/>
      </p:transition>
    </mc:Choice>
    <mc:Fallback xmlns="">
      <p:transition spd="slow">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2" name="Picture 71">
            <a:extLst>
              <a:ext uri="{FF2B5EF4-FFF2-40B4-BE49-F238E27FC236}">
                <a16:creationId xmlns:a16="http://schemas.microsoft.com/office/drawing/2014/main" id="{A816248E-63F8-D8A8-5672-97AC21D20FFE}"/>
              </a:ext>
            </a:extLst>
          </p:cNvPr>
          <p:cNvPicPr>
            <a:picLocks noChangeAspect="1"/>
          </p:cNvPicPr>
          <p:nvPr/>
        </p:nvPicPr>
        <p:blipFill>
          <a:blip r:embed="rId2"/>
          <a:stretch>
            <a:fillRect/>
          </a:stretch>
        </p:blipFill>
        <p:spPr>
          <a:xfrm>
            <a:off x="112293" y="650213"/>
            <a:ext cx="5194477" cy="2702541"/>
          </a:xfrm>
          <a:prstGeom prst="rect">
            <a:avLst/>
          </a:prstGeom>
        </p:spPr>
      </p:pic>
      <p:grpSp>
        <p:nvGrpSpPr>
          <p:cNvPr id="9" name="Group 10">
            <a:extLst>
              <a:ext uri="{FF2B5EF4-FFF2-40B4-BE49-F238E27FC236}">
                <a16:creationId xmlns:a16="http://schemas.microsoft.com/office/drawing/2014/main" id="{C399B68B-B9A9-6088-2908-3548A10103E2}"/>
              </a:ext>
            </a:extLst>
          </p:cNvPr>
          <p:cNvGrpSpPr/>
          <p:nvPr/>
        </p:nvGrpSpPr>
        <p:grpSpPr>
          <a:xfrm>
            <a:off x="5351254" y="1264340"/>
            <a:ext cx="6391247" cy="1286087"/>
            <a:chOff x="4780729" y="1350371"/>
            <a:chExt cx="6391247" cy="1286087"/>
          </a:xfrm>
        </p:grpSpPr>
        <p:sp>
          <p:nvSpPr>
            <p:cNvPr id="10" name="Rectangle 8">
              <a:extLst>
                <a:ext uri="{FF2B5EF4-FFF2-40B4-BE49-F238E27FC236}">
                  <a16:creationId xmlns:a16="http://schemas.microsoft.com/office/drawing/2014/main" id="{851C3A60-201B-C571-FC6D-EE595A92254C}"/>
                </a:ext>
              </a:extLst>
            </p:cNvPr>
            <p:cNvSpPr/>
            <p:nvPr/>
          </p:nvSpPr>
          <p:spPr>
            <a:xfrm>
              <a:off x="4780729" y="2051242"/>
              <a:ext cx="6391247" cy="585216"/>
            </a:xfrm>
            <a:prstGeom prst="rect">
              <a:avLst/>
            </a:prstGeom>
            <a:solidFill>
              <a:srgbClr val="E62949">
                <a:lumMod val="75000"/>
              </a:srgb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Arial"/>
                <a:cs typeface="+mn-cs"/>
              </a:endParaRPr>
            </a:p>
          </p:txBody>
        </p:sp>
        <p:sp>
          <p:nvSpPr>
            <p:cNvPr id="13" name="Arrow: Pentagon 1">
              <a:extLst>
                <a:ext uri="{FF2B5EF4-FFF2-40B4-BE49-F238E27FC236}">
                  <a16:creationId xmlns:a16="http://schemas.microsoft.com/office/drawing/2014/main" id="{FC479138-0AEE-EE42-CB56-891AC38D1B91}"/>
                </a:ext>
              </a:extLst>
            </p:cNvPr>
            <p:cNvSpPr/>
            <p:nvPr/>
          </p:nvSpPr>
          <p:spPr>
            <a:xfrm>
              <a:off x="5504979" y="1350372"/>
              <a:ext cx="1104522" cy="588476"/>
            </a:xfrm>
            <a:prstGeom prst="homePlate">
              <a:avLst/>
            </a:prstGeom>
            <a:solidFill>
              <a:srgbClr val="E62949"/>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Arial"/>
                <a:cs typeface="+mn-cs"/>
              </a:endParaRPr>
            </a:p>
          </p:txBody>
        </p:sp>
        <p:sp>
          <p:nvSpPr>
            <p:cNvPr id="31" name="TextBox 30">
              <a:extLst>
                <a:ext uri="{FF2B5EF4-FFF2-40B4-BE49-F238E27FC236}">
                  <a16:creationId xmlns:a16="http://schemas.microsoft.com/office/drawing/2014/main" id="{BB6BA2C3-854A-9A56-1399-FC93C7FA7321}"/>
                </a:ext>
              </a:extLst>
            </p:cNvPr>
            <p:cNvSpPr txBox="1"/>
            <p:nvPr/>
          </p:nvSpPr>
          <p:spPr>
            <a:xfrm>
              <a:off x="5480592" y="2093827"/>
              <a:ext cx="5667000" cy="523220"/>
            </a:xfrm>
            <a:prstGeom prst="rect">
              <a:avLst/>
            </a:prstGeom>
            <a:noFill/>
          </p:spPr>
          <p:txBody>
            <a:bodyPr wrap="square" rtlCol="0">
              <a:spAutoFit/>
            </a:bodyPr>
            <a:lstStyle/>
            <a:p>
              <a:pPr marL="0" marR="0" lvl="0" indent="0" algn="just" defTabSz="914400" eaLnBrk="1" fontAlgn="auto" latinLnBrk="0" hangingPunct="1">
                <a:lnSpc>
                  <a:spcPct val="100000"/>
                </a:lnSpc>
                <a:spcBef>
                  <a:spcPts val="0"/>
                </a:spcBef>
                <a:spcAft>
                  <a:spcPts val="0"/>
                </a:spcAft>
                <a:buClrTx/>
                <a:buSzTx/>
                <a:buFontTx/>
                <a:buNone/>
                <a:tabLst/>
                <a:defRPr/>
              </a:pPr>
              <a:r>
                <a:rPr kumimoji="0" lang="en-US" altLang="ko-KR" sz="1400" b="0" i="0" u="none" strike="noStrike" kern="0" cap="none" spc="0" normalizeH="0" baseline="0" noProof="0">
                  <a:ln>
                    <a:noFill/>
                  </a:ln>
                  <a:solidFill>
                    <a:prstClr val="white"/>
                  </a:solidFill>
                  <a:effectLst/>
                  <a:uLnTx/>
                  <a:uFillTx/>
                  <a:cs typeface="Arial" pitchFamily="34" charset="0"/>
                </a:rPr>
                <a:t>Giao thoa của hai nguồn ánh sáng kết hợp tạo ra một hệ vân sáng – tối nằm xen kẽ lan ra cả vùng bóng tối hình học.</a:t>
              </a:r>
              <a:endParaRPr kumimoji="0" lang="ko-KR" altLang="en-US" sz="1400" b="0" i="0" u="none" strike="noStrike" kern="0" cap="none" spc="0" normalizeH="0" baseline="0" noProof="0" dirty="0">
                <a:ln>
                  <a:noFill/>
                </a:ln>
                <a:solidFill>
                  <a:prstClr val="white"/>
                </a:solidFill>
                <a:effectLst/>
                <a:uLnTx/>
                <a:uFillTx/>
              </a:endParaRPr>
            </a:p>
          </p:txBody>
        </p:sp>
        <p:sp>
          <p:nvSpPr>
            <p:cNvPr id="29" name="Parallelogram 7">
              <a:extLst>
                <a:ext uri="{FF2B5EF4-FFF2-40B4-BE49-F238E27FC236}">
                  <a16:creationId xmlns:a16="http://schemas.microsoft.com/office/drawing/2014/main" id="{829036AC-434C-A0A7-1973-CF7918537761}"/>
                </a:ext>
              </a:extLst>
            </p:cNvPr>
            <p:cNvSpPr/>
            <p:nvPr/>
          </p:nvSpPr>
          <p:spPr>
            <a:xfrm rot="5400000" flipH="1">
              <a:off x="4504583" y="1626517"/>
              <a:ext cx="1276539" cy="724247"/>
            </a:xfrm>
            <a:prstGeom prst="parallelogram">
              <a:avLst>
                <a:gd name="adj" fmla="val 96198"/>
              </a:avLst>
            </a:prstGeom>
            <a:solidFill>
              <a:srgbClr val="E62949">
                <a:lumMod val="60000"/>
                <a:lumOff val="40000"/>
              </a:srgb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Arial"/>
                <a:cs typeface="+mn-cs"/>
              </a:endParaRPr>
            </a:p>
          </p:txBody>
        </p:sp>
        <p:sp>
          <p:nvSpPr>
            <p:cNvPr id="30" name="TextBox 29">
              <a:extLst>
                <a:ext uri="{FF2B5EF4-FFF2-40B4-BE49-F238E27FC236}">
                  <a16:creationId xmlns:a16="http://schemas.microsoft.com/office/drawing/2014/main" id="{A5CA80DB-6564-7EB6-6430-0FFEA120CC50}"/>
                </a:ext>
              </a:extLst>
            </p:cNvPr>
            <p:cNvSpPr txBox="1"/>
            <p:nvPr/>
          </p:nvSpPr>
          <p:spPr>
            <a:xfrm>
              <a:off x="5504976" y="1406201"/>
              <a:ext cx="779665" cy="461665"/>
            </a:xfrm>
            <a:prstGeom prst="rect">
              <a:avLst/>
            </a:prstGeom>
            <a:noFill/>
          </p:spPr>
          <p:txBody>
            <a:bodyPr wrap="square" rtlCol="0">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ko-KR" sz="2400" b="1" i="0" u="none" strike="noStrike" kern="0" cap="none" spc="0" normalizeH="0" baseline="0" noProof="0">
                  <a:ln>
                    <a:noFill/>
                  </a:ln>
                  <a:solidFill>
                    <a:prstClr val="white"/>
                  </a:solidFill>
                  <a:effectLst/>
                  <a:uLnTx/>
                  <a:uFillTx/>
                  <a:cs typeface="Arial" pitchFamily="34" charset="0"/>
                </a:rPr>
                <a:t>01</a:t>
              </a:r>
              <a:endParaRPr kumimoji="0" lang="ko-KR" altLang="en-US" sz="2400" b="1" i="0" u="none" strike="noStrike" kern="0" cap="none" spc="0" normalizeH="0" baseline="0" noProof="0" dirty="0">
                <a:ln>
                  <a:noFill/>
                </a:ln>
                <a:solidFill>
                  <a:prstClr val="white"/>
                </a:solidFill>
                <a:effectLst/>
                <a:uLnTx/>
                <a:uFillTx/>
                <a:cs typeface="Arial" pitchFamily="34" charset="0"/>
              </a:endParaRPr>
            </a:p>
          </p:txBody>
        </p:sp>
      </p:grpSp>
      <p:grpSp>
        <p:nvGrpSpPr>
          <p:cNvPr id="33" name="Group 11">
            <a:extLst>
              <a:ext uri="{FF2B5EF4-FFF2-40B4-BE49-F238E27FC236}">
                <a16:creationId xmlns:a16="http://schemas.microsoft.com/office/drawing/2014/main" id="{D3725954-C4C4-B684-9E13-BE9B6DEDEEC5}"/>
              </a:ext>
            </a:extLst>
          </p:cNvPr>
          <p:cNvGrpSpPr/>
          <p:nvPr/>
        </p:nvGrpSpPr>
        <p:grpSpPr>
          <a:xfrm>
            <a:off x="5351254" y="2731072"/>
            <a:ext cx="6391247" cy="1286087"/>
            <a:chOff x="4780727" y="1350371"/>
            <a:chExt cx="6391247" cy="1286087"/>
          </a:xfrm>
        </p:grpSpPr>
        <p:sp>
          <p:nvSpPr>
            <p:cNvPr id="34" name="Rectangle 12">
              <a:extLst>
                <a:ext uri="{FF2B5EF4-FFF2-40B4-BE49-F238E27FC236}">
                  <a16:creationId xmlns:a16="http://schemas.microsoft.com/office/drawing/2014/main" id="{D32EA87A-8083-515E-521C-709FE69F89B9}"/>
                </a:ext>
              </a:extLst>
            </p:cNvPr>
            <p:cNvSpPr/>
            <p:nvPr/>
          </p:nvSpPr>
          <p:spPr>
            <a:xfrm>
              <a:off x="4780727" y="2051242"/>
              <a:ext cx="6391247" cy="585216"/>
            </a:xfrm>
            <a:prstGeom prst="rect">
              <a:avLst/>
            </a:prstGeom>
            <a:solidFill>
              <a:srgbClr val="F07624">
                <a:lumMod val="75000"/>
              </a:srgb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Arial"/>
                <a:cs typeface="+mn-cs"/>
              </a:endParaRPr>
            </a:p>
          </p:txBody>
        </p:sp>
        <p:sp>
          <p:nvSpPr>
            <p:cNvPr id="35" name="Arrow: Pentagon 13">
              <a:extLst>
                <a:ext uri="{FF2B5EF4-FFF2-40B4-BE49-F238E27FC236}">
                  <a16:creationId xmlns:a16="http://schemas.microsoft.com/office/drawing/2014/main" id="{F5700B51-AF7E-FB41-AA5A-4787CEFC333E}"/>
                </a:ext>
              </a:extLst>
            </p:cNvPr>
            <p:cNvSpPr/>
            <p:nvPr/>
          </p:nvSpPr>
          <p:spPr>
            <a:xfrm>
              <a:off x="5504979" y="1350372"/>
              <a:ext cx="1104522" cy="588476"/>
            </a:xfrm>
            <a:prstGeom prst="homePlate">
              <a:avLst/>
            </a:prstGeom>
            <a:solidFill>
              <a:srgbClr val="F07624"/>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Arial"/>
                <a:cs typeface="+mn-cs"/>
              </a:endParaRPr>
            </a:p>
          </p:txBody>
        </p:sp>
        <p:sp>
          <p:nvSpPr>
            <p:cNvPr id="39" name="TextBox 38">
              <a:extLst>
                <a:ext uri="{FF2B5EF4-FFF2-40B4-BE49-F238E27FC236}">
                  <a16:creationId xmlns:a16="http://schemas.microsoft.com/office/drawing/2014/main" id="{44C6AEB2-BA32-7BB4-1C88-01ACF08DBE29}"/>
                </a:ext>
              </a:extLst>
            </p:cNvPr>
            <p:cNvSpPr txBox="1"/>
            <p:nvPr/>
          </p:nvSpPr>
          <p:spPr>
            <a:xfrm>
              <a:off x="5477956" y="2097050"/>
              <a:ext cx="5608674" cy="523220"/>
            </a:xfrm>
            <a:prstGeom prst="rect">
              <a:avLst/>
            </a:prstGeom>
            <a:noFill/>
          </p:spPr>
          <p:txBody>
            <a:bodyPr wrap="squar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altLang="ko-KR" sz="1400" b="0" i="0" u="none" strike="noStrike" kern="0" cap="none" spc="0" normalizeH="0" baseline="0" noProof="0">
                  <a:ln>
                    <a:noFill/>
                  </a:ln>
                  <a:solidFill>
                    <a:prstClr val="white"/>
                  </a:solidFill>
                  <a:effectLst/>
                  <a:uLnTx/>
                  <a:uFillTx/>
                  <a:cs typeface="Arial" pitchFamily="34" charset="0"/>
                </a:rPr>
                <a:t>Nhiễu xạ ánh sáng qua khe hẹp, qua lỗ tròn cũng tạo ra những hệ vân sáng-tối xen kẽ rất đặc biệt.</a:t>
              </a:r>
              <a:endParaRPr kumimoji="0" lang="ko-KR" altLang="en-US" sz="1400" b="0" i="0" u="none" strike="noStrike" kern="0" cap="none" spc="0" normalizeH="0" baseline="0" noProof="0" dirty="0">
                <a:ln>
                  <a:noFill/>
                </a:ln>
                <a:solidFill>
                  <a:prstClr val="white"/>
                </a:solidFill>
                <a:effectLst/>
                <a:uLnTx/>
                <a:uFillTx/>
              </a:endParaRPr>
            </a:p>
          </p:txBody>
        </p:sp>
        <p:sp>
          <p:nvSpPr>
            <p:cNvPr id="37" name="Parallelogram 15">
              <a:extLst>
                <a:ext uri="{FF2B5EF4-FFF2-40B4-BE49-F238E27FC236}">
                  <a16:creationId xmlns:a16="http://schemas.microsoft.com/office/drawing/2014/main" id="{03F9E6C0-2579-441B-9C00-0247FD16BB7C}"/>
                </a:ext>
              </a:extLst>
            </p:cNvPr>
            <p:cNvSpPr/>
            <p:nvPr/>
          </p:nvSpPr>
          <p:spPr>
            <a:xfrm rot="5400000" flipH="1">
              <a:off x="4504583" y="1626517"/>
              <a:ext cx="1276539" cy="724247"/>
            </a:xfrm>
            <a:prstGeom prst="parallelogram">
              <a:avLst>
                <a:gd name="adj" fmla="val 96198"/>
              </a:avLst>
            </a:prstGeom>
            <a:solidFill>
              <a:srgbClr val="F07624">
                <a:lumMod val="60000"/>
                <a:lumOff val="40000"/>
              </a:srgb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Arial"/>
                <a:cs typeface="+mn-cs"/>
              </a:endParaRPr>
            </a:p>
          </p:txBody>
        </p:sp>
        <p:sp>
          <p:nvSpPr>
            <p:cNvPr id="38" name="TextBox 37">
              <a:extLst>
                <a:ext uri="{FF2B5EF4-FFF2-40B4-BE49-F238E27FC236}">
                  <a16:creationId xmlns:a16="http://schemas.microsoft.com/office/drawing/2014/main" id="{469F32C7-5921-062C-DF38-874C4F1B1894}"/>
                </a:ext>
              </a:extLst>
            </p:cNvPr>
            <p:cNvSpPr txBox="1"/>
            <p:nvPr/>
          </p:nvSpPr>
          <p:spPr>
            <a:xfrm>
              <a:off x="5504976" y="1406201"/>
              <a:ext cx="779665" cy="461665"/>
            </a:xfrm>
            <a:prstGeom prst="rect">
              <a:avLst/>
            </a:prstGeom>
            <a:noFill/>
          </p:spPr>
          <p:txBody>
            <a:bodyPr wrap="square" rtlCol="0">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ko-KR" sz="2400" b="1" i="0" u="none" strike="noStrike" kern="0" cap="none" spc="0" normalizeH="0" baseline="0" noProof="0">
                  <a:ln>
                    <a:noFill/>
                  </a:ln>
                  <a:solidFill>
                    <a:prstClr val="white"/>
                  </a:solidFill>
                  <a:effectLst/>
                  <a:uLnTx/>
                  <a:uFillTx/>
                  <a:cs typeface="Arial" pitchFamily="34" charset="0"/>
                </a:rPr>
                <a:t>02</a:t>
              </a:r>
              <a:endParaRPr kumimoji="0" lang="ko-KR" altLang="en-US" sz="2400" b="1" i="0" u="none" strike="noStrike" kern="0" cap="none" spc="0" normalizeH="0" baseline="0" noProof="0" dirty="0">
                <a:ln>
                  <a:noFill/>
                </a:ln>
                <a:solidFill>
                  <a:prstClr val="white"/>
                </a:solidFill>
                <a:effectLst/>
                <a:uLnTx/>
                <a:uFillTx/>
                <a:cs typeface="Arial" pitchFamily="34" charset="0"/>
              </a:endParaRPr>
            </a:p>
          </p:txBody>
        </p:sp>
      </p:grpSp>
      <p:sp>
        <p:nvSpPr>
          <p:cNvPr id="42" name="TextBox 41">
            <a:extLst>
              <a:ext uri="{FF2B5EF4-FFF2-40B4-BE49-F238E27FC236}">
                <a16:creationId xmlns:a16="http://schemas.microsoft.com/office/drawing/2014/main" id="{FF1B8828-599A-B881-4E9E-A4A671EB8558}"/>
              </a:ext>
            </a:extLst>
          </p:cNvPr>
          <p:cNvSpPr txBox="1"/>
          <p:nvPr/>
        </p:nvSpPr>
        <p:spPr>
          <a:xfrm>
            <a:off x="7180026" y="1278979"/>
            <a:ext cx="4354244" cy="523220"/>
          </a:xfrm>
          <a:prstGeom prst="rect">
            <a:avLst/>
          </a:prstGeom>
          <a:noFill/>
        </p:spPr>
        <p:txBody>
          <a:bodyPr wrap="square" rtlCol="0">
            <a:spAutoFit/>
          </a:bodyPr>
          <a:lstStyle/>
          <a:p>
            <a:r>
              <a:rPr lang="en-US" sz="2800" b="1">
                <a:solidFill>
                  <a:srgbClr val="FF0000"/>
                </a:solidFill>
              </a:rPr>
              <a:t>GIAO THOA ÁNH SÁNG</a:t>
            </a:r>
          </a:p>
        </p:txBody>
      </p:sp>
      <p:sp>
        <p:nvSpPr>
          <p:cNvPr id="43" name="TextBox 42">
            <a:extLst>
              <a:ext uri="{FF2B5EF4-FFF2-40B4-BE49-F238E27FC236}">
                <a16:creationId xmlns:a16="http://schemas.microsoft.com/office/drawing/2014/main" id="{EDFF71D1-7F72-CAF5-34DC-0238990A1F53}"/>
              </a:ext>
            </a:extLst>
          </p:cNvPr>
          <p:cNvSpPr txBox="1"/>
          <p:nvPr/>
        </p:nvSpPr>
        <p:spPr>
          <a:xfrm>
            <a:off x="7180026" y="2763670"/>
            <a:ext cx="4354244" cy="523220"/>
          </a:xfrm>
          <a:prstGeom prst="rect">
            <a:avLst/>
          </a:prstGeom>
          <a:noFill/>
        </p:spPr>
        <p:txBody>
          <a:bodyPr wrap="square" rtlCol="0">
            <a:spAutoFit/>
          </a:bodyPr>
          <a:lstStyle/>
          <a:p>
            <a:r>
              <a:rPr lang="en-US" sz="2800" b="1">
                <a:solidFill>
                  <a:srgbClr val="CC3300"/>
                </a:solidFill>
              </a:rPr>
              <a:t>NHIỄU XẠ ÁNH SÁNG</a:t>
            </a:r>
          </a:p>
        </p:txBody>
      </p:sp>
      <p:grpSp>
        <p:nvGrpSpPr>
          <p:cNvPr id="60" name="Group 27">
            <a:extLst>
              <a:ext uri="{FF2B5EF4-FFF2-40B4-BE49-F238E27FC236}">
                <a16:creationId xmlns:a16="http://schemas.microsoft.com/office/drawing/2014/main" id="{900969DD-7ED3-A6F2-1DC0-697B5011761D}"/>
              </a:ext>
            </a:extLst>
          </p:cNvPr>
          <p:cNvGrpSpPr/>
          <p:nvPr/>
        </p:nvGrpSpPr>
        <p:grpSpPr>
          <a:xfrm>
            <a:off x="5326870" y="4275857"/>
            <a:ext cx="6391247" cy="1286087"/>
            <a:chOff x="4780729" y="1350371"/>
            <a:chExt cx="6391247" cy="1286087"/>
          </a:xfrm>
        </p:grpSpPr>
        <p:sp>
          <p:nvSpPr>
            <p:cNvPr id="61" name="Rectangle 28">
              <a:extLst>
                <a:ext uri="{FF2B5EF4-FFF2-40B4-BE49-F238E27FC236}">
                  <a16:creationId xmlns:a16="http://schemas.microsoft.com/office/drawing/2014/main" id="{1DB2A2C3-5825-3B54-12AC-650900C02EAE}"/>
                </a:ext>
              </a:extLst>
            </p:cNvPr>
            <p:cNvSpPr/>
            <p:nvPr/>
          </p:nvSpPr>
          <p:spPr>
            <a:xfrm>
              <a:off x="4780729" y="2051242"/>
              <a:ext cx="6391247" cy="585216"/>
            </a:xfrm>
            <a:prstGeom prst="rect">
              <a:avLst/>
            </a:prstGeom>
            <a:solidFill>
              <a:srgbClr val="1ED4DE">
                <a:lumMod val="75000"/>
              </a:srgb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Arial"/>
                <a:cs typeface="+mn-cs"/>
              </a:endParaRPr>
            </a:p>
          </p:txBody>
        </p:sp>
        <p:sp>
          <p:nvSpPr>
            <p:cNvPr id="62" name="Arrow: Pentagon 29">
              <a:extLst>
                <a:ext uri="{FF2B5EF4-FFF2-40B4-BE49-F238E27FC236}">
                  <a16:creationId xmlns:a16="http://schemas.microsoft.com/office/drawing/2014/main" id="{157AADD5-7734-C1B9-88A3-493EBC126373}"/>
                </a:ext>
              </a:extLst>
            </p:cNvPr>
            <p:cNvSpPr/>
            <p:nvPr/>
          </p:nvSpPr>
          <p:spPr>
            <a:xfrm>
              <a:off x="5504979" y="1350372"/>
              <a:ext cx="1104522" cy="588476"/>
            </a:xfrm>
            <a:prstGeom prst="homePlate">
              <a:avLst/>
            </a:prstGeom>
            <a:solidFill>
              <a:srgbClr val="1ED4DE"/>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white"/>
                </a:solidFill>
                <a:effectLst/>
                <a:uLnTx/>
                <a:uFillTx/>
                <a:latin typeface="Arial"/>
                <a:cs typeface="+mn-cs"/>
              </a:endParaRPr>
            </a:p>
          </p:txBody>
        </p:sp>
        <p:sp>
          <p:nvSpPr>
            <p:cNvPr id="66" name="TextBox 65">
              <a:extLst>
                <a:ext uri="{FF2B5EF4-FFF2-40B4-BE49-F238E27FC236}">
                  <a16:creationId xmlns:a16="http://schemas.microsoft.com/office/drawing/2014/main" id="{BFF5968E-A6DC-FC27-7397-E6F4AE287A35}"/>
                </a:ext>
              </a:extLst>
            </p:cNvPr>
            <p:cNvSpPr txBox="1"/>
            <p:nvPr/>
          </p:nvSpPr>
          <p:spPr>
            <a:xfrm>
              <a:off x="5502342" y="2081301"/>
              <a:ext cx="5581656" cy="523220"/>
            </a:xfrm>
            <a:prstGeom prst="rect">
              <a:avLst/>
            </a:prstGeom>
            <a:noFill/>
          </p:spPr>
          <p:txBody>
            <a:bodyPr wrap="square" rtlCol="0">
              <a:spAutoFit/>
            </a:bodyPr>
            <a:lstStyle/>
            <a:p>
              <a:pPr lvl="0"/>
              <a:r>
                <a:rPr lang="en-US" altLang="ko-KR" sz="1400" kern="0">
                  <a:solidFill>
                    <a:prstClr val="white"/>
                  </a:solidFill>
                  <a:cs typeface="Arial" pitchFamily="34" charset="0"/>
                </a:rPr>
                <a:t>Khi truyền qua những vật liệu tinh thể dị hướng có thể làm thay đổi cường độ ánh sáng mặc dù những vật liệu này trong suốt</a:t>
              </a:r>
              <a:endParaRPr kumimoji="0" lang="ko-KR" altLang="en-US" sz="1400" b="0" i="0" u="none" strike="noStrike" kern="0" cap="none" spc="0" normalizeH="0" baseline="0" noProof="0" dirty="0">
                <a:ln>
                  <a:noFill/>
                </a:ln>
                <a:solidFill>
                  <a:prstClr val="white"/>
                </a:solidFill>
                <a:effectLst/>
                <a:uLnTx/>
                <a:uFillTx/>
              </a:endParaRPr>
            </a:p>
          </p:txBody>
        </p:sp>
        <p:sp>
          <p:nvSpPr>
            <p:cNvPr id="64" name="Parallelogram 31">
              <a:extLst>
                <a:ext uri="{FF2B5EF4-FFF2-40B4-BE49-F238E27FC236}">
                  <a16:creationId xmlns:a16="http://schemas.microsoft.com/office/drawing/2014/main" id="{A83F3CE8-2B1A-11CB-66F5-5906C10FDAF9}"/>
                </a:ext>
              </a:extLst>
            </p:cNvPr>
            <p:cNvSpPr/>
            <p:nvPr/>
          </p:nvSpPr>
          <p:spPr>
            <a:xfrm rot="5400000" flipH="1">
              <a:off x="4504583" y="1626517"/>
              <a:ext cx="1276539" cy="724247"/>
            </a:xfrm>
            <a:prstGeom prst="parallelogram">
              <a:avLst>
                <a:gd name="adj" fmla="val 96198"/>
              </a:avLst>
            </a:prstGeom>
            <a:solidFill>
              <a:srgbClr val="1ED4DE">
                <a:lumMod val="60000"/>
                <a:lumOff val="40000"/>
              </a:srgb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Arial"/>
                <a:cs typeface="+mn-cs"/>
              </a:endParaRPr>
            </a:p>
          </p:txBody>
        </p:sp>
        <p:sp>
          <p:nvSpPr>
            <p:cNvPr id="65" name="TextBox 64">
              <a:extLst>
                <a:ext uri="{FF2B5EF4-FFF2-40B4-BE49-F238E27FC236}">
                  <a16:creationId xmlns:a16="http://schemas.microsoft.com/office/drawing/2014/main" id="{BFBD640C-48A7-9235-3F31-3ADDEF6F9AA3}"/>
                </a:ext>
              </a:extLst>
            </p:cNvPr>
            <p:cNvSpPr txBox="1"/>
            <p:nvPr/>
          </p:nvSpPr>
          <p:spPr>
            <a:xfrm>
              <a:off x="5504976" y="1406201"/>
              <a:ext cx="779665" cy="461665"/>
            </a:xfrm>
            <a:prstGeom prst="rect">
              <a:avLst/>
            </a:prstGeom>
            <a:noFill/>
          </p:spPr>
          <p:txBody>
            <a:bodyPr wrap="square" rtlCol="0">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ko-KR" sz="2400" b="1" i="0" u="none" strike="noStrike" kern="0" cap="none" spc="0" normalizeH="0" baseline="0" noProof="0">
                  <a:ln>
                    <a:noFill/>
                  </a:ln>
                  <a:solidFill>
                    <a:prstClr val="white"/>
                  </a:solidFill>
                  <a:effectLst/>
                  <a:uLnTx/>
                  <a:uFillTx/>
                  <a:cs typeface="Arial" pitchFamily="34" charset="0"/>
                </a:rPr>
                <a:t>03</a:t>
              </a:r>
              <a:endParaRPr kumimoji="0" lang="ko-KR" altLang="en-US" sz="2400" b="1" i="0" u="none" strike="noStrike" kern="0" cap="none" spc="0" normalizeH="0" baseline="0" noProof="0" dirty="0">
                <a:ln>
                  <a:noFill/>
                </a:ln>
                <a:solidFill>
                  <a:prstClr val="white"/>
                </a:solidFill>
                <a:effectLst/>
                <a:uLnTx/>
                <a:uFillTx/>
                <a:cs typeface="Arial" pitchFamily="34" charset="0"/>
              </a:endParaRPr>
            </a:p>
          </p:txBody>
        </p:sp>
      </p:grpSp>
      <p:sp>
        <p:nvSpPr>
          <p:cNvPr id="68" name="TextBox 67">
            <a:extLst>
              <a:ext uri="{FF2B5EF4-FFF2-40B4-BE49-F238E27FC236}">
                <a16:creationId xmlns:a16="http://schemas.microsoft.com/office/drawing/2014/main" id="{B06D4F25-22D5-1455-3BB9-0B4BEB7FC9C9}"/>
              </a:ext>
            </a:extLst>
          </p:cNvPr>
          <p:cNvSpPr txBox="1"/>
          <p:nvPr/>
        </p:nvSpPr>
        <p:spPr>
          <a:xfrm>
            <a:off x="7131075" y="4340272"/>
            <a:ext cx="4354244" cy="523220"/>
          </a:xfrm>
          <a:prstGeom prst="rect">
            <a:avLst/>
          </a:prstGeom>
          <a:noFill/>
        </p:spPr>
        <p:txBody>
          <a:bodyPr wrap="square" rtlCol="0">
            <a:spAutoFit/>
          </a:bodyPr>
          <a:lstStyle/>
          <a:p>
            <a:r>
              <a:rPr lang="en-US" sz="2800" b="1">
                <a:solidFill>
                  <a:schemeClr val="accent1">
                    <a:lumMod val="75000"/>
                  </a:schemeClr>
                </a:solidFill>
              </a:rPr>
              <a:t>PHÂN CỰC ÁNH SÁNG</a:t>
            </a:r>
          </a:p>
        </p:txBody>
      </p:sp>
      <p:pic>
        <p:nvPicPr>
          <p:cNvPr id="73" name="Picture 72">
            <a:extLst>
              <a:ext uri="{FF2B5EF4-FFF2-40B4-BE49-F238E27FC236}">
                <a16:creationId xmlns:a16="http://schemas.microsoft.com/office/drawing/2014/main" id="{6EF28E7F-177B-A40A-8061-FF1AE4DC97A4}"/>
              </a:ext>
            </a:extLst>
          </p:cNvPr>
          <p:cNvPicPr>
            <a:picLocks noChangeAspect="1"/>
          </p:cNvPicPr>
          <p:nvPr/>
        </p:nvPicPr>
        <p:blipFill>
          <a:blip r:embed="rId3"/>
          <a:stretch>
            <a:fillRect/>
          </a:stretch>
        </p:blipFill>
        <p:spPr>
          <a:xfrm>
            <a:off x="117867" y="3473529"/>
            <a:ext cx="5209003" cy="2702542"/>
          </a:xfrm>
          <a:prstGeom prst="rect">
            <a:avLst/>
          </a:prstGeom>
        </p:spPr>
      </p:pic>
    </p:spTree>
    <p:extLst>
      <p:ext uri="{BB962C8B-B14F-4D97-AF65-F5344CB8AC3E}">
        <p14:creationId xmlns:p14="http://schemas.microsoft.com/office/powerpoint/2010/main" val="1557309788"/>
      </p:ext>
    </p:extLst>
  </p:cSld>
  <p:clrMapOvr>
    <a:masterClrMapping/>
  </p:clrMapOvr>
  <mc:AlternateContent xmlns:mc="http://schemas.openxmlformats.org/markup-compatibility/2006" xmlns:p14="http://schemas.microsoft.com/office/powerpoint/2010/main">
    <mc:Choice Requires="p14">
      <p:transition spd="slow" p14:dur="1400">
        <p14:doors dir="vert"/>
      </p:transition>
    </mc:Choice>
    <mc:Fallback xmlns="">
      <p:transition spd="slow">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D2371D73-6CFB-F5D3-0DFC-52CB9092605D}"/>
              </a:ext>
            </a:extLst>
          </p:cNvPr>
          <p:cNvPicPr>
            <a:picLocks noChangeAspect="1"/>
          </p:cNvPicPr>
          <p:nvPr/>
        </p:nvPicPr>
        <p:blipFill>
          <a:blip r:embed="rId2"/>
          <a:stretch>
            <a:fillRect/>
          </a:stretch>
        </p:blipFill>
        <p:spPr>
          <a:xfrm>
            <a:off x="5958436" y="25203"/>
            <a:ext cx="6217920" cy="4833865"/>
          </a:xfrm>
          <a:prstGeom prst="rect">
            <a:avLst/>
          </a:prstGeom>
        </p:spPr>
      </p:pic>
      <p:grpSp>
        <p:nvGrpSpPr>
          <p:cNvPr id="2" name="Group 10">
            <a:extLst>
              <a:ext uri="{FF2B5EF4-FFF2-40B4-BE49-F238E27FC236}">
                <a16:creationId xmlns:a16="http://schemas.microsoft.com/office/drawing/2014/main" id="{A0771BB2-FC6D-091F-6EAE-6A2D6341B481}"/>
              </a:ext>
            </a:extLst>
          </p:cNvPr>
          <p:cNvGrpSpPr/>
          <p:nvPr/>
        </p:nvGrpSpPr>
        <p:grpSpPr>
          <a:xfrm>
            <a:off x="287912" y="302072"/>
            <a:ext cx="5982846" cy="1286087"/>
            <a:chOff x="4780729" y="1350371"/>
            <a:chExt cx="5823813" cy="1286087"/>
          </a:xfrm>
        </p:grpSpPr>
        <p:sp>
          <p:nvSpPr>
            <p:cNvPr id="3" name="Rectangle 8">
              <a:extLst>
                <a:ext uri="{FF2B5EF4-FFF2-40B4-BE49-F238E27FC236}">
                  <a16:creationId xmlns:a16="http://schemas.microsoft.com/office/drawing/2014/main" id="{A6366DA8-149B-3EBB-00BA-4709184A9610}"/>
                </a:ext>
              </a:extLst>
            </p:cNvPr>
            <p:cNvSpPr/>
            <p:nvPr/>
          </p:nvSpPr>
          <p:spPr>
            <a:xfrm>
              <a:off x="4780729" y="2051242"/>
              <a:ext cx="5823812" cy="585216"/>
            </a:xfrm>
            <a:prstGeom prst="rect">
              <a:avLst/>
            </a:prstGeom>
            <a:solidFill>
              <a:srgbClr val="E62949">
                <a:lumMod val="75000"/>
              </a:srgb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Arial"/>
                <a:cs typeface="+mn-cs"/>
              </a:endParaRPr>
            </a:p>
          </p:txBody>
        </p:sp>
        <p:sp>
          <p:nvSpPr>
            <p:cNvPr id="4" name="Arrow: Pentagon 1">
              <a:extLst>
                <a:ext uri="{FF2B5EF4-FFF2-40B4-BE49-F238E27FC236}">
                  <a16:creationId xmlns:a16="http://schemas.microsoft.com/office/drawing/2014/main" id="{AAAAAC92-D640-86EA-BAF0-1606C9A7279A}"/>
                </a:ext>
              </a:extLst>
            </p:cNvPr>
            <p:cNvSpPr/>
            <p:nvPr/>
          </p:nvSpPr>
          <p:spPr>
            <a:xfrm>
              <a:off x="5504979" y="1350372"/>
              <a:ext cx="1104522" cy="588476"/>
            </a:xfrm>
            <a:prstGeom prst="homePlate">
              <a:avLst/>
            </a:prstGeom>
            <a:solidFill>
              <a:srgbClr val="E62949"/>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Arial"/>
                <a:cs typeface="+mn-cs"/>
              </a:endParaRPr>
            </a:p>
          </p:txBody>
        </p:sp>
        <p:sp>
          <p:nvSpPr>
            <p:cNvPr id="5" name="TextBox 4">
              <a:extLst>
                <a:ext uri="{FF2B5EF4-FFF2-40B4-BE49-F238E27FC236}">
                  <a16:creationId xmlns:a16="http://schemas.microsoft.com/office/drawing/2014/main" id="{D96929B6-820F-C0BB-AC68-FF077F8C5F8C}"/>
                </a:ext>
              </a:extLst>
            </p:cNvPr>
            <p:cNvSpPr txBox="1"/>
            <p:nvPr/>
          </p:nvSpPr>
          <p:spPr>
            <a:xfrm>
              <a:off x="5480592" y="2093827"/>
              <a:ext cx="5123950" cy="523220"/>
            </a:xfrm>
            <a:prstGeom prst="rect">
              <a:avLst/>
            </a:prstGeom>
            <a:noFill/>
          </p:spPr>
          <p:txBody>
            <a:bodyPr wrap="square" rtlCol="0">
              <a:spAutoFit/>
            </a:bodyPr>
            <a:lstStyle/>
            <a:p>
              <a:pPr marL="0" marR="0" lvl="0" indent="0" algn="just" defTabSz="914400" eaLnBrk="1" fontAlgn="auto" latinLnBrk="0" hangingPunct="1">
                <a:lnSpc>
                  <a:spcPct val="100000"/>
                </a:lnSpc>
                <a:spcBef>
                  <a:spcPts val="0"/>
                </a:spcBef>
                <a:spcAft>
                  <a:spcPts val="0"/>
                </a:spcAft>
                <a:buClrTx/>
                <a:buSzTx/>
                <a:buFontTx/>
                <a:buNone/>
                <a:tabLst/>
                <a:defRPr/>
              </a:pPr>
              <a:r>
                <a:rPr kumimoji="0" lang="en-US" altLang="ko-KR" sz="1400" b="0" i="0" u="none" strike="noStrike" kern="0" cap="none" spc="0" normalizeH="0" baseline="0" noProof="0">
                  <a:ln>
                    <a:noFill/>
                  </a:ln>
                  <a:solidFill>
                    <a:prstClr val="white"/>
                  </a:solidFill>
                  <a:effectLst/>
                  <a:uLnTx/>
                  <a:uFillTx/>
                  <a:cs typeface="Arial" pitchFamily="34" charset="0"/>
                </a:rPr>
                <a:t>Giao thoa của hai nguồn ánh sáng kết hợp tạo ra một hệ vân sáng – tối nằm xen kẽ lan ra cả vùng bóng tối hình học.</a:t>
              </a:r>
              <a:endParaRPr kumimoji="0" lang="ko-KR" altLang="en-US" sz="1400" b="0" i="0" u="none" strike="noStrike" kern="0" cap="none" spc="0" normalizeH="0" baseline="0" noProof="0" dirty="0">
                <a:ln>
                  <a:noFill/>
                </a:ln>
                <a:solidFill>
                  <a:prstClr val="white"/>
                </a:solidFill>
                <a:effectLst/>
                <a:uLnTx/>
                <a:uFillTx/>
              </a:endParaRPr>
            </a:p>
          </p:txBody>
        </p:sp>
        <p:sp>
          <p:nvSpPr>
            <p:cNvPr id="6" name="Parallelogram 7">
              <a:extLst>
                <a:ext uri="{FF2B5EF4-FFF2-40B4-BE49-F238E27FC236}">
                  <a16:creationId xmlns:a16="http://schemas.microsoft.com/office/drawing/2014/main" id="{16C671B7-BC0A-D4DF-CFBB-1D588EE815AD}"/>
                </a:ext>
              </a:extLst>
            </p:cNvPr>
            <p:cNvSpPr/>
            <p:nvPr/>
          </p:nvSpPr>
          <p:spPr>
            <a:xfrm rot="5400000" flipH="1">
              <a:off x="4504583" y="1626517"/>
              <a:ext cx="1276539" cy="724247"/>
            </a:xfrm>
            <a:prstGeom prst="parallelogram">
              <a:avLst>
                <a:gd name="adj" fmla="val 96198"/>
              </a:avLst>
            </a:prstGeom>
            <a:solidFill>
              <a:srgbClr val="E62949">
                <a:lumMod val="60000"/>
                <a:lumOff val="40000"/>
              </a:srgb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Arial"/>
                <a:cs typeface="+mn-cs"/>
              </a:endParaRPr>
            </a:p>
          </p:txBody>
        </p:sp>
        <p:sp>
          <p:nvSpPr>
            <p:cNvPr id="7" name="TextBox 6">
              <a:extLst>
                <a:ext uri="{FF2B5EF4-FFF2-40B4-BE49-F238E27FC236}">
                  <a16:creationId xmlns:a16="http://schemas.microsoft.com/office/drawing/2014/main" id="{6585AB87-6D9E-9FA2-20CB-17E098428818}"/>
                </a:ext>
              </a:extLst>
            </p:cNvPr>
            <p:cNvSpPr txBox="1"/>
            <p:nvPr/>
          </p:nvSpPr>
          <p:spPr>
            <a:xfrm>
              <a:off x="5504976" y="1406201"/>
              <a:ext cx="779665" cy="461665"/>
            </a:xfrm>
            <a:prstGeom prst="rect">
              <a:avLst/>
            </a:prstGeom>
            <a:noFill/>
          </p:spPr>
          <p:txBody>
            <a:bodyPr wrap="square" rtlCol="0">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ko-KR" sz="2400" b="1" i="0" u="none" strike="noStrike" kern="0" cap="none" spc="0" normalizeH="0" baseline="0" noProof="0">
                  <a:ln>
                    <a:noFill/>
                  </a:ln>
                  <a:solidFill>
                    <a:prstClr val="white"/>
                  </a:solidFill>
                  <a:effectLst/>
                  <a:uLnTx/>
                  <a:uFillTx/>
                  <a:cs typeface="Arial" pitchFamily="34" charset="0"/>
                </a:rPr>
                <a:t>5.1</a:t>
              </a:r>
              <a:endParaRPr kumimoji="0" lang="ko-KR" altLang="en-US" sz="2400" b="1" i="0" u="none" strike="noStrike" kern="0" cap="none" spc="0" normalizeH="0" baseline="0" noProof="0" dirty="0">
                <a:ln>
                  <a:noFill/>
                </a:ln>
                <a:solidFill>
                  <a:prstClr val="white"/>
                </a:solidFill>
                <a:effectLst/>
                <a:uLnTx/>
                <a:uFillTx/>
                <a:cs typeface="Arial" pitchFamily="34" charset="0"/>
              </a:endParaRPr>
            </a:p>
          </p:txBody>
        </p:sp>
      </p:grpSp>
      <p:sp>
        <p:nvSpPr>
          <p:cNvPr id="8" name="TextBox 7">
            <a:extLst>
              <a:ext uri="{FF2B5EF4-FFF2-40B4-BE49-F238E27FC236}">
                <a16:creationId xmlns:a16="http://schemas.microsoft.com/office/drawing/2014/main" id="{9F435206-9CB3-CBDE-3CFD-D7A9FCE7CE93}"/>
              </a:ext>
            </a:extLst>
          </p:cNvPr>
          <p:cNvSpPr txBox="1"/>
          <p:nvPr/>
        </p:nvSpPr>
        <p:spPr>
          <a:xfrm>
            <a:off x="2166623" y="379122"/>
            <a:ext cx="4367024" cy="523220"/>
          </a:xfrm>
          <a:prstGeom prst="rect">
            <a:avLst/>
          </a:prstGeom>
          <a:noFill/>
        </p:spPr>
        <p:txBody>
          <a:bodyPr wrap="square" rtlCol="0">
            <a:spAutoFit/>
          </a:bodyPr>
          <a:lstStyle/>
          <a:p>
            <a:r>
              <a:rPr lang="en-US" sz="2800" b="1">
                <a:solidFill>
                  <a:srgbClr val="FF0000"/>
                </a:solidFill>
              </a:rPr>
              <a:t>GIAO THOA ÁNH SÁNG</a:t>
            </a:r>
          </a:p>
        </p:txBody>
      </p:sp>
      <p:sp>
        <p:nvSpPr>
          <p:cNvPr id="12" name="자유형 25">
            <a:extLst>
              <a:ext uri="{FF2B5EF4-FFF2-40B4-BE49-F238E27FC236}">
                <a16:creationId xmlns:a16="http://schemas.microsoft.com/office/drawing/2014/main" id="{265FD8F9-41EE-B5F6-74DF-14B9064CBFE9}"/>
              </a:ext>
            </a:extLst>
          </p:cNvPr>
          <p:cNvSpPr/>
          <p:nvPr/>
        </p:nvSpPr>
        <p:spPr>
          <a:xfrm flipV="1">
            <a:off x="390398" y="2307598"/>
            <a:ext cx="5068445" cy="45719"/>
          </a:xfrm>
          <a:custGeom>
            <a:avLst/>
            <a:gdLst>
              <a:gd name="connsiteX0" fmla="*/ 0 w 7226300"/>
              <a:gd name="connsiteY0" fmla="*/ 0 h 0"/>
              <a:gd name="connsiteX1" fmla="*/ 7226300 w 7226300"/>
              <a:gd name="connsiteY1" fmla="*/ 0 h 0"/>
            </a:gdLst>
            <a:ahLst/>
            <a:cxnLst>
              <a:cxn ang="0">
                <a:pos x="connsiteX0" y="connsiteY0"/>
              </a:cxn>
              <a:cxn ang="0">
                <a:pos x="connsiteX1" y="connsiteY1"/>
              </a:cxn>
            </a:cxnLst>
            <a:rect l="l" t="t" r="r" b="b"/>
            <a:pathLst>
              <a:path w="7226300">
                <a:moveTo>
                  <a:pt x="0" y="0"/>
                </a:moveTo>
                <a:lnTo>
                  <a:pt x="7226300" y="0"/>
                </a:lnTo>
              </a:path>
            </a:pathLst>
          </a:custGeom>
          <a:noFill/>
          <a:ln w="19050" cap="flat" cmpd="sng" algn="ctr">
            <a:solidFill>
              <a:sysClr val="window" lastClr="FFFFFF">
                <a:lumMod val="65000"/>
              </a:sysClr>
            </a:solidFill>
            <a:prstDash val="sysDot"/>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ko-KR" altLang="en-US" sz="2700" b="0" i="0" u="none" strike="noStrike" kern="0" cap="none" spc="0" normalizeH="0" baseline="0" noProof="0">
              <a:ln>
                <a:noFill/>
              </a:ln>
              <a:solidFill>
                <a:prstClr val="black"/>
              </a:solidFill>
              <a:effectLst/>
              <a:uLnTx/>
              <a:uFillTx/>
              <a:latin typeface="Arial"/>
              <a:cs typeface="+mn-cs"/>
            </a:endParaRPr>
          </a:p>
        </p:txBody>
      </p:sp>
      <p:sp>
        <p:nvSpPr>
          <p:cNvPr id="13" name="자유형 27">
            <a:extLst>
              <a:ext uri="{FF2B5EF4-FFF2-40B4-BE49-F238E27FC236}">
                <a16:creationId xmlns:a16="http://schemas.microsoft.com/office/drawing/2014/main" id="{254F640F-BA15-409C-61D2-89F838864E32}"/>
              </a:ext>
            </a:extLst>
          </p:cNvPr>
          <p:cNvSpPr/>
          <p:nvPr/>
        </p:nvSpPr>
        <p:spPr>
          <a:xfrm>
            <a:off x="441143" y="3105905"/>
            <a:ext cx="5068445" cy="45719"/>
          </a:xfrm>
          <a:custGeom>
            <a:avLst/>
            <a:gdLst>
              <a:gd name="connsiteX0" fmla="*/ 0 w 7226300"/>
              <a:gd name="connsiteY0" fmla="*/ 0 h 0"/>
              <a:gd name="connsiteX1" fmla="*/ 7226300 w 7226300"/>
              <a:gd name="connsiteY1" fmla="*/ 0 h 0"/>
            </a:gdLst>
            <a:ahLst/>
            <a:cxnLst>
              <a:cxn ang="0">
                <a:pos x="connsiteX0" y="connsiteY0"/>
              </a:cxn>
              <a:cxn ang="0">
                <a:pos x="connsiteX1" y="connsiteY1"/>
              </a:cxn>
            </a:cxnLst>
            <a:rect l="l" t="t" r="r" b="b"/>
            <a:pathLst>
              <a:path w="7226300">
                <a:moveTo>
                  <a:pt x="0" y="0"/>
                </a:moveTo>
                <a:lnTo>
                  <a:pt x="7226300" y="0"/>
                </a:lnTo>
              </a:path>
            </a:pathLst>
          </a:custGeom>
          <a:noFill/>
          <a:ln w="19050" cap="flat" cmpd="sng" algn="ctr">
            <a:solidFill>
              <a:sysClr val="window" lastClr="FFFFFF">
                <a:lumMod val="65000"/>
              </a:sysClr>
            </a:solidFill>
            <a:prstDash val="sysDot"/>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ko-KR" altLang="en-US" sz="2700" b="0" i="0" u="none" strike="noStrike" kern="0" cap="none" spc="0" normalizeH="0" baseline="0" noProof="0">
              <a:ln>
                <a:noFill/>
              </a:ln>
              <a:solidFill>
                <a:prstClr val="black"/>
              </a:solidFill>
              <a:effectLst/>
              <a:uLnTx/>
              <a:uFillTx/>
              <a:latin typeface="Arial"/>
              <a:cs typeface="+mn-cs"/>
            </a:endParaRPr>
          </a:p>
        </p:txBody>
      </p:sp>
      <p:sp>
        <p:nvSpPr>
          <p:cNvPr id="14" name="자유형 29">
            <a:extLst>
              <a:ext uri="{FF2B5EF4-FFF2-40B4-BE49-F238E27FC236}">
                <a16:creationId xmlns:a16="http://schemas.microsoft.com/office/drawing/2014/main" id="{A56CD360-D241-3C69-53B9-E578532BA91D}"/>
              </a:ext>
            </a:extLst>
          </p:cNvPr>
          <p:cNvSpPr/>
          <p:nvPr/>
        </p:nvSpPr>
        <p:spPr>
          <a:xfrm flipV="1">
            <a:off x="441143" y="3822067"/>
            <a:ext cx="5146807" cy="91438"/>
          </a:xfrm>
          <a:custGeom>
            <a:avLst/>
            <a:gdLst>
              <a:gd name="connsiteX0" fmla="*/ 0 w 7226300"/>
              <a:gd name="connsiteY0" fmla="*/ 0 h 0"/>
              <a:gd name="connsiteX1" fmla="*/ 7226300 w 7226300"/>
              <a:gd name="connsiteY1" fmla="*/ 0 h 0"/>
            </a:gdLst>
            <a:ahLst/>
            <a:cxnLst>
              <a:cxn ang="0">
                <a:pos x="connsiteX0" y="connsiteY0"/>
              </a:cxn>
              <a:cxn ang="0">
                <a:pos x="connsiteX1" y="connsiteY1"/>
              </a:cxn>
            </a:cxnLst>
            <a:rect l="l" t="t" r="r" b="b"/>
            <a:pathLst>
              <a:path w="7226300">
                <a:moveTo>
                  <a:pt x="0" y="0"/>
                </a:moveTo>
                <a:lnTo>
                  <a:pt x="7226300" y="0"/>
                </a:lnTo>
              </a:path>
            </a:pathLst>
          </a:custGeom>
          <a:noFill/>
          <a:ln w="19050" cap="flat" cmpd="sng" algn="ctr">
            <a:solidFill>
              <a:sysClr val="window" lastClr="FFFFFF">
                <a:lumMod val="65000"/>
              </a:sysClr>
            </a:solidFill>
            <a:prstDash val="sysDot"/>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ko-KR" altLang="en-US" sz="2700" b="0" i="0" u="none" strike="noStrike" kern="0" cap="none" spc="0" normalizeH="0" baseline="0" noProof="0">
              <a:ln>
                <a:noFill/>
              </a:ln>
              <a:solidFill>
                <a:prstClr val="black"/>
              </a:solidFill>
              <a:effectLst/>
              <a:uLnTx/>
              <a:uFillTx/>
              <a:latin typeface="Arial"/>
              <a:cs typeface="+mn-cs"/>
            </a:endParaRPr>
          </a:p>
        </p:txBody>
      </p:sp>
      <p:sp>
        <p:nvSpPr>
          <p:cNvPr id="15" name="자유형 30">
            <a:extLst>
              <a:ext uri="{FF2B5EF4-FFF2-40B4-BE49-F238E27FC236}">
                <a16:creationId xmlns:a16="http://schemas.microsoft.com/office/drawing/2014/main" id="{B0ECCF93-7468-6553-E1B5-8CF33A64886A}"/>
              </a:ext>
            </a:extLst>
          </p:cNvPr>
          <p:cNvSpPr/>
          <p:nvPr/>
        </p:nvSpPr>
        <p:spPr>
          <a:xfrm>
            <a:off x="446602" y="4704520"/>
            <a:ext cx="5146807" cy="45719"/>
          </a:xfrm>
          <a:custGeom>
            <a:avLst/>
            <a:gdLst>
              <a:gd name="connsiteX0" fmla="*/ 0 w 7226300"/>
              <a:gd name="connsiteY0" fmla="*/ 0 h 0"/>
              <a:gd name="connsiteX1" fmla="*/ 7226300 w 7226300"/>
              <a:gd name="connsiteY1" fmla="*/ 0 h 0"/>
            </a:gdLst>
            <a:ahLst/>
            <a:cxnLst>
              <a:cxn ang="0">
                <a:pos x="connsiteX0" y="connsiteY0"/>
              </a:cxn>
              <a:cxn ang="0">
                <a:pos x="connsiteX1" y="connsiteY1"/>
              </a:cxn>
            </a:cxnLst>
            <a:rect l="l" t="t" r="r" b="b"/>
            <a:pathLst>
              <a:path w="7226300">
                <a:moveTo>
                  <a:pt x="0" y="0"/>
                </a:moveTo>
                <a:lnTo>
                  <a:pt x="7226300" y="0"/>
                </a:lnTo>
              </a:path>
            </a:pathLst>
          </a:custGeom>
          <a:noFill/>
          <a:ln w="19050" cap="flat" cmpd="sng" algn="ctr">
            <a:solidFill>
              <a:sysClr val="window" lastClr="FFFFFF">
                <a:lumMod val="65000"/>
              </a:sysClr>
            </a:solidFill>
            <a:prstDash val="sysDot"/>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ko-KR" altLang="en-US" sz="2700" b="0" i="0" u="none" strike="noStrike" kern="0" cap="none" spc="0" normalizeH="0" baseline="0" noProof="0">
              <a:ln>
                <a:noFill/>
              </a:ln>
              <a:solidFill>
                <a:prstClr val="black"/>
              </a:solidFill>
              <a:effectLst/>
              <a:uLnTx/>
              <a:uFillTx/>
              <a:latin typeface="Arial"/>
              <a:cs typeface="+mn-cs"/>
            </a:endParaRPr>
          </a:p>
        </p:txBody>
      </p:sp>
      <p:sp>
        <p:nvSpPr>
          <p:cNvPr id="16" name="Oval 10">
            <a:extLst>
              <a:ext uri="{FF2B5EF4-FFF2-40B4-BE49-F238E27FC236}">
                <a16:creationId xmlns:a16="http://schemas.microsoft.com/office/drawing/2014/main" id="{0424A7F8-D104-5969-EAD2-3C2E836D02C4}"/>
              </a:ext>
            </a:extLst>
          </p:cNvPr>
          <p:cNvSpPr/>
          <p:nvPr/>
        </p:nvSpPr>
        <p:spPr>
          <a:xfrm>
            <a:off x="390398" y="2488708"/>
            <a:ext cx="573285" cy="573285"/>
          </a:xfrm>
          <a:prstGeom prst="ellipse">
            <a:avLst/>
          </a:prstGeom>
          <a:solidFill>
            <a:srgbClr val="7344AE"/>
          </a:solidFill>
          <a:ln w="15875" cap="flat" cmpd="sng" algn="ctr">
            <a:solidFill>
              <a:sysClr val="window" lastClr="FFFFFF"/>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JM" sz="2700" b="0" i="0" u="none" strike="noStrike" kern="0" cap="none" spc="0" normalizeH="0" baseline="0" noProof="0" dirty="0">
                <a:ln>
                  <a:noFill/>
                </a:ln>
                <a:solidFill>
                  <a:prstClr val="white"/>
                </a:solidFill>
                <a:effectLst/>
                <a:uLnTx/>
                <a:uFillTx/>
                <a:latin typeface="Arial"/>
                <a:cs typeface="+mn-cs"/>
              </a:rPr>
              <a:t>2</a:t>
            </a:r>
          </a:p>
        </p:txBody>
      </p:sp>
      <p:sp>
        <p:nvSpPr>
          <p:cNvPr id="17" name="Oval 10">
            <a:extLst>
              <a:ext uri="{FF2B5EF4-FFF2-40B4-BE49-F238E27FC236}">
                <a16:creationId xmlns:a16="http://schemas.microsoft.com/office/drawing/2014/main" id="{0785EA7C-F08A-0F8F-1F24-5C7732CACF26}"/>
              </a:ext>
            </a:extLst>
          </p:cNvPr>
          <p:cNvSpPr/>
          <p:nvPr/>
        </p:nvSpPr>
        <p:spPr>
          <a:xfrm>
            <a:off x="362717" y="3274358"/>
            <a:ext cx="573285" cy="573285"/>
          </a:xfrm>
          <a:prstGeom prst="ellipse">
            <a:avLst/>
          </a:prstGeom>
          <a:solidFill>
            <a:srgbClr val="FF5030"/>
          </a:solidFill>
          <a:ln w="15875" cap="flat" cmpd="sng" algn="ctr">
            <a:solidFill>
              <a:sysClr val="window" lastClr="FFFFFF"/>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JM" sz="2700" b="0" i="0" u="none" strike="noStrike" kern="0" cap="none" spc="0" normalizeH="0" baseline="0" noProof="0" dirty="0">
                <a:ln>
                  <a:noFill/>
                </a:ln>
                <a:solidFill>
                  <a:prstClr val="white"/>
                </a:solidFill>
                <a:effectLst/>
                <a:uLnTx/>
                <a:uFillTx/>
                <a:latin typeface="Arial"/>
                <a:cs typeface="+mn-cs"/>
              </a:rPr>
              <a:t>3</a:t>
            </a:r>
          </a:p>
        </p:txBody>
      </p:sp>
      <p:sp>
        <p:nvSpPr>
          <p:cNvPr id="18" name="Oval 10">
            <a:extLst>
              <a:ext uri="{FF2B5EF4-FFF2-40B4-BE49-F238E27FC236}">
                <a16:creationId xmlns:a16="http://schemas.microsoft.com/office/drawing/2014/main" id="{ECF5DCF1-B828-633F-1141-3DE01B31F4A4}"/>
              </a:ext>
            </a:extLst>
          </p:cNvPr>
          <p:cNvSpPr/>
          <p:nvPr/>
        </p:nvSpPr>
        <p:spPr>
          <a:xfrm>
            <a:off x="384291" y="4076842"/>
            <a:ext cx="573285" cy="573285"/>
          </a:xfrm>
          <a:prstGeom prst="ellipse">
            <a:avLst/>
          </a:prstGeom>
          <a:solidFill>
            <a:srgbClr val="7344AE"/>
          </a:solidFill>
          <a:ln w="15875" cap="flat" cmpd="sng" algn="ctr">
            <a:solidFill>
              <a:sysClr val="window" lastClr="FFFFFF"/>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JM" sz="2700" b="0" i="0" u="none" strike="noStrike" kern="0" cap="none" spc="0" normalizeH="0" baseline="0" noProof="0" dirty="0">
                <a:ln>
                  <a:noFill/>
                </a:ln>
                <a:solidFill>
                  <a:prstClr val="white"/>
                </a:solidFill>
                <a:effectLst/>
                <a:uLnTx/>
                <a:uFillTx/>
                <a:latin typeface="Arial"/>
                <a:cs typeface="+mn-cs"/>
              </a:rPr>
              <a:t>4</a:t>
            </a:r>
          </a:p>
        </p:txBody>
      </p:sp>
      <p:sp>
        <p:nvSpPr>
          <p:cNvPr id="19" name="Oval 10">
            <a:extLst>
              <a:ext uri="{FF2B5EF4-FFF2-40B4-BE49-F238E27FC236}">
                <a16:creationId xmlns:a16="http://schemas.microsoft.com/office/drawing/2014/main" id="{CEE0512C-1608-53D8-FD9C-113315233E8F}"/>
              </a:ext>
            </a:extLst>
          </p:cNvPr>
          <p:cNvSpPr/>
          <p:nvPr/>
        </p:nvSpPr>
        <p:spPr>
          <a:xfrm>
            <a:off x="331835" y="1726250"/>
            <a:ext cx="573285" cy="573285"/>
          </a:xfrm>
          <a:prstGeom prst="ellipse">
            <a:avLst/>
          </a:prstGeom>
          <a:solidFill>
            <a:srgbClr val="FF5030"/>
          </a:solidFill>
          <a:ln w="15875" cap="flat" cmpd="sng" algn="ctr">
            <a:solidFill>
              <a:sysClr val="window" lastClr="FFFFFF"/>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JM" sz="2700" b="0" i="0" u="none" strike="noStrike" kern="0" cap="none" spc="0" normalizeH="0" baseline="0" noProof="0" dirty="0">
                <a:ln>
                  <a:noFill/>
                </a:ln>
                <a:solidFill>
                  <a:prstClr val="white"/>
                </a:solidFill>
                <a:effectLst/>
                <a:uLnTx/>
                <a:uFillTx/>
                <a:latin typeface="Arial"/>
                <a:cs typeface="+mn-cs"/>
              </a:rPr>
              <a:t>1</a:t>
            </a:r>
          </a:p>
        </p:txBody>
      </p:sp>
      <p:sp>
        <p:nvSpPr>
          <p:cNvPr id="23" name="TextBox 22">
            <a:extLst>
              <a:ext uri="{FF2B5EF4-FFF2-40B4-BE49-F238E27FC236}">
                <a16:creationId xmlns:a16="http://schemas.microsoft.com/office/drawing/2014/main" id="{3F5DABBD-AB27-6F8D-FDF6-0E2F8B462580}"/>
              </a:ext>
            </a:extLst>
          </p:cNvPr>
          <p:cNvSpPr txBox="1"/>
          <p:nvPr/>
        </p:nvSpPr>
        <p:spPr>
          <a:xfrm>
            <a:off x="905120" y="1769329"/>
            <a:ext cx="4773640" cy="523220"/>
          </a:xfrm>
          <a:prstGeom prst="rect">
            <a:avLst/>
          </a:prstGeom>
          <a:noFill/>
        </p:spPr>
        <p:txBody>
          <a:bodyPr wrap="square" rtlCol="0">
            <a:spAutoFit/>
          </a:bodyPr>
          <a:lstStyle/>
          <a:p>
            <a:pPr marL="0" marR="0" lvl="0" indent="0" algn="just" defTabSz="914400" eaLnBrk="1" fontAlgn="auto" latinLnBrk="0" hangingPunct="1">
              <a:lnSpc>
                <a:spcPct val="100000"/>
              </a:lnSpc>
              <a:spcBef>
                <a:spcPts val="0"/>
              </a:spcBef>
              <a:spcAft>
                <a:spcPts val="0"/>
              </a:spcAft>
              <a:buClrTx/>
              <a:buSzTx/>
              <a:buFontTx/>
              <a:buNone/>
              <a:tabLst/>
              <a:defRPr/>
            </a:pPr>
            <a:r>
              <a:rPr kumimoji="0" lang="en-US" altLang="ko-KR" sz="1400" b="1" i="0" u="none" strike="noStrike" kern="0" cap="none" spc="0" normalizeH="0" baseline="0" noProof="0">
                <a:ln>
                  <a:noFill/>
                </a:ln>
                <a:solidFill>
                  <a:schemeClr val="accent1">
                    <a:lumMod val="75000"/>
                  </a:schemeClr>
                </a:solidFill>
                <a:effectLst/>
                <a:uLnTx/>
                <a:uFillTx/>
              </a:rPr>
              <a:t>Thí nghiệm Young về giao thoa ánh sáng và định nghĩa hiện tượng giao thoa ánh sáng</a:t>
            </a:r>
            <a:endParaRPr kumimoji="0" lang="en-US" altLang="ko-KR" sz="1400" b="1" i="0" u="none" strike="noStrike" kern="0" cap="none" spc="0" normalizeH="0" baseline="0" noProof="0" dirty="0">
              <a:ln>
                <a:noFill/>
              </a:ln>
              <a:solidFill>
                <a:schemeClr val="accent1">
                  <a:lumMod val="75000"/>
                </a:schemeClr>
              </a:solidFill>
              <a:effectLst/>
              <a:uLnTx/>
              <a:uFillTx/>
            </a:endParaRPr>
          </a:p>
        </p:txBody>
      </p:sp>
      <p:sp>
        <p:nvSpPr>
          <p:cNvPr id="28" name="TextBox 27">
            <a:extLst>
              <a:ext uri="{FF2B5EF4-FFF2-40B4-BE49-F238E27FC236}">
                <a16:creationId xmlns:a16="http://schemas.microsoft.com/office/drawing/2014/main" id="{EDAD5276-B204-C4AB-B249-AC04864A524A}"/>
              </a:ext>
            </a:extLst>
          </p:cNvPr>
          <p:cNvSpPr txBox="1"/>
          <p:nvPr/>
        </p:nvSpPr>
        <p:spPr>
          <a:xfrm>
            <a:off x="978393" y="2552395"/>
            <a:ext cx="4699514" cy="523220"/>
          </a:xfrm>
          <a:prstGeom prst="rect">
            <a:avLst/>
          </a:prstGeom>
          <a:noFill/>
        </p:spPr>
        <p:txBody>
          <a:bodyPr wrap="square" rtlCol="0">
            <a:spAutoFit/>
          </a:bodyPr>
          <a:lstStyle/>
          <a:p>
            <a:pPr marL="0" marR="0" lvl="0" indent="0" algn="just" defTabSz="914400" eaLnBrk="1" fontAlgn="auto" latinLnBrk="0" hangingPunct="1">
              <a:lnSpc>
                <a:spcPct val="100000"/>
              </a:lnSpc>
              <a:spcBef>
                <a:spcPts val="0"/>
              </a:spcBef>
              <a:spcAft>
                <a:spcPts val="0"/>
              </a:spcAft>
              <a:buClrTx/>
              <a:buSzTx/>
              <a:buFontTx/>
              <a:buNone/>
              <a:tabLst/>
              <a:defRPr/>
            </a:pPr>
            <a:r>
              <a:rPr kumimoji="0" lang="en-US" altLang="ko-KR" sz="1400" b="1" i="0" u="none" strike="noStrike" kern="0" cap="none" spc="0" normalizeH="0" baseline="0" noProof="0">
                <a:ln>
                  <a:noFill/>
                </a:ln>
                <a:solidFill>
                  <a:schemeClr val="accent1">
                    <a:lumMod val="75000"/>
                  </a:schemeClr>
                </a:solidFill>
                <a:effectLst/>
                <a:uLnTx/>
                <a:uFillTx/>
              </a:rPr>
              <a:t>Giao thoa ánh sáng đơn sắc: điều kiện giao thoa, vị trí vân và khoảng vân</a:t>
            </a:r>
            <a:endParaRPr kumimoji="0" lang="en-US" altLang="ko-KR" sz="1400" b="1" i="0" u="none" strike="noStrike" kern="0" cap="none" spc="0" normalizeH="0" baseline="0" noProof="0" dirty="0">
              <a:ln>
                <a:noFill/>
              </a:ln>
              <a:solidFill>
                <a:schemeClr val="accent1">
                  <a:lumMod val="75000"/>
                </a:schemeClr>
              </a:solidFill>
              <a:effectLst/>
              <a:uLnTx/>
              <a:uFillTx/>
            </a:endParaRPr>
          </a:p>
        </p:txBody>
      </p:sp>
      <p:sp>
        <p:nvSpPr>
          <p:cNvPr id="29" name="TextBox 28">
            <a:extLst>
              <a:ext uri="{FF2B5EF4-FFF2-40B4-BE49-F238E27FC236}">
                <a16:creationId xmlns:a16="http://schemas.microsoft.com/office/drawing/2014/main" id="{E5BACDB5-8253-64BD-181C-9CBA52C1C1AC}"/>
              </a:ext>
            </a:extLst>
          </p:cNvPr>
          <p:cNvSpPr txBox="1"/>
          <p:nvPr/>
        </p:nvSpPr>
        <p:spPr>
          <a:xfrm>
            <a:off x="949848" y="3430985"/>
            <a:ext cx="4392784" cy="307777"/>
          </a:xfrm>
          <a:prstGeom prst="rect">
            <a:avLst/>
          </a:prstGeom>
          <a:noFill/>
        </p:spPr>
        <p:txBody>
          <a:bodyPr wrap="squar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altLang="ko-KR" sz="1400" b="1" i="0" u="none" strike="noStrike" kern="0" cap="none" spc="0" normalizeH="0" baseline="0" noProof="0">
                <a:ln>
                  <a:noFill/>
                </a:ln>
                <a:solidFill>
                  <a:schemeClr val="accent1">
                    <a:lumMod val="75000"/>
                  </a:schemeClr>
                </a:solidFill>
                <a:effectLst/>
                <a:uLnTx/>
                <a:uFillTx/>
              </a:rPr>
              <a:t>Giao thoa ánh sáng trắng</a:t>
            </a:r>
            <a:endParaRPr kumimoji="0" lang="en-US" altLang="ko-KR" sz="1400" b="1" i="0" u="none" strike="noStrike" kern="0" cap="none" spc="0" normalizeH="0" baseline="0" noProof="0" dirty="0">
              <a:ln>
                <a:noFill/>
              </a:ln>
              <a:solidFill>
                <a:schemeClr val="accent1">
                  <a:lumMod val="75000"/>
                </a:schemeClr>
              </a:solidFill>
              <a:effectLst/>
              <a:uLnTx/>
              <a:uFillTx/>
            </a:endParaRPr>
          </a:p>
        </p:txBody>
      </p:sp>
      <p:sp>
        <p:nvSpPr>
          <p:cNvPr id="30" name="TextBox 29">
            <a:extLst>
              <a:ext uri="{FF2B5EF4-FFF2-40B4-BE49-F238E27FC236}">
                <a16:creationId xmlns:a16="http://schemas.microsoft.com/office/drawing/2014/main" id="{722E795E-BD7F-C9AB-EBE9-68C45765236F}"/>
              </a:ext>
            </a:extLst>
          </p:cNvPr>
          <p:cNvSpPr txBox="1"/>
          <p:nvPr/>
        </p:nvSpPr>
        <p:spPr>
          <a:xfrm>
            <a:off x="935795" y="5080864"/>
            <a:ext cx="4742965" cy="307777"/>
          </a:xfrm>
          <a:prstGeom prst="rect">
            <a:avLst/>
          </a:prstGeom>
          <a:noFill/>
        </p:spPr>
        <p:txBody>
          <a:bodyPr wrap="squar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altLang="ko-KR" sz="1400" b="1" i="0" u="none" strike="noStrike" kern="0" cap="none" spc="0" normalizeH="0" baseline="0" noProof="0">
                <a:ln>
                  <a:noFill/>
                </a:ln>
                <a:solidFill>
                  <a:schemeClr val="accent1">
                    <a:lumMod val="75000"/>
                  </a:schemeClr>
                </a:solidFill>
                <a:effectLst/>
                <a:uLnTx/>
                <a:uFillTx/>
              </a:rPr>
              <a:t>Giao thoa ánh sáng cho bởi bản mỏng</a:t>
            </a:r>
            <a:endParaRPr kumimoji="0" lang="en-US" altLang="ko-KR" sz="1400" b="1" i="0" u="none" strike="noStrike" kern="0" cap="none" spc="0" normalizeH="0" baseline="0" noProof="0" dirty="0">
              <a:ln>
                <a:noFill/>
              </a:ln>
              <a:solidFill>
                <a:schemeClr val="accent1">
                  <a:lumMod val="75000"/>
                </a:schemeClr>
              </a:solidFill>
              <a:effectLst/>
              <a:uLnTx/>
              <a:uFillTx/>
            </a:endParaRPr>
          </a:p>
        </p:txBody>
      </p:sp>
      <p:sp>
        <p:nvSpPr>
          <p:cNvPr id="41" name="자유형 29">
            <a:extLst>
              <a:ext uri="{FF2B5EF4-FFF2-40B4-BE49-F238E27FC236}">
                <a16:creationId xmlns:a16="http://schemas.microsoft.com/office/drawing/2014/main" id="{DCBD2B6B-B173-29D8-F048-A6DDFC7A4DBD}"/>
              </a:ext>
            </a:extLst>
          </p:cNvPr>
          <p:cNvSpPr/>
          <p:nvPr/>
        </p:nvSpPr>
        <p:spPr>
          <a:xfrm flipV="1">
            <a:off x="441143" y="5476548"/>
            <a:ext cx="5146807" cy="91438"/>
          </a:xfrm>
          <a:custGeom>
            <a:avLst/>
            <a:gdLst>
              <a:gd name="connsiteX0" fmla="*/ 0 w 7226300"/>
              <a:gd name="connsiteY0" fmla="*/ 0 h 0"/>
              <a:gd name="connsiteX1" fmla="*/ 7226300 w 7226300"/>
              <a:gd name="connsiteY1" fmla="*/ 0 h 0"/>
            </a:gdLst>
            <a:ahLst/>
            <a:cxnLst>
              <a:cxn ang="0">
                <a:pos x="connsiteX0" y="connsiteY0"/>
              </a:cxn>
              <a:cxn ang="0">
                <a:pos x="connsiteX1" y="connsiteY1"/>
              </a:cxn>
            </a:cxnLst>
            <a:rect l="l" t="t" r="r" b="b"/>
            <a:pathLst>
              <a:path w="7226300">
                <a:moveTo>
                  <a:pt x="0" y="0"/>
                </a:moveTo>
                <a:lnTo>
                  <a:pt x="7226300" y="0"/>
                </a:lnTo>
              </a:path>
            </a:pathLst>
          </a:custGeom>
          <a:noFill/>
          <a:ln w="19050" cap="flat" cmpd="sng" algn="ctr">
            <a:solidFill>
              <a:sysClr val="window" lastClr="FFFFFF">
                <a:lumMod val="65000"/>
              </a:sysClr>
            </a:solidFill>
            <a:prstDash val="sysDot"/>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ko-KR" altLang="en-US" sz="2700" b="0" i="0" u="none" strike="noStrike" kern="0" cap="none" spc="0" normalizeH="0" baseline="0" noProof="0">
              <a:ln>
                <a:noFill/>
              </a:ln>
              <a:solidFill>
                <a:prstClr val="black"/>
              </a:solidFill>
              <a:effectLst/>
              <a:uLnTx/>
              <a:uFillTx/>
              <a:latin typeface="Arial"/>
              <a:cs typeface="+mn-cs"/>
            </a:endParaRPr>
          </a:p>
        </p:txBody>
      </p:sp>
      <p:sp>
        <p:nvSpPr>
          <p:cNvPr id="42" name="Oval 10">
            <a:extLst>
              <a:ext uri="{FF2B5EF4-FFF2-40B4-BE49-F238E27FC236}">
                <a16:creationId xmlns:a16="http://schemas.microsoft.com/office/drawing/2014/main" id="{E3DBD40B-4840-5D9B-41DC-24CFD165E5A4}"/>
              </a:ext>
            </a:extLst>
          </p:cNvPr>
          <p:cNvSpPr/>
          <p:nvPr/>
        </p:nvSpPr>
        <p:spPr>
          <a:xfrm>
            <a:off x="377711" y="4906125"/>
            <a:ext cx="573285" cy="573285"/>
          </a:xfrm>
          <a:prstGeom prst="ellipse">
            <a:avLst/>
          </a:prstGeom>
          <a:solidFill>
            <a:srgbClr val="FF5030"/>
          </a:solidFill>
          <a:ln w="15875" cap="flat" cmpd="sng" algn="ctr">
            <a:solidFill>
              <a:sysClr val="window" lastClr="FFFFFF"/>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JM" sz="2700" b="0" i="0" u="none" strike="noStrike" kern="0" cap="none" spc="0" normalizeH="0" baseline="0" noProof="0">
                <a:ln>
                  <a:noFill/>
                </a:ln>
                <a:solidFill>
                  <a:prstClr val="white"/>
                </a:solidFill>
                <a:effectLst/>
                <a:uLnTx/>
                <a:uFillTx/>
                <a:latin typeface="Arial"/>
                <a:cs typeface="+mn-cs"/>
              </a:rPr>
              <a:t>5</a:t>
            </a:r>
            <a:endParaRPr kumimoji="0" lang="en-JM" sz="2700" b="0" i="0" u="none" strike="noStrike" kern="0" cap="none" spc="0" normalizeH="0" baseline="0" noProof="0" dirty="0">
              <a:ln>
                <a:noFill/>
              </a:ln>
              <a:solidFill>
                <a:prstClr val="white"/>
              </a:solidFill>
              <a:effectLst/>
              <a:uLnTx/>
              <a:uFillTx/>
              <a:latin typeface="Arial"/>
              <a:cs typeface="+mn-cs"/>
            </a:endParaRPr>
          </a:p>
        </p:txBody>
      </p:sp>
      <p:sp>
        <p:nvSpPr>
          <p:cNvPr id="43" name="TextBox 42">
            <a:extLst>
              <a:ext uri="{FF2B5EF4-FFF2-40B4-BE49-F238E27FC236}">
                <a16:creationId xmlns:a16="http://schemas.microsoft.com/office/drawing/2014/main" id="{DDEF4812-BE95-3EFE-4E7A-45988431554E}"/>
              </a:ext>
            </a:extLst>
          </p:cNvPr>
          <p:cNvSpPr txBox="1"/>
          <p:nvPr/>
        </p:nvSpPr>
        <p:spPr>
          <a:xfrm>
            <a:off x="980436" y="4233467"/>
            <a:ext cx="4392784" cy="307777"/>
          </a:xfrm>
          <a:prstGeom prst="rect">
            <a:avLst/>
          </a:prstGeom>
          <a:noFill/>
        </p:spPr>
        <p:txBody>
          <a:bodyPr wrap="squar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altLang="ko-KR" sz="1400" b="1" i="0" u="none" strike="noStrike" kern="0" cap="none" spc="0" normalizeH="0" baseline="0" noProof="0">
                <a:ln>
                  <a:noFill/>
                </a:ln>
                <a:solidFill>
                  <a:schemeClr val="accent1">
                    <a:lumMod val="75000"/>
                  </a:schemeClr>
                </a:solidFill>
                <a:effectLst/>
                <a:uLnTx/>
                <a:uFillTx/>
              </a:rPr>
              <a:t>Hiện tượng dịch chuyển hệ vân giao thoa</a:t>
            </a:r>
            <a:endParaRPr kumimoji="0" lang="en-US" altLang="ko-KR" sz="1400" b="1" i="0" u="none" strike="noStrike" kern="0" cap="none" spc="0" normalizeH="0" baseline="0" noProof="0" dirty="0">
              <a:ln>
                <a:noFill/>
              </a:ln>
              <a:solidFill>
                <a:schemeClr val="accent1">
                  <a:lumMod val="75000"/>
                </a:schemeClr>
              </a:solidFill>
              <a:effectLst/>
              <a:uLnTx/>
              <a:uFillTx/>
            </a:endParaRPr>
          </a:p>
        </p:txBody>
      </p:sp>
      <p:sp>
        <p:nvSpPr>
          <p:cNvPr id="44" name="TextBox 43">
            <a:extLst>
              <a:ext uri="{FF2B5EF4-FFF2-40B4-BE49-F238E27FC236}">
                <a16:creationId xmlns:a16="http://schemas.microsoft.com/office/drawing/2014/main" id="{F44A5B46-2395-B2D7-1DBC-C7DE827C4887}"/>
              </a:ext>
            </a:extLst>
          </p:cNvPr>
          <p:cNvSpPr txBox="1"/>
          <p:nvPr/>
        </p:nvSpPr>
        <p:spPr>
          <a:xfrm>
            <a:off x="936002" y="5971255"/>
            <a:ext cx="4742965" cy="307777"/>
          </a:xfrm>
          <a:prstGeom prst="rect">
            <a:avLst/>
          </a:prstGeom>
          <a:noFill/>
        </p:spPr>
        <p:txBody>
          <a:bodyPr wrap="squar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altLang="ko-KR" sz="1400" b="1" i="0" u="none" strike="noStrike" kern="0" cap="none" spc="0" normalizeH="0" baseline="0" noProof="0">
                <a:ln>
                  <a:noFill/>
                </a:ln>
                <a:solidFill>
                  <a:schemeClr val="accent1">
                    <a:lumMod val="75000"/>
                  </a:schemeClr>
                </a:solidFill>
                <a:effectLst/>
                <a:uLnTx/>
                <a:uFillTx/>
              </a:rPr>
              <a:t>Ứng dụng của hiện tượng giao thoa ánh sáng</a:t>
            </a:r>
            <a:endParaRPr kumimoji="0" lang="en-US" altLang="ko-KR" sz="1400" b="1" i="0" u="none" strike="noStrike" kern="0" cap="none" spc="0" normalizeH="0" baseline="0" noProof="0" dirty="0">
              <a:ln>
                <a:noFill/>
              </a:ln>
              <a:solidFill>
                <a:schemeClr val="accent1">
                  <a:lumMod val="75000"/>
                </a:schemeClr>
              </a:solidFill>
              <a:effectLst/>
              <a:uLnTx/>
              <a:uFillTx/>
            </a:endParaRPr>
          </a:p>
        </p:txBody>
      </p:sp>
      <p:sp>
        <p:nvSpPr>
          <p:cNvPr id="45" name="자유형 29">
            <a:extLst>
              <a:ext uri="{FF2B5EF4-FFF2-40B4-BE49-F238E27FC236}">
                <a16:creationId xmlns:a16="http://schemas.microsoft.com/office/drawing/2014/main" id="{994363C7-A133-43B2-9DAF-EA70D8A71E97}"/>
              </a:ext>
            </a:extLst>
          </p:cNvPr>
          <p:cNvSpPr/>
          <p:nvPr/>
        </p:nvSpPr>
        <p:spPr>
          <a:xfrm flipV="1">
            <a:off x="387379" y="6335505"/>
            <a:ext cx="5146807" cy="91438"/>
          </a:xfrm>
          <a:custGeom>
            <a:avLst/>
            <a:gdLst>
              <a:gd name="connsiteX0" fmla="*/ 0 w 7226300"/>
              <a:gd name="connsiteY0" fmla="*/ 0 h 0"/>
              <a:gd name="connsiteX1" fmla="*/ 7226300 w 7226300"/>
              <a:gd name="connsiteY1" fmla="*/ 0 h 0"/>
            </a:gdLst>
            <a:ahLst/>
            <a:cxnLst>
              <a:cxn ang="0">
                <a:pos x="connsiteX0" y="connsiteY0"/>
              </a:cxn>
              <a:cxn ang="0">
                <a:pos x="connsiteX1" y="connsiteY1"/>
              </a:cxn>
            </a:cxnLst>
            <a:rect l="l" t="t" r="r" b="b"/>
            <a:pathLst>
              <a:path w="7226300">
                <a:moveTo>
                  <a:pt x="0" y="0"/>
                </a:moveTo>
                <a:lnTo>
                  <a:pt x="7226300" y="0"/>
                </a:lnTo>
              </a:path>
            </a:pathLst>
          </a:custGeom>
          <a:noFill/>
          <a:ln w="19050" cap="flat" cmpd="sng" algn="ctr">
            <a:solidFill>
              <a:sysClr val="window" lastClr="FFFFFF">
                <a:lumMod val="65000"/>
              </a:sysClr>
            </a:solidFill>
            <a:prstDash val="sysDot"/>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ko-KR" altLang="en-US" sz="2700" b="0" i="0" u="none" strike="noStrike" kern="0" cap="none" spc="0" normalizeH="0" baseline="0" noProof="0">
              <a:ln>
                <a:noFill/>
              </a:ln>
              <a:solidFill>
                <a:prstClr val="black"/>
              </a:solidFill>
              <a:effectLst/>
              <a:uLnTx/>
              <a:uFillTx/>
              <a:latin typeface="Arial"/>
              <a:cs typeface="+mn-cs"/>
            </a:endParaRPr>
          </a:p>
        </p:txBody>
      </p:sp>
      <p:sp>
        <p:nvSpPr>
          <p:cNvPr id="50" name="Oval 10">
            <a:extLst>
              <a:ext uri="{FF2B5EF4-FFF2-40B4-BE49-F238E27FC236}">
                <a16:creationId xmlns:a16="http://schemas.microsoft.com/office/drawing/2014/main" id="{88DCE411-2C1C-E12A-62E9-012CF78CD229}"/>
              </a:ext>
            </a:extLst>
          </p:cNvPr>
          <p:cNvSpPr/>
          <p:nvPr/>
        </p:nvSpPr>
        <p:spPr>
          <a:xfrm>
            <a:off x="402564" y="5719025"/>
            <a:ext cx="573285" cy="573285"/>
          </a:xfrm>
          <a:prstGeom prst="ellipse">
            <a:avLst/>
          </a:prstGeom>
          <a:solidFill>
            <a:srgbClr val="7344AE"/>
          </a:solidFill>
          <a:ln w="15875" cap="flat" cmpd="sng" algn="ctr">
            <a:solidFill>
              <a:sysClr val="window" lastClr="FFFFFF"/>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JM" sz="2700" b="0" i="0" u="none" strike="noStrike" kern="0" cap="none" spc="0" normalizeH="0" baseline="0" noProof="0">
                <a:ln>
                  <a:noFill/>
                </a:ln>
                <a:solidFill>
                  <a:prstClr val="white"/>
                </a:solidFill>
                <a:effectLst/>
                <a:uLnTx/>
                <a:uFillTx/>
                <a:latin typeface="Arial"/>
                <a:cs typeface="+mn-cs"/>
              </a:rPr>
              <a:t>6</a:t>
            </a:r>
            <a:endParaRPr kumimoji="0" lang="en-JM" sz="2700" b="0" i="0" u="none" strike="noStrike" kern="0" cap="none" spc="0" normalizeH="0" baseline="0" noProof="0" dirty="0">
              <a:ln>
                <a:noFill/>
              </a:ln>
              <a:solidFill>
                <a:prstClr val="white"/>
              </a:solidFill>
              <a:effectLst/>
              <a:uLnTx/>
              <a:uFillTx/>
              <a:latin typeface="Arial"/>
              <a:cs typeface="+mn-cs"/>
            </a:endParaRPr>
          </a:p>
        </p:txBody>
      </p:sp>
    </p:spTree>
    <p:extLst>
      <p:ext uri="{BB962C8B-B14F-4D97-AF65-F5344CB8AC3E}">
        <p14:creationId xmlns:p14="http://schemas.microsoft.com/office/powerpoint/2010/main" val="235243570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B94FEC55-8435-F7AA-DB3F-DDD9601E5303}"/>
              </a:ext>
            </a:extLst>
          </p:cNvPr>
          <p:cNvPicPr>
            <a:picLocks noChangeAspect="1"/>
          </p:cNvPicPr>
          <p:nvPr/>
        </p:nvPicPr>
        <p:blipFill>
          <a:blip r:embed="rId2"/>
          <a:stretch>
            <a:fillRect/>
          </a:stretch>
        </p:blipFill>
        <p:spPr>
          <a:xfrm>
            <a:off x="6483891" y="1600891"/>
            <a:ext cx="5644896" cy="3272962"/>
          </a:xfrm>
          <a:prstGeom prst="rect">
            <a:avLst/>
          </a:prstGeom>
        </p:spPr>
      </p:pic>
      <p:sp>
        <p:nvSpPr>
          <p:cNvPr id="3" name="TextBox 2">
            <a:extLst>
              <a:ext uri="{FF2B5EF4-FFF2-40B4-BE49-F238E27FC236}">
                <a16:creationId xmlns:a16="http://schemas.microsoft.com/office/drawing/2014/main" id="{A4A5BF62-90ED-E8AB-F71A-28FFF4E38420}"/>
              </a:ext>
            </a:extLst>
          </p:cNvPr>
          <p:cNvSpPr txBox="1"/>
          <p:nvPr/>
        </p:nvSpPr>
        <p:spPr>
          <a:xfrm>
            <a:off x="7806723" y="4010659"/>
            <a:ext cx="585216" cy="369332"/>
          </a:xfrm>
          <a:prstGeom prst="rect">
            <a:avLst/>
          </a:prstGeom>
          <a:noFill/>
        </p:spPr>
        <p:txBody>
          <a:bodyPr wrap="square" rtlCol="0">
            <a:spAutoFit/>
          </a:bodyPr>
          <a:lstStyle/>
          <a:p>
            <a:r>
              <a:rPr lang="en-US" i="1">
                <a:latin typeface="Times New Roman" panose="02020603050405020304" pitchFamily="18" charset="0"/>
                <a:cs typeface="Times New Roman" panose="02020603050405020304" pitchFamily="18" charset="0"/>
              </a:rPr>
              <a:t>P</a:t>
            </a:r>
          </a:p>
        </p:txBody>
      </p:sp>
      <p:sp>
        <p:nvSpPr>
          <p:cNvPr id="4" name="TextBox 3">
            <a:extLst>
              <a:ext uri="{FF2B5EF4-FFF2-40B4-BE49-F238E27FC236}">
                <a16:creationId xmlns:a16="http://schemas.microsoft.com/office/drawing/2014/main" id="{E0491A2A-586A-3FA4-2890-C254F022744C}"/>
              </a:ext>
            </a:extLst>
          </p:cNvPr>
          <p:cNvSpPr txBox="1"/>
          <p:nvPr/>
        </p:nvSpPr>
        <p:spPr>
          <a:xfrm>
            <a:off x="10360947" y="4463426"/>
            <a:ext cx="585216" cy="369332"/>
          </a:xfrm>
          <a:prstGeom prst="rect">
            <a:avLst/>
          </a:prstGeom>
          <a:noFill/>
        </p:spPr>
        <p:txBody>
          <a:bodyPr wrap="square" rtlCol="0">
            <a:spAutoFit/>
          </a:bodyPr>
          <a:lstStyle/>
          <a:p>
            <a:r>
              <a:rPr lang="en-US" i="1">
                <a:latin typeface="Times New Roman" panose="02020603050405020304" pitchFamily="18" charset="0"/>
                <a:cs typeface="Times New Roman" panose="02020603050405020304" pitchFamily="18" charset="0"/>
              </a:rPr>
              <a:t>Q</a:t>
            </a:r>
          </a:p>
        </p:txBody>
      </p:sp>
      <p:sp>
        <p:nvSpPr>
          <p:cNvPr id="5" name="TextBox 4">
            <a:extLst>
              <a:ext uri="{FF2B5EF4-FFF2-40B4-BE49-F238E27FC236}">
                <a16:creationId xmlns:a16="http://schemas.microsoft.com/office/drawing/2014/main" id="{3DDF7C04-F5AF-C11B-8A98-A73398EAF777}"/>
              </a:ext>
            </a:extLst>
          </p:cNvPr>
          <p:cNvSpPr txBox="1"/>
          <p:nvPr/>
        </p:nvSpPr>
        <p:spPr>
          <a:xfrm>
            <a:off x="6636932" y="4773802"/>
            <a:ext cx="5198606" cy="307777"/>
          </a:xfrm>
          <a:prstGeom prst="rect">
            <a:avLst/>
          </a:prstGeom>
          <a:noFill/>
        </p:spPr>
        <p:txBody>
          <a:bodyPr wrap="square" rtlCol="0">
            <a:spAutoFit/>
          </a:bodyPr>
          <a:lstStyle/>
          <a:p>
            <a:pPr algn="ctr"/>
            <a:r>
              <a:rPr lang="en-US" sz="1400" b="1">
                <a:solidFill>
                  <a:srgbClr val="0070C0"/>
                </a:solidFill>
              </a:rPr>
              <a:t>SƠ ĐỒ THÍ NGHIỆM GIAO THOA ÁNH SÁNG ĐƠN SẮC CỦA YOUNG</a:t>
            </a:r>
          </a:p>
        </p:txBody>
      </p:sp>
      <p:sp>
        <p:nvSpPr>
          <p:cNvPr id="7" name="TextBox 6">
            <a:extLst>
              <a:ext uri="{FF2B5EF4-FFF2-40B4-BE49-F238E27FC236}">
                <a16:creationId xmlns:a16="http://schemas.microsoft.com/office/drawing/2014/main" id="{500D2987-F7D3-580F-34F2-8FAD50EA717B}"/>
              </a:ext>
            </a:extLst>
          </p:cNvPr>
          <p:cNvSpPr txBox="1"/>
          <p:nvPr/>
        </p:nvSpPr>
        <p:spPr>
          <a:xfrm>
            <a:off x="201995" y="547762"/>
            <a:ext cx="11570330" cy="2462213"/>
          </a:xfrm>
          <a:prstGeom prst="rect">
            <a:avLst/>
          </a:prstGeom>
          <a:noFill/>
        </p:spPr>
        <p:txBody>
          <a:bodyPr wrap="square" rtlCol="0">
            <a:spAutoFit/>
          </a:bodyPr>
          <a:lstStyle/>
          <a:p>
            <a:pPr algn="just"/>
            <a:r>
              <a:rPr lang="en-US" sz="1400" b="1">
                <a:solidFill>
                  <a:srgbClr val="0070C0"/>
                </a:solidFill>
                <a:sym typeface="Wingdings" panose="05000000000000000000" pitchFamily="2" charset="2"/>
              </a:rPr>
              <a:t> </a:t>
            </a:r>
            <a:r>
              <a:rPr lang="en-US" sz="1400" b="1" i="1">
                <a:solidFill>
                  <a:srgbClr val="0070C0"/>
                </a:solidFill>
              </a:rPr>
              <a:t>Nội dung thí nghiệm: </a:t>
            </a:r>
          </a:p>
          <a:p>
            <a:pPr algn="just"/>
            <a:r>
              <a:rPr lang="en-US" sz="1400"/>
              <a:t>- Dùng một nguồn sáng đơn sắc S để chiếu sáng hai khe hẹp S</a:t>
            </a:r>
            <a:r>
              <a:rPr lang="en-US" sz="1400" baseline="-25000"/>
              <a:t>1</a:t>
            </a:r>
            <a:r>
              <a:rPr lang="en-US" sz="1400"/>
              <a:t> và S</a:t>
            </a:r>
            <a:r>
              <a:rPr lang="en-US" sz="1400" baseline="-25000"/>
              <a:t>2</a:t>
            </a:r>
            <a:r>
              <a:rPr lang="en-US" sz="1400"/>
              <a:t> bố trí cách đều S trên một màn chắn P. Kích thước của hai khe S</a:t>
            </a:r>
            <a:r>
              <a:rPr lang="en-US" sz="1400" baseline="-25000"/>
              <a:t>1</a:t>
            </a:r>
            <a:r>
              <a:rPr lang="en-US" sz="1400"/>
              <a:t> và S</a:t>
            </a:r>
            <a:r>
              <a:rPr lang="en-US" sz="1400" baseline="-25000"/>
              <a:t>2</a:t>
            </a:r>
            <a:r>
              <a:rPr lang="en-US" sz="1400"/>
              <a:t> có thể thay đổi được. Phía sau màn chắn P đặt một màn quan sát Q. </a:t>
            </a:r>
          </a:p>
          <a:p>
            <a:pPr marL="285750" indent="-285750" algn="just">
              <a:buFontTx/>
              <a:buChar char="-"/>
            </a:pPr>
            <a:r>
              <a:rPr lang="en-US" sz="1400"/>
              <a:t>Khi kích thước của hai khe S</a:t>
            </a:r>
            <a:r>
              <a:rPr lang="en-US" sz="1400" baseline="-25000"/>
              <a:t>1</a:t>
            </a:r>
            <a:r>
              <a:rPr lang="en-US" sz="1400"/>
              <a:t> và S</a:t>
            </a:r>
            <a:r>
              <a:rPr lang="en-US" sz="1400" baseline="-25000"/>
              <a:t>2</a:t>
            </a:r>
            <a:r>
              <a:rPr lang="en-US" sz="1400"/>
              <a:t> lớn, trên màn quan sát Q ta</a:t>
            </a:r>
          </a:p>
          <a:p>
            <a:pPr algn="just"/>
            <a:r>
              <a:rPr lang="en-US" sz="1400"/>
              <a:t>thu được hai vệt sáng theo định luật truyền thẳng của ánh sáng.</a:t>
            </a:r>
          </a:p>
          <a:p>
            <a:pPr algn="just"/>
            <a:r>
              <a:rPr lang="en-US" sz="1400"/>
              <a:t> - Khi kích thước của hai khe hẹp rất nhỏ thì trên màn quan sát </a:t>
            </a:r>
          </a:p>
          <a:p>
            <a:pPr algn="just"/>
            <a:r>
              <a:rPr lang="en-US" sz="1400"/>
              <a:t>Q xuất hiện một hệ vân sáng – tối xen kẽ lan ra cả vùng bóng </a:t>
            </a:r>
          </a:p>
          <a:p>
            <a:pPr algn="just"/>
            <a:r>
              <a:rPr lang="en-US" sz="1400"/>
              <a:t>tối hình học. Đặc biệt tại điểm O chính giữa màn quan sát</a:t>
            </a:r>
          </a:p>
          <a:p>
            <a:pPr algn="just"/>
            <a:r>
              <a:rPr lang="en-US" sz="1400"/>
              <a:t> đáng nhẽ là vân tối thì lại trở thành vân sáng nhất. </a:t>
            </a:r>
          </a:p>
          <a:p>
            <a:pPr algn="just"/>
            <a:r>
              <a:rPr lang="en-US" sz="1400"/>
              <a:t>Hiện tượng này vi phạm định luật truyền thẳng của </a:t>
            </a:r>
          </a:p>
          <a:p>
            <a:pPr algn="just"/>
            <a:r>
              <a:rPr lang="en-US" sz="1400"/>
              <a:t>ánh sáng và gọi là hiện tượng giao thoa ánh sáng. </a:t>
            </a:r>
          </a:p>
        </p:txBody>
      </p:sp>
      <p:sp>
        <p:nvSpPr>
          <p:cNvPr id="8" name="TextBox 7">
            <a:extLst>
              <a:ext uri="{FF2B5EF4-FFF2-40B4-BE49-F238E27FC236}">
                <a16:creationId xmlns:a16="http://schemas.microsoft.com/office/drawing/2014/main" id="{47F3EFBB-0474-B26C-C592-01CA9DB36930}"/>
              </a:ext>
            </a:extLst>
          </p:cNvPr>
          <p:cNvSpPr txBox="1"/>
          <p:nvPr/>
        </p:nvSpPr>
        <p:spPr>
          <a:xfrm>
            <a:off x="356462" y="178430"/>
            <a:ext cx="11747908" cy="369332"/>
          </a:xfrm>
          <a:prstGeom prst="rect">
            <a:avLst/>
          </a:prstGeom>
          <a:noFill/>
        </p:spPr>
        <p:txBody>
          <a:bodyPr wrap="squar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lang="en-US" altLang="ko-KR" b="1" kern="0">
                <a:solidFill>
                  <a:srgbClr val="FF0000"/>
                </a:solidFill>
              </a:rPr>
              <a:t>5.1.1. </a:t>
            </a:r>
            <a:r>
              <a:rPr kumimoji="0" lang="en-US" altLang="ko-KR" b="1" i="0" u="none" strike="noStrike" kern="0" cap="none" spc="0" normalizeH="0" baseline="0" noProof="0">
                <a:ln>
                  <a:noFill/>
                </a:ln>
                <a:solidFill>
                  <a:srgbClr val="FF0000"/>
                </a:solidFill>
                <a:effectLst/>
                <a:uLnTx/>
                <a:uFillTx/>
              </a:rPr>
              <a:t>Thí nghiệm Young về giao thoa ánh sáng và định nghĩa hiện tượng giao thoa ánh sáng</a:t>
            </a:r>
            <a:endParaRPr kumimoji="0" lang="en-US" altLang="ko-KR" b="1" i="0" u="none" strike="noStrike" kern="0" cap="none" spc="0" normalizeH="0" baseline="0" noProof="0" dirty="0">
              <a:ln>
                <a:noFill/>
              </a:ln>
              <a:solidFill>
                <a:srgbClr val="FF0000"/>
              </a:solidFill>
              <a:effectLst/>
              <a:uLnTx/>
              <a:uFillTx/>
            </a:endParaRPr>
          </a:p>
        </p:txBody>
      </p:sp>
      <p:sp>
        <p:nvSpPr>
          <p:cNvPr id="9" name="TextBox 8">
            <a:extLst>
              <a:ext uri="{FF2B5EF4-FFF2-40B4-BE49-F238E27FC236}">
                <a16:creationId xmlns:a16="http://schemas.microsoft.com/office/drawing/2014/main" id="{A8855299-528D-233D-92BF-45AC52C50F9B}"/>
              </a:ext>
            </a:extLst>
          </p:cNvPr>
          <p:cNvSpPr txBox="1"/>
          <p:nvPr/>
        </p:nvSpPr>
        <p:spPr>
          <a:xfrm>
            <a:off x="224822" y="3009975"/>
            <a:ext cx="11742355" cy="2677656"/>
          </a:xfrm>
          <a:prstGeom prst="rect">
            <a:avLst/>
          </a:prstGeom>
          <a:noFill/>
        </p:spPr>
        <p:txBody>
          <a:bodyPr wrap="square" rtlCol="0">
            <a:spAutoFit/>
          </a:bodyPr>
          <a:lstStyle/>
          <a:p>
            <a:pPr algn="just"/>
            <a:r>
              <a:rPr lang="en-US" sz="1400" b="1">
                <a:solidFill>
                  <a:srgbClr val="0070C0"/>
                </a:solidFill>
                <a:sym typeface="Wingdings" panose="05000000000000000000" pitchFamily="2" charset="2"/>
              </a:rPr>
              <a:t> </a:t>
            </a:r>
            <a:r>
              <a:rPr lang="en-US" sz="1400" b="1" i="1">
                <a:solidFill>
                  <a:srgbClr val="0070C0"/>
                </a:solidFill>
              </a:rPr>
              <a:t>Giải thích hiện tượng: </a:t>
            </a:r>
          </a:p>
          <a:p>
            <a:pPr algn="just"/>
            <a:r>
              <a:rPr lang="en-US" sz="1400"/>
              <a:t>- Lý thuyết quang hình bất lực trong việc giải thích hiện tượng giao thoa </a:t>
            </a:r>
          </a:p>
          <a:p>
            <a:pPr algn="just"/>
            <a:r>
              <a:rPr lang="en-US" sz="1400"/>
              <a:t>ánh sáng</a:t>
            </a:r>
            <a:r>
              <a:rPr lang="en-US" sz="1400">
                <a:sym typeface="Symbol" panose="05050102010706020507" pitchFamily="18" charset="2"/>
              </a:rPr>
              <a:t>.</a:t>
            </a:r>
          </a:p>
          <a:p>
            <a:pPr algn="just"/>
            <a:r>
              <a:rPr lang="en-US" sz="1400"/>
              <a:t>- Theo thuyết sóng điện từ về ánh sáng của Maxwell, khi kích thước của</a:t>
            </a:r>
          </a:p>
          <a:p>
            <a:pPr algn="just"/>
            <a:r>
              <a:rPr lang="en-US" sz="1400"/>
              <a:t>hai khe hẹp rất nhỏ thì chúng trở thành hai nguồn phát sóng ánh sáng </a:t>
            </a:r>
          </a:p>
          <a:p>
            <a:pPr algn="just"/>
            <a:r>
              <a:rPr lang="en-US" sz="1400"/>
              <a:t>về phía trước. Do hai nguồn sóng ánh sáng được lấy từ cùng nguồn S </a:t>
            </a:r>
          </a:p>
          <a:p>
            <a:pPr algn="just"/>
            <a:r>
              <a:rPr lang="en-US" sz="1400"/>
              <a:t>và được bố trí cách đều S nên chúng là hai nguồn kết hợp cùng pha </a:t>
            </a:r>
          </a:p>
          <a:p>
            <a:pPr algn="just"/>
            <a:r>
              <a:rPr lang="en-US" sz="1400"/>
              <a:t>với nhau, chúng giao thoa với nhau. </a:t>
            </a:r>
          </a:p>
          <a:p>
            <a:pPr algn="just"/>
            <a:r>
              <a:rPr lang="en-US" sz="1400"/>
              <a:t>- Ở đâu hai sóng ánh sáng tăng cường lẫn nhau thì ở đó tạo thành </a:t>
            </a:r>
          </a:p>
          <a:p>
            <a:pPr algn="just"/>
            <a:r>
              <a:rPr lang="en-US" sz="1400"/>
              <a:t>vân sáng, ở đâu hai sóng sáng triệt tiêu nhau thì ở đó tạo thành vân tối. </a:t>
            </a:r>
          </a:p>
          <a:p>
            <a:pPr algn="just"/>
            <a:r>
              <a:rPr lang="en-US" sz="1400"/>
              <a:t>Điểm O trên màn là điểm cách đều hai nguồn S</a:t>
            </a:r>
            <a:r>
              <a:rPr lang="en-US" sz="1400" baseline="-25000"/>
              <a:t>1</a:t>
            </a:r>
            <a:r>
              <a:rPr lang="en-US" sz="1400"/>
              <a:t> và S</a:t>
            </a:r>
            <a:r>
              <a:rPr lang="en-US" sz="1400" baseline="-25000"/>
              <a:t>2</a:t>
            </a:r>
            <a:r>
              <a:rPr lang="en-US" sz="1400"/>
              <a:t> nên hai sóng sáng</a:t>
            </a:r>
          </a:p>
          <a:p>
            <a:pPr algn="just"/>
            <a:r>
              <a:rPr lang="en-US" sz="1400"/>
              <a:t> tại O có cùng pha, chúng tăng cường nhau và ở O cho vân sáng.</a:t>
            </a:r>
          </a:p>
        </p:txBody>
      </p:sp>
      <p:sp>
        <p:nvSpPr>
          <p:cNvPr id="16" name="TextBox 15">
            <a:extLst>
              <a:ext uri="{FF2B5EF4-FFF2-40B4-BE49-F238E27FC236}">
                <a16:creationId xmlns:a16="http://schemas.microsoft.com/office/drawing/2014/main" id="{F094844E-2864-3DB0-CF21-B2382C9C7AE5}"/>
              </a:ext>
            </a:extLst>
          </p:cNvPr>
          <p:cNvSpPr txBox="1"/>
          <p:nvPr/>
        </p:nvSpPr>
        <p:spPr>
          <a:xfrm>
            <a:off x="201995" y="5687631"/>
            <a:ext cx="11742355" cy="523220"/>
          </a:xfrm>
          <a:prstGeom prst="rect">
            <a:avLst/>
          </a:prstGeom>
          <a:noFill/>
        </p:spPr>
        <p:txBody>
          <a:bodyPr wrap="square" rtlCol="0">
            <a:spAutoFit/>
          </a:bodyPr>
          <a:lstStyle/>
          <a:p>
            <a:pPr algn="just"/>
            <a:r>
              <a:rPr lang="en-US" sz="1400" b="1">
                <a:solidFill>
                  <a:srgbClr val="0070C0"/>
                </a:solidFill>
                <a:sym typeface="Wingdings" panose="05000000000000000000" pitchFamily="2" charset="2"/>
              </a:rPr>
              <a:t> </a:t>
            </a:r>
            <a:r>
              <a:rPr lang="en-US" sz="1400" b="1" i="1">
                <a:solidFill>
                  <a:srgbClr val="0070C0"/>
                </a:solidFill>
                <a:sym typeface="Wingdings" panose="05000000000000000000" pitchFamily="2" charset="2"/>
              </a:rPr>
              <a:t>Định nghĩa: </a:t>
            </a:r>
            <a:r>
              <a:rPr lang="en-US" sz="1400" b="1" i="1">
                <a:solidFill>
                  <a:srgbClr val="0070C0"/>
                </a:solidFill>
              </a:rPr>
              <a:t> </a:t>
            </a:r>
            <a:r>
              <a:rPr lang="en-US" sz="1400"/>
              <a:t>Giao thoa ánh sáng là hiện tượng hai sóng ánh sáng thích hợp khi chồng chất có thể tạo ra hệ vân bao gồm các vân sáng và tối xen kẽ nhau lan ra cả vùng bóng tối hình học. Hai nguồn sóng sáng như vậy được gọi là hai nguồn kết hợp.</a:t>
            </a:r>
          </a:p>
        </p:txBody>
      </p:sp>
      <p:sp>
        <p:nvSpPr>
          <p:cNvPr id="10" name="TextBox 9">
            <a:extLst>
              <a:ext uri="{FF2B5EF4-FFF2-40B4-BE49-F238E27FC236}">
                <a16:creationId xmlns:a16="http://schemas.microsoft.com/office/drawing/2014/main" id="{0C884B92-0502-321F-9736-7EA24CF60EC4}"/>
              </a:ext>
            </a:extLst>
          </p:cNvPr>
          <p:cNvSpPr txBox="1"/>
          <p:nvPr/>
        </p:nvSpPr>
        <p:spPr>
          <a:xfrm>
            <a:off x="224822" y="6210851"/>
            <a:ext cx="11742355" cy="307777"/>
          </a:xfrm>
          <a:prstGeom prst="rect">
            <a:avLst/>
          </a:prstGeom>
          <a:noFill/>
        </p:spPr>
        <p:txBody>
          <a:bodyPr wrap="square" rtlCol="0">
            <a:spAutoFit/>
          </a:bodyPr>
          <a:lstStyle/>
          <a:p>
            <a:pPr algn="just"/>
            <a:r>
              <a:rPr lang="en-US" sz="1400" b="1">
                <a:solidFill>
                  <a:srgbClr val="0070C0"/>
                </a:solidFill>
                <a:sym typeface="Wingdings" panose="05000000000000000000" pitchFamily="2" charset="2"/>
              </a:rPr>
              <a:t> </a:t>
            </a:r>
            <a:r>
              <a:rPr lang="en-US" sz="1400" b="1" i="1">
                <a:solidFill>
                  <a:srgbClr val="0070C0"/>
                </a:solidFill>
                <a:sym typeface="Wingdings" panose="05000000000000000000" pitchFamily="2" charset="2"/>
              </a:rPr>
              <a:t>Ý nghĩa: </a:t>
            </a:r>
            <a:r>
              <a:rPr lang="en-US" sz="1400" b="1" i="1">
                <a:solidFill>
                  <a:srgbClr val="0070C0"/>
                </a:solidFill>
              </a:rPr>
              <a:t> </a:t>
            </a:r>
            <a:r>
              <a:rPr lang="en-US" sz="1400"/>
              <a:t>Hiện tượng giao thoa ánh sáng chứng tỏ ánh sáng có bản chất sóng.</a:t>
            </a:r>
          </a:p>
        </p:txBody>
      </p:sp>
    </p:spTree>
    <p:extLst>
      <p:ext uri="{BB962C8B-B14F-4D97-AF65-F5344CB8AC3E}">
        <p14:creationId xmlns:p14="http://schemas.microsoft.com/office/powerpoint/2010/main" val="121487108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anim calcmode="lin" valueType="num">
                                      <p:cBhvr>
                                        <p:cTn id="8" dur="1000" fill="hold"/>
                                        <p:tgtEl>
                                          <p:spTgt spid="2"/>
                                        </p:tgtEl>
                                        <p:attrNameLst>
                                          <p:attrName>ppt_x</p:attrName>
                                        </p:attrNameLst>
                                      </p:cBhvr>
                                      <p:tavLst>
                                        <p:tav tm="0">
                                          <p:val>
                                            <p:strVal val="#ppt_x"/>
                                          </p:val>
                                        </p:tav>
                                        <p:tav tm="100000">
                                          <p:val>
                                            <p:strVal val="#ppt_x"/>
                                          </p:val>
                                        </p:tav>
                                      </p:tavLst>
                                    </p:anim>
                                    <p:anim calcmode="lin" valueType="num">
                                      <p:cBhvr>
                                        <p:cTn id="9" dur="1000" fill="hold"/>
                                        <p:tgtEl>
                                          <p:spTgt spid="2"/>
                                        </p:tgtEl>
                                        <p:attrNameLst>
                                          <p:attrName>ppt_y</p:attrName>
                                        </p:attrNameLst>
                                      </p:cBhvr>
                                      <p:tavLst>
                                        <p:tav tm="0">
                                          <p:val>
                                            <p:strVal val="#ppt_y+.1"/>
                                          </p:val>
                                        </p:tav>
                                        <p:tav tm="100000">
                                          <p:val>
                                            <p:strVal val="#ppt_y"/>
                                          </p:val>
                                        </p:tav>
                                      </p:tavLst>
                                    </p:anim>
                                  </p:childTnLst>
                                </p:cTn>
                              </p:par>
                              <p:par>
                                <p:cTn id="10" presetID="42" presetClass="entr" presetSubtype="0" fill="hold" grpId="0" nodeType="with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fade">
                                      <p:cBhvr>
                                        <p:cTn id="12" dur="1000"/>
                                        <p:tgtEl>
                                          <p:spTgt spid="3"/>
                                        </p:tgtEl>
                                      </p:cBhvr>
                                    </p:animEffect>
                                    <p:anim calcmode="lin" valueType="num">
                                      <p:cBhvr>
                                        <p:cTn id="13" dur="1000" fill="hold"/>
                                        <p:tgtEl>
                                          <p:spTgt spid="3"/>
                                        </p:tgtEl>
                                        <p:attrNameLst>
                                          <p:attrName>ppt_x</p:attrName>
                                        </p:attrNameLst>
                                      </p:cBhvr>
                                      <p:tavLst>
                                        <p:tav tm="0">
                                          <p:val>
                                            <p:strVal val="#ppt_x"/>
                                          </p:val>
                                        </p:tav>
                                        <p:tav tm="100000">
                                          <p:val>
                                            <p:strVal val="#ppt_x"/>
                                          </p:val>
                                        </p:tav>
                                      </p:tavLst>
                                    </p:anim>
                                    <p:anim calcmode="lin" valueType="num">
                                      <p:cBhvr>
                                        <p:cTn id="14" dur="1000" fill="hold"/>
                                        <p:tgtEl>
                                          <p:spTgt spid="3"/>
                                        </p:tgtEl>
                                        <p:attrNameLst>
                                          <p:attrName>ppt_y</p:attrName>
                                        </p:attrNameLst>
                                      </p:cBhvr>
                                      <p:tavLst>
                                        <p:tav tm="0">
                                          <p:val>
                                            <p:strVal val="#ppt_y+.1"/>
                                          </p:val>
                                        </p:tav>
                                        <p:tav tm="100000">
                                          <p:val>
                                            <p:strVal val="#ppt_y"/>
                                          </p:val>
                                        </p:tav>
                                      </p:tavLst>
                                    </p:anim>
                                  </p:childTnLst>
                                </p:cTn>
                              </p:par>
                              <p:par>
                                <p:cTn id="15" presetID="42" presetClass="entr" presetSubtype="0" fill="hold" grpId="0" nodeType="withEffect">
                                  <p:stCondLst>
                                    <p:cond delay="0"/>
                                  </p:stCondLst>
                                  <p:childTnLst>
                                    <p:set>
                                      <p:cBhvr>
                                        <p:cTn id="16" dur="1" fill="hold">
                                          <p:stCondLst>
                                            <p:cond delay="0"/>
                                          </p:stCondLst>
                                        </p:cTn>
                                        <p:tgtEl>
                                          <p:spTgt spid="4"/>
                                        </p:tgtEl>
                                        <p:attrNameLst>
                                          <p:attrName>style.visibility</p:attrName>
                                        </p:attrNameLst>
                                      </p:cBhvr>
                                      <p:to>
                                        <p:strVal val="visible"/>
                                      </p:to>
                                    </p:set>
                                    <p:animEffect transition="in" filter="fade">
                                      <p:cBhvr>
                                        <p:cTn id="17" dur="1000"/>
                                        <p:tgtEl>
                                          <p:spTgt spid="4"/>
                                        </p:tgtEl>
                                      </p:cBhvr>
                                    </p:animEffect>
                                    <p:anim calcmode="lin" valueType="num">
                                      <p:cBhvr>
                                        <p:cTn id="18" dur="1000" fill="hold"/>
                                        <p:tgtEl>
                                          <p:spTgt spid="4"/>
                                        </p:tgtEl>
                                        <p:attrNameLst>
                                          <p:attrName>ppt_x</p:attrName>
                                        </p:attrNameLst>
                                      </p:cBhvr>
                                      <p:tavLst>
                                        <p:tav tm="0">
                                          <p:val>
                                            <p:strVal val="#ppt_x"/>
                                          </p:val>
                                        </p:tav>
                                        <p:tav tm="100000">
                                          <p:val>
                                            <p:strVal val="#ppt_x"/>
                                          </p:val>
                                        </p:tav>
                                      </p:tavLst>
                                    </p:anim>
                                    <p:anim calcmode="lin" valueType="num">
                                      <p:cBhvr>
                                        <p:cTn id="19" dur="1000" fill="hold"/>
                                        <p:tgtEl>
                                          <p:spTgt spid="4"/>
                                        </p:tgtEl>
                                        <p:attrNameLst>
                                          <p:attrName>ppt_y</p:attrName>
                                        </p:attrNameLst>
                                      </p:cBhvr>
                                      <p:tavLst>
                                        <p:tav tm="0">
                                          <p:val>
                                            <p:strVal val="#ppt_y+.1"/>
                                          </p:val>
                                        </p:tav>
                                        <p:tav tm="100000">
                                          <p:val>
                                            <p:strVal val="#ppt_y"/>
                                          </p:val>
                                        </p:tav>
                                      </p:tavLst>
                                    </p:anim>
                                  </p:childTnLst>
                                </p:cTn>
                              </p:par>
                              <p:par>
                                <p:cTn id="20" presetID="42" presetClass="entr" presetSubtype="0" fill="hold" grpId="0" nodeType="withEffect">
                                  <p:stCondLst>
                                    <p:cond delay="0"/>
                                  </p:stCondLst>
                                  <p:childTnLst>
                                    <p:set>
                                      <p:cBhvr>
                                        <p:cTn id="21" dur="1" fill="hold">
                                          <p:stCondLst>
                                            <p:cond delay="0"/>
                                          </p:stCondLst>
                                        </p:cTn>
                                        <p:tgtEl>
                                          <p:spTgt spid="5"/>
                                        </p:tgtEl>
                                        <p:attrNameLst>
                                          <p:attrName>style.visibility</p:attrName>
                                        </p:attrNameLst>
                                      </p:cBhvr>
                                      <p:to>
                                        <p:strVal val="visible"/>
                                      </p:to>
                                    </p:set>
                                    <p:animEffect transition="in" filter="fade">
                                      <p:cBhvr>
                                        <p:cTn id="22" dur="1000"/>
                                        <p:tgtEl>
                                          <p:spTgt spid="5"/>
                                        </p:tgtEl>
                                      </p:cBhvr>
                                    </p:animEffect>
                                    <p:anim calcmode="lin" valueType="num">
                                      <p:cBhvr>
                                        <p:cTn id="23" dur="1000" fill="hold"/>
                                        <p:tgtEl>
                                          <p:spTgt spid="5"/>
                                        </p:tgtEl>
                                        <p:attrNameLst>
                                          <p:attrName>ppt_x</p:attrName>
                                        </p:attrNameLst>
                                      </p:cBhvr>
                                      <p:tavLst>
                                        <p:tav tm="0">
                                          <p:val>
                                            <p:strVal val="#ppt_x"/>
                                          </p:val>
                                        </p:tav>
                                        <p:tav tm="100000">
                                          <p:val>
                                            <p:strVal val="#ppt_x"/>
                                          </p:val>
                                        </p:tav>
                                      </p:tavLst>
                                    </p:anim>
                                    <p:anim calcmode="lin" valueType="num">
                                      <p:cBhvr>
                                        <p:cTn id="24" dur="1000" fill="hold"/>
                                        <p:tgtEl>
                                          <p:spTgt spid="5"/>
                                        </p:tgtEl>
                                        <p:attrNameLst>
                                          <p:attrName>ppt_y</p:attrName>
                                        </p:attrNameLst>
                                      </p:cBhvr>
                                      <p:tavLst>
                                        <p:tav tm="0">
                                          <p:val>
                                            <p:strVal val="#ppt_y+.1"/>
                                          </p:val>
                                        </p:tav>
                                        <p:tav tm="100000">
                                          <p:val>
                                            <p:strVal val="#ppt_y"/>
                                          </p:val>
                                        </p:tav>
                                      </p:tavLst>
                                    </p:anim>
                                  </p:childTnLst>
                                </p:cTn>
                              </p:par>
                            </p:childTnLst>
                          </p:cTn>
                        </p:par>
                      </p:childTnLst>
                    </p:cTn>
                  </p:par>
                  <p:par>
                    <p:cTn id="25" fill="hold">
                      <p:stCondLst>
                        <p:cond delay="indefinite"/>
                      </p:stCondLst>
                      <p:childTnLst>
                        <p:par>
                          <p:cTn id="26" fill="hold">
                            <p:stCondLst>
                              <p:cond delay="0"/>
                            </p:stCondLst>
                            <p:childTnLst>
                              <p:par>
                                <p:cTn id="27" presetID="42" presetClass="entr" presetSubtype="0" fill="hold" nodeType="clickEffect">
                                  <p:stCondLst>
                                    <p:cond delay="0"/>
                                  </p:stCondLst>
                                  <p:childTnLst>
                                    <p:set>
                                      <p:cBhvr>
                                        <p:cTn id="28" dur="1" fill="hold">
                                          <p:stCondLst>
                                            <p:cond delay="0"/>
                                          </p:stCondLst>
                                        </p:cTn>
                                        <p:tgtEl>
                                          <p:spTgt spid="7">
                                            <p:txEl>
                                              <p:pRg st="0" end="0"/>
                                            </p:txEl>
                                          </p:spTgt>
                                        </p:tgtEl>
                                        <p:attrNameLst>
                                          <p:attrName>style.visibility</p:attrName>
                                        </p:attrNameLst>
                                      </p:cBhvr>
                                      <p:to>
                                        <p:strVal val="visible"/>
                                      </p:to>
                                    </p:set>
                                    <p:animEffect transition="in" filter="fade">
                                      <p:cBhvr>
                                        <p:cTn id="29" dur="1000"/>
                                        <p:tgtEl>
                                          <p:spTgt spid="7">
                                            <p:txEl>
                                              <p:pRg st="0" end="0"/>
                                            </p:txEl>
                                          </p:spTgt>
                                        </p:tgtEl>
                                      </p:cBhvr>
                                    </p:animEffect>
                                    <p:anim calcmode="lin" valueType="num">
                                      <p:cBhvr>
                                        <p:cTn id="30" dur="1000" fill="hold"/>
                                        <p:tgtEl>
                                          <p:spTgt spid="7">
                                            <p:txEl>
                                              <p:pRg st="0" end="0"/>
                                            </p:txEl>
                                          </p:spTgt>
                                        </p:tgtEl>
                                        <p:attrNameLst>
                                          <p:attrName>ppt_x</p:attrName>
                                        </p:attrNameLst>
                                      </p:cBhvr>
                                      <p:tavLst>
                                        <p:tav tm="0">
                                          <p:val>
                                            <p:strVal val="#ppt_x"/>
                                          </p:val>
                                        </p:tav>
                                        <p:tav tm="100000">
                                          <p:val>
                                            <p:strVal val="#ppt_x"/>
                                          </p:val>
                                        </p:tav>
                                      </p:tavLst>
                                    </p:anim>
                                    <p:anim calcmode="lin" valueType="num">
                                      <p:cBhvr>
                                        <p:cTn id="31" dur="1000" fill="hold"/>
                                        <p:tgtEl>
                                          <p:spTgt spid="7">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32" fill="hold">
                      <p:stCondLst>
                        <p:cond delay="indefinite"/>
                      </p:stCondLst>
                      <p:childTnLst>
                        <p:par>
                          <p:cTn id="33" fill="hold">
                            <p:stCondLst>
                              <p:cond delay="0"/>
                            </p:stCondLst>
                            <p:childTnLst>
                              <p:par>
                                <p:cTn id="34" presetID="42" presetClass="entr" presetSubtype="0" fill="hold" nodeType="clickEffect">
                                  <p:stCondLst>
                                    <p:cond delay="0"/>
                                  </p:stCondLst>
                                  <p:childTnLst>
                                    <p:set>
                                      <p:cBhvr>
                                        <p:cTn id="35" dur="1" fill="hold">
                                          <p:stCondLst>
                                            <p:cond delay="0"/>
                                          </p:stCondLst>
                                        </p:cTn>
                                        <p:tgtEl>
                                          <p:spTgt spid="7">
                                            <p:txEl>
                                              <p:pRg st="1" end="1"/>
                                            </p:txEl>
                                          </p:spTgt>
                                        </p:tgtEl>
                                        <p:attrNameLst>
                                          <p:attrName>style.visibility</p:attrName>
                                        </p:attrNameLst>
                                      </p:cBhvr>
                                      <p:to>
                                        <p:strVal val="visible"/>
                                      </p:to>
                                    </p:set>
                                    <p:animEffect transition="in" filter="fade">
                                      <p:cBhvr>
                                        <p:cTn id="36" dur="1000"/>
                                        <p:tgtEl>
                                          <p:spTgt spid="7">
                                            <p:txEl>
                                              <p:pRg st="1" end="1"/>
                                            </p:txEl>
                                          </p:spTgt>
                                        </p:tgtEl>
                                      </p:cBhvr>
                                    </p:animEffect>
                                    <p:anim calcmode="lin" valueType="num">
                                      <p:cBhvr>
                                        <p:cTn id="37" dur="1000" fill="hold"/>
                                        <p:tgtEl>
                                          <p:spTgt spid="7">
                                            <p:txEl>
                                              <p:pRg st="1" end="1"/>
                                            </p:txEl>
                                          </p:spTgt>
                                        </p:tgtEl>
                                        <p:attrNameLst>
                                          <p:attrName>ppt_x</p:attrName>
                                        </p:attrNameLst>
                                      </p:cBhvr>
                                      <p:tavLst>
                                        <p:tav tm="0">
                                          <p:val>
                                            <p:strVal val="#ppt_x"/>
                                          </p:val>
                                        </p:tav>
                                        <p:tav tm="100000">
                                          <p:val>
                                            <p:strVal val="#ppt_x"/>
                                          </p:val>
                                        </p:tav>
                                      </p:tavLst>
                                    </p:anim>
                                    <p:anim calcmode="lin" valueType="num">
                                      <p:cBhvr>
                                        <p:cTn id="38" dur="1000" fill="hold"/>
                                        <p:tgtEl>
                                          <p:spTgt spid="7">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42" presetClass="entr" presetSubtype="0" fill="hold" nodeType="clickEffect">
                                  <p:stCondLst>
                                    <p:cond delay="0"/>
                                  </p:stCondLst>
                                  <p:childTnLst>
                                    <p:set>
                                      <p:cBhvr>
                                        <p:cTn id="42" dur="1" fill="hold">
                                          <p:stCondLst>
                                            <p:cond delay="0"/>
                                          </p:stCondLst>
                                        </p:cTn>
                                        <p:tgtEl>
                                          <p:spTgt spid="7">
                                            <p:txEl>
                                              <p:pRg st="2" end="2"/>
                                            </p:txEl>
                                          </p:spTgt>
                                        </p:tgtEl>
                                        <p:attrNameLst>
                                          <p:attrName>style.visibility</p:attrName>
                                        </p:attrNameLst>
                                      </p:cBhvr>
                                      <p:to>
                                        <p:strVal val="visible"/>
                                      </p:to>
                                    </p:set>
                                    <p:animEffect transition="in" filter="fade">
                                      <p:cBhvr>
                                        <p:cTn id="43" dur="1000"/>
                                        <p:tgtEl>
                                          <p:spTgt spid="7">
                                            <p:txEl>
                                              <p:pRg st="2" end="2"/>
                                            </p:txEl>
                                          </p:spTgt>
                                        </p:tgtEl>
                                      </p:cBhvr>
                                    </p:animEffect>
                                    <p:anim calcmode="lin" valueType="num">
                                      <p:cBhvr>
                                        <p:cTn id="44" dur="1000" fill="hold"/>
                                        <p:tgtEl>
                                          <p:spTgt spid="7">
                                            <p:txEl>
                                              <p:pRg st="2" end="2"/>
                                            </p:txEl>
                                          </p:spTgt>
                                        </p:tgtEl>
                                        <p:attrNameLst>
                                          <p:attrName>ppt_x</p:attrName>
                                        </p:attrNameLst>
                                      </p:cBhvr>
                                      <p:tavLst>
                                        <p:tav tm="0">
                                          <p:val>
                                            <p:strVal val="#ppt_x"/>
                                          </p:val>
                                        </p:tav>
                                        <p:tav tm="100000">
                                          <p:val>
                                            <p:strVal val="#ppt_x"/>
                                          </p:val>
                                        </p:tav>
                                      </p:tavLst>
                                    </p:anim>
                                    <p:anim calcmode="lin" valueType="num">
                                      <p:cBhvr>
                                        <p:cTn id="45" dur="1000" fill="hold"/>
                                        <p:tgtEl>
                                          <p:spTgt spid="7">
                                            <p:txEl>
                                              <p:pRg st="2" end="2"/>
                                            </p:txEl>
                                          </p:spTgt>
                                        </p:tgtEl>
                                        <p:attrNameLst>
                                          <p:attrName>ppt_y</p:attrName>
                                        </p:attrNameLst>
                                      </p:cBhvr>
                                      <p:tavLst>
                                        <p:tav tm="0">
                                          <p:val>
                                            <p:strVal val="#ppt_y+.1"/>
                                          </p:val>
                                        </p:tav>
                                        <p:tav tm="100000">
                                          <p:val>
                                            <p:strVal val="#ppt_y"/>
                                          </p:val>
                                        </p:tav>
                                      </p:tavLst>
                                    </p:anim>
                                  </p:childTnLst>
                                </p:cTn>
                              </p:par>
                              <p:par>
                                <p:cTn id="46" presetID="42" presetClass="entr" presetSubtype="0" fill="hold" nodeType="withEffect">
                                  <p:stCondLst>
                                    <p:cond delay="0"/>
                                  </p:stCondLst>
                                  <p:childTnLst>
                                    <p:set>
                                      <p:cBhvr>
                                        <p:cTn id="47" dur="1" fill="hold">
                                          <p:stCondLst>
                                            <p:cond delay="0"/>
                                          </p:stCondLst>
                                        </p:cTn>
                                        <p:tgtEl>
                                          <p:spTgt spid="7">
                                            <p:txEl>
                                              <p:pRg st="3" end="3"/>
                                            </p:txEl>
                                          </p:spTgt>
                                        </p:tgtEl>
                                        <p:attrNameLst>
                                          <p:attrName>style.visibility</p:attrName>
                                        </p:attrNameLst>
                                      </p:cBhvr>
                                      <p:to>
                                        <p:strVal val="visible"/>
                                      </p:to>
                                    </p:set>
                                    <p:animEffect transition="in" filter="fade">
                                      <p:cBhvr>
                                        <p:cTn id="48" dur="1000"/>
                                        <p:tgtEl>
                                          <p:spTgt spid="7">
                                            <p:txEl>
                                              <p:pRg st="3" end="3"/>
                                            </p:txEl>
                                          </p:spTgt>
                                        </p:tgtEl>
                                      </p:cBhvr>
                                    </p:animEffect>
                                    <p:anim calcmode="lin" valueType="num">
                                      <p:cBhvr>
                                        <p:cTn id="49" dur="1000" fill="hold"/>
                                        <p:tgtEl>
                                          <p:spTgt spid="7">
                                            <p:txEl>
                                              <p:pRg st="3" end="3"/>
                                            </p:txEl>
                                          </p:spTgt>
                                        </p:tgtEl>
                                        <p:attrNameLst>
                                          <p:attrName>ppt_x</p:attrName>
                                        </p:attrNameLst>
                                      </p:cBhvr>
                                      <p:tavLst>
                                        <p:tav tm="0">
                                          <p:val>
                                            <p:strVal val="#ppt_x"/>
                                          </p:val>
                                        </p:tav>
                                        <p:tav tm="100000">
                                          <p:val>
                                            <p:strVal val="#ppt_x"/>
                                          </p:val>
                                        </p:tav>
                                      </p:tavLst>
                                    </p:anim>
                                    <p:anim calcmode="lin" valueType="num">
                                      <p:cBhvr>
                                        <p:cTn id="50" dur="1000" fill="hold"/>
                                        <p:tgtEl>
                                          <p:spTgt spid="7">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51" fill="hold">
                      <p:stCondLst>
                        <p:cond delay="indefinite"/>
                      </p:stCondLst>
                      <p:childTnLst>
                        <p:par>
                          <p:cTn id="52" fill="hold">
                            <p:stCondLst>
                              <p:cond delay="0"/>
                            </p:stCondLst>
                            <p:childTnLst>
                              <p:par>
                                <p:cTn id="53" presetID="42" presetClass="entr" presetSubtype="0" fill="hold" nodeType="clickEffect">
                                  <p:stCondLst>
                                    <p:cond delay="0"/>
                                  </p:stCondLst>
                                  <p:childTnLst>
                                    <p:set>
                                      <p:cBhvr>
                                        <p:cTn id="54" dur="1" fill="hold">
                                          <p:stCondLst>
                                            <p:cond delay="0"/>
                                          </p:stCondLst>
                                        </p:cTn>
                                        <p:tgtEl>
                                          <p:spTgt spid="7">
                                            <p:txEl>
                                              <p:pRg st="4" end="4"/>
                                            </p:txEl>
                                          </p:spTgt>
                                        </p:tgtEl>
                                        <p:attrNameLst>
                                          <p:attrName>style.visibility</p:attrName>
                                        </p:attrNameLst>
                                      </p:cBhvr>
                                      <p:to>
                                        <p:strVal val="visible"/>
                                      </p:to>
                                    </p:set>
                                    <p:animEffect transition="in" filter="fade">
                                      <p:cBhvr>
                                        <p:cTn id="55" dur="1000"/>
                                        <p:tgtEl>
                                          <p:spTgt spid="7">
                                            <p:txEl>
                                              <p:pRg st="4" end="4"/>
                                            </p:txEl>
                                          </p:spTgt>
                                        </p:tgtEl>
                                      </p:cBhvr>
                                    </p:animEffect>
                                    <p:anim calcmode="lin" valueType="num">
                                      <p:cBhvr>
                                        <p:cTn id="56" dur="1000" fill="hold"/>
                                        <p:tgtEl>
                                          <p:spTgt spid="7">
                                            <p:txEl>
                                              <p:pRg st="4" end="4"/>
                                            </p:txEl>
                                          </p:spTgt>
                                        </p:tgtEl>
                                        <p:attrNameLst>
                                          <p:attrName>ppt_x</p:attrName>
                                        </p:attrNameLst>
                                      </p:cBhvr>
                                      <p:tavLst>
                                        <p:tav tm="0">
                                          <p:val>
                                            <p:strVal val="#ppt_x"/>
                                          </p:val>
                                        </p:tav>
                                        <p:tav tm="100000">
                                          <p:val>
                                            <p:strVal val="#ppt_x"/>
                                          </p:val>
                                        </p:tav>
                                      </p:tavLst>
                                    </p:anim>
                                    <p:anim calcmode="lin" valueType="num">
                                      <p:cBhvr>
                                        <p:cTn id="57" dur="1000" fill="hold"/>
                                        <p:tgtEl>
                                          <p:spTgt spid="7">
                                            <p:txEl>
                                              <p:pRg st="4" end="4"/>
                                            </p:txEl>
                                          </p:spTgt>
                                        </p:tgtEl>
                                        <p:attrNameLst>
                                          <p:attrName>ppt_y</p:attrName>
                                        </p:attrNameLst>
                                      </p:cBhvr>
                                      <p:tavLst>
                                        <p:tav tm="0">
                                          <p:val>
                                            <p:strVal val="#ppt_y+.1"/>
                                          </p:val>
                                        </p:tav>
                                        <p:tav tm="100000">
                                          <p:val>
                                            <p:strVal val="#ppt_y"/>
                                          </p:val>
                                        </p:tav>
                                      </p:tavLst>
                                    </p:anim>
                                  </p:childTnLst>
                                </p:cTn>
                              </p:par>
                              <p:par>
                                <p:cTn id="58" presetID="42" presetClass="entr" presetSubtype="0" fill="hold" nodeType="withEffect">
                                  <p:stCondLst>
                                    <p:cond delay="0"/>
                                  </p:stCondLst>
                                  <p:childTnLst>
                                    <p:set>
                                      <p:cBhvr>
                                        <p:cTn id="59" dur="1" fill="hold">
                                          <p:stCondLst>
                                            <p:cond delay="0"/>
                                          </p:stCondLst>
                                        </p:cTn>
                                        <p:tgtEl>
                                          <p:spTgt spid="7">
                                            <p:txEl>
                                              <p:pRg st="5" end="5"/>
                                            </p:txEl>
                                          </p:spTgt>
                                        </p:tgtEl>
                                        <p:attrNameLst>
                                          <p:attrName>style.visibility</p:attrName>
                                        </p:attrNameLst>
                                      </p:cBhvr>
                                      <p:to>
                                        <p:strVal val="visible"/>
                                      </p:to>
                                    </p:set>
                                    <p:animEffect transition="in" filter="fade">
                                      <p:cBhvr>
                                        <p:cTn id="60" dur="1000"/>
                                        <p:tgtEl>
                                          <p:spTgt spid="7">
                                            <p:txEl>
                                              <p:pRg st="5" end="5"/>
                                            </p:txEl>
                                          </p:spTgt>
                                        </p:tgtEl>
                                      </p:cBhvr>
                                    </p:animEffect>
                                    <p:anim calcmode="lin" valueType="num">
                                      <p:cBhvr>
                                        <p:cTn id="61" dur="1000" fill="hold"/>
                                        <p:tgtEl>
                                          <p:spTgt spid="7">
                                            <p:txEl>
                                              <p:pRg st="5" end="5"/>
                                            </p:txEl>
                                          </p:spTgt>
                                        </p:tgtEl>
                                        <p:attrNameLst>
                                          <p:attrName>ppt_x</p:attrName>
                                        </p:attrNameLst>
                                      </p:cBhvr>
                                      <p:tavLst>
                                        <p:tav tm="0">
                                          <p:val>
                                            <p:strVal val="#ppt_x"/>
                                          </p:val>
                                        </p:tav>
                                        <p:tav tm="100000">
                                          <p:val>
                                            <p:strVal val="#ppt_x"/>
                                          </p:val>
                                        </p:tav>
                                      </p:tavLst>
                                    </p:anim>
                                    <p:anim calcmode="lin" valueType="num">
                                      <p:cBhvr>
                                        <p:cTn id="62" dur="1000" fill="hold"/>
                                        <p:tgtEl>
                                          <p:spTgt spid="7">
                                            <p:txEl>
                                              <p:pRg st="5" end="5"/>
                                            </p:txEl>
                                          </p:spTgt>
                                        </p:tgtEl>
                                        <p:attrNameLst>
                                          <p:attrName>ppt_y</p:attrName>
                                        </p:attrNameLst>
                                      </p:cBhvr>
                                      <p:tavLst>
                                        <p:tav tm="0">
                                          <p:val>
                                            <p:strVal val="#ppt_y+.1"/>
                                          </p:val>
                                        </p:tav>
                                        <p:tav tm="100000">
                                          <p:val>
                                            <p:strVal val="#ppt_y"/>
                                          </p:val>
                                        </p:tav>
                                      </p:tavLst>
                                    </p:anim>
                                  </p:childTnLst>
                                </p:cTn>
                              </p:par>
                              <p:par>
                                <p:cTn id="63" presetID="42" presetClass="entr" presetSubtype="0" fill="hold" nodeType="withEffect">
                                  <p:stCondLst>
                                    <p:cond delay="0"/>
                                  </p:stCondLst>
                                  <p:childTnLst>
                                    <p:set>
                                      <p:cBhvr>
                                        <p:cTn id="64" dur="1" fill="hold">
                                          <p:stCondLst>
                                            <p:cond delay="0"/>
                                          </p:stCondLst>
                                        </p:cTn>
                                        <p:tgtEl>
                                          <p:spTgt spid="7">
                                            <p:txEl>
                                              <p:pRg st="6" end="6"/>
                                            </p:txEl>
                                          </p:spTgt>
                                        </p:tgtEl>
                                        <p:attrNameLst>
                                          <p:attrName>style.visibility</p:attrName>
                                        </p:attrNameLst>
                                      </p:cBhvr>
                                      <p:to>
                                        <p:strVal val="visible"/>
                                      </p:to>
                                    </p:set>
                                    <p:animEffect transition="in" filter="fade">
                                      <p:cBhvr>
                                        <p:cTn id="65" dur="1000"/>
                                        <p:tgtEl>
                                          <p:spTgt spid="7">
                                            <p:txEl>
                                              <p:pRg st="6" end="6"/>
                                            </p:txEl>
                                          </p:spTgt>
                                        </p:tgtEl>
                                      </p:cBhvr>
                                    </p:animEffect>
                                    <p:anim calcmode="lin" valueType="num">
                                      <p:cBhvr>
                                        <p:cTn id="66" dur="1000" fill="hold"/>
                                        <p:tgtEl>
                                          <p:spTgt spid="7">
                                            <p:txEl>
                                              <p:pRg st="6" end="6"/>
                                            </p:txEl>
                                          </p:spTgt>
                                        </p:tgtEl>
                                        <p:attrNameLst>
                                          <p:attrName>ppt_x</p:attrName>
                                        </p:attrNameLst>
                                      </p:cBhvr>
                                      <p:tavLst>
                                        <p:tav tm="0">
                                          <p:val>
                                            <p:strVal val="#ppt_x"/>
                                          </p:val>
                                        </p:tav>
                                        <p:tav tm="100000">
                                          <p:val>
                                            <p:strVal val="#ppt_x"/>
                                          </p:val>
                                        </p:tav>
                                      </p:tavLst>
                                    </p:anim>
                                    <p:anim calcmode="lin" valueType="num">
                                      <p:cBhvr>
                                        <p:cTn id="67" dur="1000" fill="hold"/>
                                        <p:tgtEl>
                                          <p:spTgt spid="7">
                                            <p:txEl>
                                              <p:pRg st="6" end="6"/>
                                            </p:txEl>
                                          </p:spTgt>
                                        </p:tgtEl>
                                        <p:attrNameLst>
                                          <p:attrName>ppt_y</p:attrName>
                                        </p:attrNameLst>
                                      </p:cBhvr>
                                      <p:tavLst>
                                        <p:tav tm="0">
                                          <p:val>
                                            <p:strVal val="#ppt_y+.1"/>
                                          </p:val>
                                        </p:tav>
                                        <p:tav tm="100000">
                                          <p:val>
                                            <p:strVal val="#ppt_y"/>
                                          </p:val>
                                        </p:tav>
                                      </p:tavLst>
                                    </p:anim>
                                  </p:childTnLst>
                                </p:cTn>
                              </p:par>
                              <p:par>
                                <p:cTn id="68" presetID="42" presetClass="entr" presetSubtype="0" fill="hold" nodeType="withEffect">
                                  <p:stCondLst>
                                    <p:cond delay="0"/>
                                  </p:stCondLst>
                                  <p:childTnLst>
                                    <p:set>
                                      <p:cBhvr>
                                        <p:cTn id="69" dur="1" fill="hold">
                                          <p:stCondLst>
                                            <p:cond delay="0"/>
                                          </p:stCondLst>
                                        </p:cTn>
                                        <p:tgtEl>
                                          <p:spTgt spid="7">
                                            <p:txEl>
                                              <p:pRg st="7" end="7"/>
                                            </p:txEl>
                                          </p:spTgt>
                                        </p:tgtEl>
                                        <p:attrNameLst>
                                          <p:attrName>style.visibility</p:attrName>
                                        </p:attrNameLst>
                                      </p:cBhvr>
                                      <p:to>
                                        <p:strVal val="visible"/>
                                      </p:to>
                                    </p:set>
                                    <p:animEffect transition="in" filter="fade">
                                      <p:cBhvr>
                                        <p:cTn id="70" dur="1000"/>
                                        <p:tgtEl>
                                          <p:spTgt spid="7">
                                            <p:txEl>
                                              <p:pRg st="7" end="7"/>
                                            </p:txEl>
                                          </p:spTgt>
                                        </p:tgtEl>
                                      </p:cBhvr>
                                    </p:animEffect>
                                    <p:anim calcmode="lin" valueType="num">
                                      <p:cBhvr>
                                        <p:cTn id="71" dur="1000" fill="hold"/>
                                        <p:tgtEl>
                                          <p:spTgt spid="7">
                                            <p:txEl>
                                              <p:pRg st="7" end="7"/>
                                            </p:txEl>
                                          </p:spTgt>
                                        </p:tgtEl>
                                        <p:attrNameLst>
                                          <p:attrName>ppt_x</p:attrName>
                                        </p:attrNameLst>
                                      </p:cBhvr>
                                      <p:tavLst>
                                        <p:tav tm="0">
                                          <p:val>
                                            <p:strVal val="#ppt_x"/>
                                          </p:val>
                                        </p:tav>
                                        <p:tav tm="100000">
                                          <p:val>
                                            <p:strVal val="#ppt_x"/>
                                          </p:val>
                                        </p:tav>
                                      </p:tavLst>
                                    </p:anim>
                                    <p:anim calcmode="lin" valueType="num">
                                      <p:cBhvr>
                                        <p:cTn id="72" dur="1000" fill="hold"/>
                                        <p:tgtEl>
                                          <p:spTgt spid="7">
                                            <p:txEl>
                                              <p:pRg st="7" end="7"/>
                                            </p:txEl>
                                          </p:spTgt>
                                        </p:tgtEl>
                                        <p:attrNameLst>
                                          <p:attrName>ppt_y</p:attrName>
                                        </p:attrNameLst>
                                      </p:cBhvr>
                                      <p:tavLst>
                                        <p:tav tm="0">
                                          <p:val>
                                            <p:strVal val="#ppt_y+.1"/>
                                          </p:val>
                                        </p:tav>
                                        <p:tav tm="100000">
                                          <p:val>
                                            <p:strVal val="#ppt_y"/>
                                          </p:val>
                                        </p:tav>
                                      </p:tavLst>
                                    </p:anim>
                                  </p:childTnLst>
                                </p:cTn>
                              </p:par>
                              <p:par>
                                <p:cTn id="73" presetID="42" presetClass="entr" presetSubtype="0" fill="hold" nodeType="withEffect">
                                  <p:stCondLst>
                                    <p:cond delay="0"/>
                                  </p:stCondLst>
                                  <p:childTnLst>
                                    <p:set>
                                      <p:cBhvr>
                                        <p:cTn id="74" dur="1" fill="hold">
                                          <p:stCondLst>
                                            <p:cond delay="0"/>
                                          </p:stCondLst>
                                        </p:cTn>
                                        <p:tgtEl>
                                          <p:spTgt spid="7">
                                            <p:txEl>
                                              <p:pRg st="8" end="8"/>
                                            </p:txEl>
                                          </p:spTgt>
                                        </p:tgtEl>
                                        <p:attrNameLst>
                                          <p:attrName>style.visibility</p:attrName>
                                        </p:attrNameLst>
                                      </p:cBhvr>
                                      <p:to>
                                        <p:strVal val="visible"/>
                                      </p:to>
                                    </p:set>
                                    <p:animEffect transition="in" filter="fade">
                                      <p:cBhvr>
                                        <p:cTn id="75" dur="1000"/>
                                        <p:tgtEl>
                                          <p:spTgt spid="7">
                                            <p:txEl>
                                              <p:pRg st="8" end="8"/>
                                            </p:txEl>
                                          </p:spTgt>
                                        </p:tgtEl>
                                      </p:cBhvr>
                                    </p:animEffect>
                                    <p:anim calcmode="lin" valueType="num">
                                      <p:cBhvr>
                                        <p:cTn id="76" dur="1000" fill="hold"/>
                                        <p:tgtEl>
                                          <p:spTgt spid="7">
                                            <p:txEl>
                                              <p:pRg st="8" end="8"/>
                                            </p:txEl>
                                          </p:spTgt>
                                        </p:tgtEl>
                                        <p:attrNameLst>
                                          <p:attrName>ppt_x</p:attrName>
                                        </p:attrNameLst>
                                      </p:cBhvr>
                                      <p:tavLst>
                                        <p:tav tm="0">
                                          <p:val>
                                            <p:strVal val="#ppt_x"/>
                                          </p:val>
                                        </p:tav>
                                        <p:tav tm="100000">
                                          <p:val>
                                            <p:strVal val="#ppt_x"/>
                                          </p:val>
                                        </p:tav>
                                      </p:tavLst>
                                    </p:anim>
                                    <p:anim calcmode="lin" valueType="num">
                                      <p:cBhvr>
                                        <p:cTn id="77" dur="1000" fill="hold"/>
                                        <p:tgtEl>
                                          <p:spTgt spid="7">
                                            <p:txEl>
                                              <p:pRg st="8" end="8"/>
                                            </p:txEl>
                                          </p:spTgt>
                                        </p:tgtEl>
                                        <p:attrNameLst>
                                          <p:attrName>ppt_y</p:attrName>
                                        </p:attrNameLst>
                                      </p:cBhvr>
                                      <p:tavLst>
                                        <p:tav tm="0">
                                          <p:val>
                                            <p:strVal val="#ppt_y+.1"/>
                                          </p:val>
                                        </p:tav>
                                        <p:tav tm="100000">
                                          <p:val>
                                            <p:strVal val="#ppt_y"/>
                                          </p:val>
                                        </p:tav>
                                      </p:tavLst>
                                    </p:anim>
                                  </p:childTnLst>
                                </p:cTn>
                              </p:par>
                              <p:par>
                                <p:cTn id="78" presetID="42" presetClass="entr" presetSubtype="0" fill="hold" nodeType="withEffect">
                                  <p:stCondLst>
                                    <p:cond delay="0"/>
                                  </p:stCondLst>
                                  <p:childTnLst>
                                    <p:set>
                                      <p:cBhvr>
                                        <p:cTn id="79" dur="1" fill="hold">
                                          <p:stCondLst>
                                            <p:cond delay="0"/>
                                          </p:stCondLst>
                                        </p:cTn>
                                        <p:tgtEl>
                                          <p:spTgt spid="7">
                                            <p:txEl>
                                              <p:pRg st="9" end="9"/>
                                            </p:txEl>
                                          </p:spTgt>
                                        </p:tgtEl>
                                        <p:attrNameLst>
                                          <p:attrName>style.visibility</p:attrName>
                                        </p:attrNameLst>
                                      </p:cBhvr>
                                      <p:to>
                                        <p:strVal val="visible"/>
                                      </p:to>
                                    </p:set>
                                    <p:animEffect transition="in" filter="fade">
                                      <p:cBhvr>
                                        <p:cTn id="80" dur="1000"/>
                                        <p:tgtEl>
                                          <p:spTgt spid="7">
                                            <p:txEl>
                                              <p:pRg st="9" end="9"/>
                                            </p:txEl>
                                          </p:spTgt>
                                        </p:tgtEl>
                                      </p:cBhvr>
                                    </p:animEffect>
                                    <p:anim calcmode="lin" valueType="num">
                                      <p:cBhvr>
                                        <p:cTn id="81" dur="1000" fill="hold"/>
                                        <p:tgtEl>
                                          <p:spTgt spid="7">
                                            <p:txEl>
                                              <p:pRg st="9" end="9"/>
                                            </p:txEl>
                                          </p:spTgt>
                                        </p:tgtEl>
                                        <p:attrNameLst>
                                          <p:attrName>ppt_x</p:attrName>
                                        </p:attrNameLst>
                                      </p:cBhvr>
                                      <p:tavLst>
                                        <p:tav tm="0">
                                          <p:val>
                                            <p:strVal val="#ppt_x"/>
                                          </p:val>
                                        </p:tav>
                                        <p:tav tm="100000">
                                          <p:val>
                                            <p:strVal val="#ppt_x"/>
                                          </p:val>
                                        </p:tav>
                                      </p:tavLst>
                                    </p:anim>
                                    <p:anim calcmode="lin" valueType="num">
                                      <p:cBhvr>
                                        <p:cTn id="82" dur="1000" fill="hold"/>
                                        <p:tgtEl>
                                          <p:spTgt spid="7">
                                            <p:txEl>
                                              <p:pRg st="9" end="9"/>
                                            </p:txEl>
                                          </p:spTgt>
                                        </p:tgtEl>
                                        <p:attrNameLst>
                                          <p:attrName>ppt_y</p:attrName>
                                        </p:attrNameLst>
                                      </p:cBhvr>
                                      <p:tavLst>
                                        <p:tav tm="0">
                                          <p:val>
                                            <p:strVal val="#ppt_y+.1"/>
                                          </p:val>
                                        </p:tav>
                                        <p:tav tm="100000">
                                          <p:val>
                                            <p:strVal val="#ppt_y"/>
                                          </p:val>
                                        </p:tav>
                                      </p:tavLst>
                                    </p:anim>
                                  </p:childTnLst>
                                </p:cTn>
                              </p:par>
                            </p:childTnLst>
                          </p:cTn>
                        </p:par>
                      </p:childTnLst>
                    </p:cTn>
                  </p:par>
                  <p:par>
                    <p:cTn id="83" fill="hold">
                      <p:stCondLst>
                        <p:cond delay="indefinite"/>
                      </p:stCondLst>
                      <p:childTnLst>
                        <p:par>
                          <p:cTn id="84" fill="hold">
                            <p:stCondLst>
                              <p:cond delay="0"/>
                            </p:stCondLst>
                            <p:childTnLst>
                              <p:par>
                                <p:cTn id="85" presetID="42" presetClass="entr" presetSubtype="0" fill="hold" nodeType="clickEffect">
                                  <p:stCondLst>
                                    <p:cond delay="0"/>
                                  </p:stCondLst>
                                  <p:childTnLst>
                                    <p:set>
                                      <p:cBhvr>
                                        <p:cTn id="86" dur="1" fill="hold">
                                          <p:stCondLst>
                                            <p:cond delay="0"/>
                                          </p:stCondLst>
                                        </p:cTn>
                                        <p:tgtEl>
                                          <p:spTgt spid="9">
                                            <p:txEl>
                                              <p:pRg st="0" end="0"/>
                                            </p:txEl>
                                          </p:spTgt>
                                        </p:tgtEl>
                                        <p:attrNameLst>
                                          <p:attrName>style.visibility</p:attrName>
                                        </p:attrNameLst>
                                      </p:cBhvr>
                                      <p:to>
                                        <p:strVal val="visible"/>
                                      </p:to>
                                    </p:set>
                                    <p:animEffect transition="in" filter="fade">
                                      <p:cBhvr>
                                        <p:cTn id="87" dur="1000"/>
                                        <p:tgtEl>
                                          <p:spTgt spid="9">
                                            <p:txEl>
                                              <p:pRg st="0" end="0"/>
                                            </p:txEl>
                                          </p:spTgt>
                                        </p:tgtEl>
                                      </p:cBhvr>
                                    </p:animEffect>
                                    <p:anim calcmode="lin" valueType="num">
                                      <p:cBhvr>
                                        <p:cTn id="88" dur="1000" fill="hold"/>
                                        <p:tgtEl>
                                          <p:spTgt spid="9">
                                            <p:txEl>
                                              <p:pRg st="0" end="0"/>
                                            </p:txEl>
                                          </p:spTgt>
                                        </p:tgtEl>
                                        <p:attrNameLst>
                                          <p:attrName>ppt_x</p:attrName>
                                        </p:attrNameLst>
                                      </p:cBhvr>
                                      <p:tavLst>
                                        <p:tav tm="0">
                                          <p:val>
                                            <p:strVal val="#ppt_x"/>
                                          </p:val>
                                        </p:tav>
                                        <p:tav tm="100000">
                                          <p:val>
                                            <p:strVal val="#ppt_x"/>
                                          </p:val>
                                        </p:tav>
                                      </p:tavLst>
                                    </p:anim>
                                    <p:anim calcmode="lin" valueType="num">
                                      <p:cBhvr>
                                        <p:cTn id="89" dur="1000" fill="hold"/>
                                        <p:tgtEl>
                                          <p:spTgt spid="9">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90" fill="hold">
                      <p:stCondLst>
                        <p:cond delay="indefinite"/>
                      </p:stCondLst>
                      <p:childTnLst>
                        <p:par>
                          <p:cTn id="91" fill="hold">
                            <p:stCondLst>
                              <p:cond delay="0"/>
                            </p:stCondLst>
                            <p:childTnLst>
                              <p:par>
                                <p:cTn id="92" presetID="42" presetClass="entr" presetSubtype="0" fill="hold" nodeType="clickEffect">
                                  <p:stCondLst>
                                    <p:cond delay="0"/>
                                  </p:stCondLst>
                                  <p:childTnLst>
                                    <p:set>
                                      <p:cBhvr>
                                        <p:cTn id="93" dur="1" fill="hold">
                                          <p:stCondLst>
                                            <p:cond delay="0"/>
                                          </p:stCondLst>
                                        </p:cTn>
                                        <p:tgtEl>
                                          <p:spTgt spid="9">
                                            <p:txEl>
                                              <p:pRg st="1" end="1"/>
                                            </p:txEl>
                                          </p:spTgt>
                                        </p:tgtEl>
                                        <p:attrNameLst>
                                          <p:attrName>style.visibility</p:attrName>
                                        </p:attrNameLst>
                                      </p:cBhvr>
                                      <p:to>
                                        <p:strVal val="visible"/>
                                      </p:to>
                                    </p:set>
                                    <p:animEffect transition="in" filter="fade">
                                      <p:cBhvr>
                                        <p:cTn id="94" dur="1000"/>
                                        <p:tgtEl>
                                          <p:spTgt spid="9">
                                            <p:txEl>
                                              <p:pRg st="1" end="1"/>
                                            </p:txEl>
                                          </p:spTgt>
                                        </p:tgtEl>
                                      </p:cBhvr>
                                    </p:animEffect>
                                    <p:anim calcmode="lin" valueType="num">
                                      <p:cBhvr>
                                        <p:cTn id="95" dur="1000" fill="hold"/>
                                        <p:tgtEl>
                                          <p:spTgt spid="9">
                                            <p:txEl>
                                              <p:pRg st="1" end="1"/>
                                            </p:txEl>
                                          </p:spTgt>
                                        </p:tgtEl>
                                        <p:attrNameLst>
                                          <p:attrName>ppt_x</p:attrName>
                                        </p:attrNameLst>
                                      </p:cBhvr>
                                      <p:tavLst>
                                        <p:tav tm="0">
                                          <p:val>
                                            <p:strVal val="#ppt_x"/>
                                          </p:val>
                                        </p:tav>
                                        <p:tav tm="100000">
                                          <p:val>
                                            <p:strVal val="#ppt_x"/>
                                          </p:val>
                                        </p:tav>
                                      </p:tavLst>
                                    </p:anim>
                                    <p:anim calcmode="lin" valueType="num">
                                      <p:cBhvr>
                                        <p:cTn id="96" dur="1000" fill="hold"/>
                                        <p:tgtEl>
                                          <p:spTgt spid="9">
                                            <p:txEl>
                                              <p:pRg st="1" end="1"/>
                                            </p:txEl>
                                          </p:spTgt>
                                        </p:tgtEl>
                                        <p:attrNameLst>
                                          <p:attrName>ppt_y</p:attrName>
                                        </p:attrNameLst>
                                      </p:cBhvr>
                                      <p:tavLst>
                                        <p:tav tm="0">
                                          <p:val>
                                            <p:strVal val="#ppt_y+.1"/>
                                          </p:val>
                                        </p:tav>
                                        <p:tav tm="100000">
                                          <p:val>
                                            <p:strVal val="#ppt_y"/>
                                          </p:val>
                                        </p:tav>
                                      </p:tavLst>
                                    </p:anim>
                                  </p:childTnLst>
                                </p:cTn>
                              </p:par>
                              <p:par>
                                <p:cTn id="97" presetID="42" presetClass="entr" presetSubtype="0" fill="hold" nodeType="withEffect">
                                  <p:stCondLst>
                                    <p:cond delay="0"/>
                                  </p:stCondLst>
                                  <p:childTnLst>
                                    <p:set>
                                      <p:cBhvr>
                                        <p:cTn id="98" dur="1" fill="hold">
                                          <p:stCondLst>
                                            <p:cond delay="0"/>
                                          </p:stCondLst>
                                        </p:cTn>
                                        <p:tgtEl>
                                          <p:spTgt spid="9">
                                            <p:txEl>
                                              <p:pRg st="2" end="2"/>
                                            </p:txEl>
                                          </p:spTgt>
                                        </p:tgtEl>
                                        <p:attrNameLst>
                                          <p:attrName>style.visibility</p:attrName>
                                        </p:attrNameLst>
                                      </p:cBhvr>
                                      <p:to>
                                        <p:strVal val="visible"/>
                                      </p:to>
                                    </p:set>
                                    <p:animEffect transition="in" filter="fade">
                                      <p:cBhvr>
                                        <p:cTn id="99" dur="1000"/>
                                        <p:tgtEl>
                                          <p:spTgt spid="9">
                                            <p:txEl>
                                              <p:pRg st="2" end="2"/>
                                            </p:txEl>
                                          </p:spTgt>
                                        </p:tgtEl>
                                      </p:cBhvr>
                                    </p:animEffect>
                                    <p:anim calcmode="lin" valueType="num">
                                      <p:cBhvr>
                                        <p:cTn id="100" dur="1000" fill="hold"/>
                                        <p:tgtEl>
                                          <p:spTgt spid="9">
                                            <p:txEl>
                                              <p:pRg st="2" end="2"/>
                                            </p:txEl>
                                          </p:spTgt>
                                        </p:tgtEl>
                                        <p:attrNameLst>
                                          <p:attrName>ppt_x</p:attrName>
                                        </p:attrNameLst>
                                      </p:cBhvr>
                                      <p:tavLst>
                                        <p:tav tm="0">
                                          <p:val>
                                            <p:strVal val="#ppt_x"/>
                                          </p:val>
                                        </p:tav>
                                        <p:tav tm="100000">
                                          <p:val>
                                            <p:strVal val="#ppt_x"/>
                                          </p:val>
                                        </p:tav>
                                      </p:tavLst>
                                    </p:anim>
                                    <p:anim calcmode="lin" valueType="num">
                                      <p:cBhvr>
                                        <p:cTn id="101" dur="1000" fill="hold"/>
                                        <p:tgtEl>
                                          <p:spTgt spid="9">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102" fill="hold">
                      <p:stCondLst>
                        <p:cond delay="indefinite"/>
                      </p:stCondLst>
                      <p:childTnLst>
                        <p:par>
                          <p:cTn id="103" fill="hold">
                            <p:stCondLst>
                              <p:cond delay="0"/>
                            </p:stCondLst>
                            <p:childTnLst>
                              <p:par>
                                <p:cTn id="104" presetID="42" presetClass="entr" presetSubtype="0" fill="hold" nodeType="clickEffect">
                                  <p:stCondLst>
                                    <p:cond delay="0"/>
                                  </p:stCondLst>
                                  <p:childTnLst>
                                    <p:set>
                                      <p:cBhvr>
                                        <p:cTn id="105" dur="1" fill="hold">
                                          <p:stCondLst>
                                            <p:cond delay="0"/>
                                          </p:stCondLst>
                                        </p:cTn>
                                        <p:tgtEl>
                                          <p:spTgt spid="9">
                                            <p:txEl>
                                              <p:pRg st="3" end="3"/>
                                            </p:txEl>
                                          </p:spTgt>
                                        </p:tgtEl>
                                        <p:attrNameLst>
                                          <p:attrName>style.visibility</p:attrName>
                                        </p:attrNameLst>
                                      </p:cBhvr>
                                      <p:to>
                                        <p:strVal val="visible"/>
                                      </p:to>
                                    </p:set>
                                    <p:animEffect transition="in" filter="fade">
                                      <p:cBhvr>
                                        <p:cTn id="106" dur="1000"/>
                                        <p:tgtEl>
                                          <p:spTgt spid="9">
                                            <p:txEl>
                                              <p:pRg st="3" end="3"/>
                                            </p:txEl>
                                          </p:spTgt>
                                        </p:tgtEl>
                                      </p:cBhvr>
                                    </p:animEffect>
                                    <p:anim calcmode="lin" valueType="num">
                                      <p:cBhvr>
                                        <p:cTn id="107" dur="1000" fill="hold"/>
                                        <p:tgtEl>
                                          <p:spTgt spid="9">
                                            <p:txEl>
                                              <p:pRg st="3" end="3"/>
                                            </p:txEl>
                                          </p:spTgt>
                                        </p:tgtEl>
                                        <p:attrNameLst>
                                          <p:attrName>ppt_x</p:attrName>
                                        </p:attrNameLst>
                                      </p:cBhvr>
                                      <p:tavLst>
                                        <p:tav tm="0">
                                          <p:val>
                                            <p:strVal val="#ppt_x"/>
                                          </p:val>
                                        </p:tav>
                                        <p:tav tm="100000">
                                          <p:val>
                                            <p:strVal val="#ppt_x"/>
                                          </p:val>
                                        </p:tav>
                                      </p:tavLst>
                                    </p:anim>
                                    <p:anim calcmode="lin" valueType="num">
                                      <p:cBhvr>
                                        <p:cTn id="108" dur="1000" fill="hold"/>
                                        <p:tgtEl>
                                          <p:spTgt spid="9">
                                            <p:txEl>
                                              <p:pRg st="3" end="3"/>
                                            </p:txEl>
                                          </p:spTgt>
                                        </p:tgtEl>
                                        <p:attrNameLst>
                                          <p:attrName>ppt_y</p:attrName>
                                        </p:attrNameLst>
                                      </p:cBhvr>
                                      <p:tavLst>
                                        <p:tav tm="0">
                                          <p:val>
                                            <p:strVal val="#ppt_y+.1"/>
                                          </p:val>
                                        </p:tav>
                                        <p:tav tm="100000">
                                          <p:val>
                                            <p:strVal val="#ppt_y"/>
                                          </p:val>
                                        </p:tav>
                                      </p:tavLst>
                                    </p:anim>
                                  </p:childTnLst>
                                </p:cTn>
                              </p:par>
                              <p:par>
                                <p:cTn id="109" presetID="42" presetClass="entr" presetSubtype="0" fill="hold" nodeType="withEffect">
                                  <p:stCondLst>
                                    <p:cond delay="0"/>
                                  </p:stCondLst>
                                  <p:childTnLst>
                                    <p:set>
                                      <p:cBhvr>
                                        <p:cTn id="110" dur="1" fill="hold">
                                          <p:stCondLst>
                                            <p:cond delay="0"/>
                                          </p:stCondLst>
                                        </p:cTn>
                                        <p:tgtEl>
                                          <p:spTgt spid="9">
                                            <p:txEl>
                                              <p:pRg st="4" end="4"/>
                                            </p:txEl>
                                          </p:spTgt>
                                        </p:tgtEl>
                                        <p:attrNameLst>
                                          <p:attrName>style.visibility</p:attrName>
                                        </p:attrNameLst>
                                      </p:cBhvr>
                                      <p:to>
                                        <p:strVal val="visible"/>
                                      </p:to>
                                    </p:set>
                                    <p:animEffect transition="in" filter="fade">
                                      <p:cBhvr>
                                        <p:cTn id="111" dur="1000"/>
                                        <p:tgtEl>
                                          <p:spTgt spid="9">
                                            <p:txEl>
                                              <p:pRg st="4" end="4"/>
                                            </p:txEl>
                                          </p:spTgt>
                                        </p:tgtEl>
                                      </p:cBhvr>
                                    </p:animEffect>
                                    <p:anim calcmode="lin" valueType="num">
                                      <p:cBhvr>
                                        <p:cTn id="112" dur="1000" fill="hold"/>
                                        <p:tgtEl>
                                          <p:spTgt spid="9">
                                            <p:txEl>
                                              <p:pRg st="4" end="4"/>
                                            </p:txEl>
                                          </p:spTgt>
                                        </p:tgtEl>
                                        <p:attrNameLst>
                                          <p:attrName>ppt_x</p:attrName>
                                        </p:attrNameLst>
                                      </p:cBhvr>
                                      <p:tavLst>
                                        <p:tav tm="0">
                                          <p:val>
                                            <p:strVal val="#ppt_x"/>
                                          </p:val>
                                        </p:tav>
                                        <p:tav tm="100000">
                                          <p:val>
                                            <p:strVal val="#ppt_x"/>
                                          </p:val>
                                        </p:tav>
                                      </p:tavLst>
                                    </p:anim>
                                    <p:anim calcmode="lin" valueType="num">
                                      <p:cBhvr>
                                        <p:cTn id="113" dur="1000" fill="hold"/>
                                        <p:tgtEl>
                                          <p:spTgt spid="9">
                                            <p:txEl>
                                              <p:pRg st="4" end="4"/>
                                            </p:txEl>
                                          </p:spTgt>
                                        </p:tgtEl>
                                        <p:attrNameLst>
                                          <p:attrName>ppt_y</p:attrName>
                                        </p:attrNameLst>
                                      </p:cBhvr>
                                      <p:tavLst>
                                        <p:tav tm="0">
                                          <p:val>
                                            <p:strVal val="#ppt_y+.1"/>
                                          </p:val>
                                        </p:tav>
                                        <p:tav tm="100000">
                                          <p:val>
                                            <p:strVal val="#ppt_y"/>
                                          </p:val>
                                        </p:tav>
                                      </p:tavLst>
                                    </p:anim>
                                  </p:childTnLst>
                                </p:cTn>
                              </p:par>
                              <p:par>
                                <p:cTn id="114" presetID="42" presetClass="entr" presetSubtype="0" fill="hold" nodeType="withEffect">
                                  <p:stCondLst>
                                    <p:cond delay="0"/>
                                  </p:stCondLst>
                                  <p:childTnLst>
                                    <p:set>
                                      <p:cBhvr>
                                        <p:cTn id="115" dur="1" fill="hold">
                                          <p:stCondLst>
                                            <p:cond delay="0"/>
                                          </p:stCondLst>
                                        </p:cTn>
                                        <p:tgtEl>
                                          <p:spTgt spid="9">
                                            <p:txEl>
                                              <p:pRg st="5" end="5"/>
                                            </p:txEl>
                                          </p:spTgt>
                                        </p:tgtEl>
                                        <p:attrNameLst>
                                          <p:attrName>style.visibility</p:attrName>
                                        </p:attrNameLst>
                                      </p:cBhvr>
                                      <p:to>
                                        <p:strVal val="visible"/>
                                      </p:to>
                                    </p:set>
                                    <p:animEffect transition="in" filter="fade">
                                      <p:cBhvr>
                                        <p:cTn id="116" dur="1000"/>
                                        <p:tgtEl>
                                          <p:spTgt spid="9">
                                            <p:txEl>
                                              <p:pRg st="5" end="5"/>
                                            </p:txEl>
                                          </p:spTgt>
                                        </p:tgtEl>
                                      </p:cBhvr>
                                    </p:animEffect>
                                    <p:anim calcmode="lin" valueType="num">
                                      <p:cBhvr>
                                        <p:cTn id="117" dur="1000" fill="hold"/>
                                        <p:tgtEl>
                                          <p:spTgt spid="9">
                                            <p:txEl>
                                              <p:pRg st="5" end="5"/>
                                            </p:txEl>
                                          </p:spTgt>
                                        </p:tgtEl>
                                        <p:attrNameLst>
                                          <p:attrName>ppt_x</p:attrName>
                                        </p:attrNameLst>
                                      </p:cBhvr>
                                      <p:tavLst>
                                        <p:tav tm="0">
                                          <p:val>
                                            <p:strVal val="#ppt_x"/>
                                          </p:val>
                                        </p:tav>
                                        <p:tav tm="100000">
                                          <p:val>
                                            <p:strVal val="#ppt_x"/>
                                          </p:val>
                                        </p:tav>
                                      </p:tavLst>
                                    </p:anim>
                                    <p:anim calcmode="lin" valueType="num">
                                      <p:cBhvr>
                                        <p:cTn id="118" dur="1000" fill="hold"/>
                                        <p:tgtEl>
                                          <p:spTgt spid="9">
                                            <p:txEl>
                                              <p:pRg st="5" end="5"/>
                                            </p:txEl>
                                          </p:spTgt>
                                        </p:tgtEl>
                                        <p:attrNameLst>
                                          <p:attrName>ppt_y</p:attrName>
                                        </p:attrNameLst>
                                      </p:cBhvr>
                                      <p:tavLst>
                                        <p:tav tm="0">
                                          <p:val>
                                            <p:strVal val="#ppt_y+.1"/>
                                          </p:val>
                                        </p:tav>
                                        <p:tav tm="100000">
                                          <p:val>
                                            <p:strVal val="#ppt_y"/>
                                          </p:val>
                                        </p:tav>
                                      </p:tavLst>
                                    </p:anim>
                                  </p:childTnLst>
                                </p:cTn>
                              </p:par>
                              <p:par>
                                <p:cTn id="119" presetID="42" presetClass="entr" presetSubtype="0" fill="hold" nodeType="withEffect">
                                  <p:stCondLst>
                                    <p:cond delay="0"/>
                                  </p:stCondLst>
                                  <p:childTnLst>
                                    <p:set>
                                      <p:cBhvr>
                                        <p:cTn id="120" dur="1" fill="hold">
                                          <p:stCondLst>
                                            <p:cond delay="0"/>
                                          </p:stCondLst>
                                        </p:cTn>
                                        <p:tgtEl>
                                          <p:spTgt spid="9">
                                            <p:txEl>
                                              <p:pRg st="6" end="6"/>
                                            </p:txEl>
                                          </p:spTgt>
                                        </p:tgtEl>
                                        <p:attrNameLst>
                                          <p:attrName>style.visibility</p:attrName>
                                        </p:attrNameLst>
                                      </p:cBhvr>
                                      <p:to>
                                        <p:strVal val="visible"/>
                                      </p:to>
                                    </p:set>
                                    <p:animEffect transition="in" filter="fade">
                                      <p:cBhvr>
                                        <p:cTn id="121" dur="1000"/>
                                        <p:tgtEl>
                                          <p:spTgt spid="9">
                                            <p:txEl>
                                              <p:pRg st="6" end="6"/>
                                            </p:txEl>
                                          </p:spTgt>
                                        </p:tgtEl>
                                      </p:cBhvr>
                                    </p:animEffect>
                                    <p:anim calcmode="lin" valueType="num">
                                      <p:cBhvr>
                                        <p:cTn id="122" dur="1000" fill="hold"/>
                                        <p:tgtEl>
                                          <p:spTgt spid="9">
                                            <p:txEl>
                                              <p:pRg st="6" end="6"/>
                                            </p:txEl>
                                          </p:spTgt>
                                        </p:tgtEl>
                                        <p:attrNameLst>
                                          <p:attrName>ppt_x</p:attrName>
                                        </p:attrNameLst>
                                      </p:cBhvr>
                                      <p:tavLst>
                                        <p:tav tm="0">
                                          <p:val>
                                            <p:strVal val="#ppt_x"/>
                                          </p:val>
                                        </p:tav>
                                        <p:tav tm="100000">
                                          <p:val>
                                            <p:strVal val="#ppt_x"/>
                                          </p:val>
                                        </p:tav>
                                      </p:tavLst>
                                    </p:anim>
                                    <p:anim calcmode="lin" valueType="num">
                                      <p:cBhvr>
                                        <p:cTn id="123" dur="1000" fill="hold"/>
                                        <p:tgtEl>
                                          <p:spTgt spid="9">
                                            <p:txEl>
                                              <p:pRg st="6" end="6"/>
                                            </p:txEl>
                                          </p:spTgt>
                                        </p:tgtEl>
                                        <p:attrNameLst>
                                          <p:attrName>ppt_y</p:attrName>
                                        </p:attrNameLst>
                                      </p:cBhvr>
                                      <p:tavLst>
                                        <p:tav tm="0">
                                          <p:val>
                                            <p:strVal val="#ppt_y+.1"/>
                                          </p:val>
                                        </p:tav>
                                        <p:tav tm="100000">
                                          <p:val>
                                            <p:strVal val="#ppt_y"/>
                                          </p:val>
                                        </p:tav>
                                      </p:tavLst>
                                    </p:anim>
                                  </p:childTnLst>
                                </p:cTn>
                              </p:par>
                              <p:par>
                                <p:cTn id="124" presetID="42" presetClass="entr" presetSubtype="0" fill="hold" nodeType="withEffect">
                                  <p:stCondLst>
                                    <p:cond delay="0"/>
                                  </p:stCondLst>
                                  <p:childTnLst>
                                    <p:set>
                                      <p:cBhvr>
                                        <p:cTn id="125" dur="1" fill="hold">
                                          <p:stCondLst>
                                            <p:cond delay="0"/>
                                          </p:stCondLst>
                                        </p:cTn>
                                        <p:tgtEl>
                                          <p:spTgt spid="9">
                                            <p:txEl>
                                              <p:pRg st="7" end="7"/>
                                            </p:txEl>
                                          </p:spTgt>
                                        </p:tgtEl>
                                        <p:attrNameLst>
                                          <p:attrName>style.visibility</p:attrName>
                                        </p:attrNameLst>
                                      </p:cBhvr>
                                      <p:to>
                                        <p:strVal val="visible"/>
                                      </p:to>
                                    </p:set>
                                    <p:animEffect transition="in" filter="fade">
                                      <p:cBhvr>
                                        <p:cTn id="126" dur="1000"/>
                                        <p:tgtEl>
                                          <p:spTgt spid="9">
                                            <p:txEl>
                                              <p:pRg st="7" end="7"/>
                                            </p:txEl>
                                          </p:spTgt>
                                        </p:tgtEl>
                                      </p:cBhvr>
                                    </p:animEffect>
                                    <p:anim calcmode="lin" valueType="num">
                                      <p:cBhvr>
                                        <p:cTn id="127" dur="1000" fill="hold"/>
                                        <p:tgtEl>
                                          <p:spTgt spid="9">
                                            <p:txEl>
                                              <p:pRg st="7" end="7"/>
                                            </p:txEl>
                                          </p:spTgt>
                                        </p:tgtEl>
                                        <p:attrNameLst>
                                          <p:attrName>ppt_x</p:attrName>
                                        </p:attrNameLst>
                                      </p:cBhvr>
                                      <p:tavLst>
                                        <p:tav tm="0">
                                          <p:val>
                                            <p:strVal val="#ppt_x"/>
                                          </p:val>
                                        </p:tav>
                                        <p:tav tm="100000">
                                          <p:val>
                                            <p:strVal val="#ppt_x"/>
                                          </p:val>
                                        </p:tav>
                                      </p:tavLst>
                                    </p:anim>
                                    <p:anim calcmode="lin" valueType="num">
                                      <p:cBhvr>
                                        <p:cTn id="128" dur="1000" fill="hold"/>
                                        <p:tgtEl>
                                          <p:spTgt spid="9">
                                            <p:txEl>
                                              <p:pRg st="7" end="7"/>
                                            </p:txEl>
                                          </p:spTgt>
                                        </p:tgtEl>
                                        <p:attrNameLst>
                                          <p:attrName>ppt_y</p:attrName>
                                        </p:attrNameLst>
                                      </p:cBhvr>
                                      <p:tavLst>
                                        <p:tav tm="0">
                                          <p:val>
                                            <p:strVal val="#ppt_y+.1"/>
                                          </p:val>
                                        </p:tav>
                                        <p:tav tm="100000">
                                          <p:val>
                                            <p:strVal val="#ppt_y"/>
                                          </p:val>
                                        </p:tav>
                                      </p:tavLst>
                                    </p:anim>
                                  </p:childTnLst>
                                </p:cTn>
                              </p:par>
                            </p:childTnLst>
                          </p:cTn>
                        </p:par>
                      </p:childTnLst>
                    </p:cTn>
                  </p:par>
                  <p:par>
                    <p:cTn id="129" fill="hold">
                      <p:stCondLst>
                        <p:cond delay="indefinite"/>
                      </p:stCondLst>
                      <p:childTnLst>
                        <p:par>
                          <p:cTn id="130" fill="hold">
                            <p:stCondLst>
                              <p:cond delay="0"/>
                            </p:stCondLst>
                            <p:childTnLst>
                              <p:par>
                                <p:cTn id="131" presetID="42" presetClass="entr" presetSubtype="0" fill="hold" nodeType="clickEffect">
                                  <p:stCondLst>
                                    <p:cond delay="0"/>
                                  </p:stCondLst>
                                  <p:childTnLst>
                                    <p:set>
                                      <p:cBhvr>
                                        <p:cTn id="132" dur="1" fill="hold">
                                          <p:stCondLst>
                                            <p:cond delay="0"/>
                                          </p:stCondLst>
                                        </p:cTn>
                                        <p:tgtEl>
                                          <p:spTgt spid="9">
                                            <p:txEl>
                                              <p:pRg st="8" end="8"/>
                                            </p:txEl>
                                          </p:spTgt>
                                        </p:tgtEl>
                                        <p:attrNameLst>
                                          <p:attrName>style.visibility</p:attrName>
                                        </p:attrNameLst>
                                      </p:cBhvr>
                                      <p:to>
                                        <p:strVal val="visible"/>
                                      </p:to>
                                    </p:set>
                                    <p:animEffect transition="in" filter="fade">
                                      <p:cBhvr>
                                        <p:cTn id="133" dur="1000"/>
                                        <p:tgtEl>
                                          <p:spTgt spid="9">
                                            <p:txEl>
                                              <p:pRg st="8" end="8"/>
                                            </p:txEl>
                                          </p:spTgt>
                                        </p:tgtEl>
                                      </p:cBhvr>
                                    </p:animEffect>
                                    <p:anim calcmode="lin" valueType="num">
                                      <p:cBhvr>
                                        <p:cTn id="134" dur="1000" fill="hold"/>
                                        <p:tgtEl>
                                          <p:spTgt spid="9">
                                            <p:txEl>
                                              <p:pRg st="8" end="8"/>
                                            </p:txEl>
                                          </p:spTgt>
                                        </p:tgtEl>
                                        <p:attrNameLst>
                                          <p:attrName>ppt_x</p:attrName>
                                        </p:attrNameLst>
                                      </p:cBhvr>
                                      <p:tavLst>
                                        <p:tav tm="0">
                                          <p:val>
                                            <p:strVal val="#ppt_x"/>
                                          </p:val>
                                        </p:tav>
                                        <p:tav tm="100000">
                                          <p:val>
                                            <p:strVal val="#ppt_x"/>
                                          </p:val>
                                        </p:tav>
                                      </p:tavLst>
                                    </p:anim>
                                    <p:anim calcmode="lin" valueType="num">
                                      <p:cBhvr>
                                        <p:cTn id="135" dur="1000" fill="hold"/>
                                        <p:tgtEl>
                                          <p:spTgt spid="9">
                                            <p:txEl>
                                              <p:pRg st="8" end="8"/>
                                            </p:txEl>
                                          </p:spTgt>
                                        </p:tgtEl>
                                        <p:attrNameLst>
                                          <p:attrName>ppt_y</p:attrName>
                                        </p:attrNameLst>
                                      </p:cBhvr>
                                      <p:tavLst>
                                        <p:tav tm="0">
                                          <p:val>
                                            <p:strVal val="#ppt_y+.1"/>
                                          </p:val>
                                        </p:tav>
                                        <p:tav tm="100000">
                                          <p:val>
                                            <p:strVal val="#ppt_y"/>
                                          </p:val>
                                        </p:tav>
                                      </p:tavLst>
                                    </p:anim>
                                  </p:childTnLst>
                                </p:cTn>
                              </p:par>
                            </p:childTnLst>
                          </p:cTn>
                        </p:par>
                      </p:childTnLst>
                    </p:cTn>
                  </p:par>
                  <p:par>
                    <p:cTn id="136" fill="hold">
                      <p:stCondLst>
                        <p:cond delay="indefinite"/>
                      </p:stCondLst>
                      <p:childTnLst>
                        <p:par>
                          <p:cTn id="137" fill="hold">
                            <p:stCondLst>
                              <p:cond delay="0"/>
                            </p:stCondLst>
                            <p:childTnLst>
                              <p:par>
                                <p:cTn id="138" presetID="42" presetClass="entr" presetSubtype="0" fill="hold" nodeType="clickEffect">
                                  <p:stCondLst>
                                    <p:cond delay="0"/>
                                  </p:stCondLst>
                                  <p:childTnLst>
                                    <p:set>
                                      <p:cBhvr>
                                        <p:cTn id="139" dur="1" fill="hold">
                                          <p:stCondLst>
                                            <p:cond delay="0"/>
                                          </p:stCondLst>
                                        </p:cTn>
                                        <p:tgtEl>
                                          <p:spTgt spid="9">
                                            <p:txEl>
                                              <p:pRg st="9" end="9"/>
                                            </p:txEl>
                                          </p:spTgt>
                                        </p:tgtEl>
                                        <p:attrNameLst>
                                          <p:attrName>style.visibility</p:attrName>
                                        </p:attrNameLst>
                                      </p:cBhvr>
                                      <p:to>
                                        <p:strVal val="visible"/>
                                      </p:to>
                                    </p:set>
                                    <p:animEffect transition="in" filter="fade">
                                      <p:cBhvr>
                                        <p:cTn id="140" dur="1000"/>
                                        <p:tgtEl>
                                          <p:spTgt spid="9">
                                            <p:txEl>
                                              <p:pRg st="9" end="9"/>
                                            </p:txEl>
                                          </p:spTgt>
                                        </p:tgtEl>
                                      </p:cBhvr>
                                    </p:animEffect>
                                    <p:anim calcmode="lin" valueType="num">
                                      <p:cBhvr>
                                        <p:cTn id="141" dur="1000" fill="hold"/>
                                        <p:tgtEl>
                                          <p:spTgt spid="9">
                                            <p:txEl>
                                              <p:pRg st="9" end="9"/>
                                            </p:txEl>
                                          </p:spTgt>
                                        </p:tgtEl>
                                        <p:attrNameLst>
                                          <p:attrName>ppt_x</p:attrName>
                                        </p:attrNameLst>
                                      </p:cBhvr>
                                      <p:tavLst>
                                        <p:tav tm="0">
                                          <p:val>
                                            <p:strVal val="#ppt_x"/>
                                          </p:val>
                                        </p:tav>
                                        <p:tav tm="100000">
                                          <p:val>
                                            <p:strVal val="#ppt_x"/>
                                          </p:val>
                                        </p:tav>
                                      </p:tavLst>
                                    </p:anim>
                                    <p:anim calcmode="lin" valueType="num">
                                      <p:cBhvr>
                                        <p:cTn id="142" dur="1000" fill="hold"/>
                                        <p:tgtEl>
                                          <p:spTgt spid="9">
                                            <p:txEl>
                                              <p:pRg st="9" end="9"/>
                                            </p:txEl>
                                          </p:spTgt>
                                        </p:tgtEl>
                                        <p:attrNameLst>
                                          <p:attrName>ppt_y</p:attrName>
                                        </p:attrNameLst>
                                      </p:cBhvr>
                                      <p:tavLst>
                                        <p:tav tm="0">
                                          <p:val>
                                            <p:strVal val="#ppt_y+.1"/>
                                          </p:val>
                                        </p:tav>
                                        <p:tav tm="100000">
                                          <p:val>
                                            <p:strVal val="#ppt_y"/>
                                          </p:val>
                                        </p:tav>
                                      </p:tavLst>
                                    </p:anim>
                                  </p:childTnLst>
                                </p:cTn>
                              </p:par>
                            </p:childTnLst>
                          </p:cTn>
                        </p:par>
                      </p:childTnLst>
                    </p:cTn>
                  </p:par>
                  <p:par>
                    <p:cTn id="143" fill="hold">
                      <p:stCondLst>
                        <p:cond delay="indefinite"/>
                      </p:stCondLst>
                      <p:childTnLst>
                        <p:par>
                          <p:cTn id="144" fill="hold">
                            <p:stCondLst>
                              <p:cond delay="0"/>
                            </p:stCondLst>
                            <p:childTnLst>
                              <p:par>
                                <p:cTn id="145" presetID="42" presetClass="entr" presetSubtype="0" fill="hold" nodeType="clickEffect">
                                  <p:stCondLst>
                                    <p:cond delay="0"/>
                                  </p:stCondLst>
                                  <p:childTnLst>
                                    <p:set>
                                      <p:cBhvr>
                                        <p:cTn id="146" dur="1" fill="hold">
                                          <p:stCondLst>
                                            <p:cond delay="0"/>
                                          </p:stCondLst>
                                        </p:cTn>
                                        <p:tgtEl>
                                          <p:spTgt spid="9">
                                            <p:txEl>
                                              <p:pRg st="10" end="10"/>
                                            </p:txEl>
                                          </p:spTgt>
                                        </p:tgtEl>
                                        <p:attrNameLst>
                                          <p:attrName>style.visibility</p:attrName>
                                        </p:attrNameLst>
                                      </p:cBhvr>
                                      <p:to>
                                        <p:strVal val="visible"/>
                                      </p:to>
                                    </p:set>
                                    <p:animEffect transition="in" filter="fade">
                                      <p:cBhvr>
                                        <p:cTn id="147" dur="1000"/>
                                        <p:tgtEl>
                                          <p:spTgt spid="9">
                                            <p:txEl>
                                              <p:pRg st="10" end="10"/>
                                            </p:txEl>
                                          </p:spTgt>
                                        </p:tgtEl>
                                      </p:cBhvr>
                                    </p:animEffect>
                                    <p:anim calcmode="lin" valueType="num">
                                      <p:cBhvr>
                                        <p:cTn id="148" dur="1000" fill="hold"/>
                                        <p:tgtEl>
                                          <p:spTgt spid="9">
                                            <p:txEl>
                                              <p:pRg st="10" end="10"/>
                                            </p:txEl>
                                          </p:spTgt>
                                        </p:tgtEl>
                                        <p:attrNameLst>
                                          <p:attrName>ppt_x</p:attrName>
                                        </p:attrNameLst>
                                      </p:cBhvr>
                                      <p:tavLst>
                                        <p:tav tm="0">
                                          <p:val>
                                            <p:strVal val="#ppt_x"/>
                                          </p:val>
                                        </p:tav>
                                        <p:tav tm="100000">
                                          <p:val>
                                            <p:strVal val="#ppt_x"/>
                                          </p:val>
                                        </p:tav>
                                      </p:tavLst>
                                    </p:anim>
                                    <p:anim calcmode="lin" valueType="num">
                                      <p:cBhvr>
                                        <p:cTn id="149" dur="1000" fill="hold"/>
                                        <p:tgtEl>
                                          <p:spTgt spid="9">
                                            <p:txEl>
                                              <p:pRg st="10" end="10"/>
                                            </p:txEl>
                                          </p:spTgt>
                                        </p:tgtEl>
                                        <p:attrNameLst>
                                          <p:attrName>ppt_y</p:attrName>
                                        </p:attrNameLst>
                                      </p:cBhvr>
                                      <p:tavLst>
                                        <p:tav tm="0">
                                          <p:val>
                                            <p:strVal val="#ppt_y+.1"/>
                                          </p:val>
                                        </p:tav>
                                        <p:tav tm="100000">
                                          <p:val>
                                            <p:strVal val="#ppt_y"/>
                                          </p:val>
                                        </p:tav>
                                      </p:tavLst>
                                    </p:anim>
                                  </p:childTnLst>
                                </p:cTn>
                              </p:par>
                              <p:par>
                                <p:cTn id="150" presetID="42" presetClass="entr" presetSubtype="0" fill="hold" nodeType="withEffect">
                                  <p:stCondLst>
                                    <p:cond delay="0"/>
                                  </p:stCondLst>
                                  <p:childTnLst>
                                    <p:set>
                                      <p:cBhvr>
                                        <p:cTn id="151" dur="1" fill="hold">
                                          <p:stCondLst>
                                            <p:cond delay="0"/>
                                          </p:stCondLst>
                                        </p:cTn>
                                        <p:tgtEl>
                                          <p:spTgt spid="9">
                                            <p:txEl>
                                              <p:pRg st="11" end="11"/>
                                            </p:txEl>
                                          </p:spTgt>
                                        </p:tgtEl>
                                        <p:attrNameLst>
                                          <p:attrName>style.visibility</p:attrName>
                                        </p:attrNameLst>
                                      </p:cBhvr>
                                      <p:to>
                                        <p:strVal val="visible"/>
                                      </p:to>
                                    </p:set>
                                    <p:animEffect transition="in" filter="fade">
                                      <p:cBhvr>
                                        <p:cTn id="152" dur="1000"/>
                                        <p:tgtEl>
                                          <p:spTgt spid="9">
                                            <p:txEl>
                                              <p:pRg st="11" end="11"/>
                                            </p:txEl>
                                          </p:spTgt>
                                        </p:tgtEl>
                                      </p:cBhvr>
                                    </p:animEffect>
                                    <p:anim calcmode="lin" valueType="num">
                                      <p:cBhvr>
                                        <p:cTn id="153" dur="1000" fill="hold"/>
                                        <p:tgtEl>
                                          <p:spTgt spid="9">
                                            <p:txEl>
                                              <p:pRg st="11" end="11"/>
                                            </p:txEl>
                                          </p:spTgt>
                                        </p:tgtEl>
                                        <p:attrNameLst>
                                          <p:attrName>ppt_x</p:attrName>
                                        </p:attrNameLst>
                                      </p:cBhvr>
                                      <p:tavLst>
                                        <p:tav tm="0">
                                          <p:val>
                                            <p:strVal val="#ppt_x"/>
                                          </p:val>
                                        </p:tav>
                                        <p:tav tm="100000">
                                          <p:val>
                                            <p:strVal val="#ppt_x"/>
                                          </p:val>
                                        </p:tav>
                                      </p:tavLst>
                                    </p:anim>
                                    <p:anim calcmode="lin" valueType="num">
                                      <p:cBhvr>
                                        <p:cTn id="154" dur="1000" fill="hold"/>
                                        <p:tgtEl>
                                          <p:spTgt spid="9">
                                            <p:txEl>
                                              <p:pRg st="11" end="11"/>
                                            </p:txEl>
                                          </p:spTgt>
                                        </p:tgtEl>
                                        <p:attrNameLst>
                                          <p:attrName>ppt_y</p:attrName>
                                        </p:attrNameLst>
                                      </p:cBhvr>
                                      <p:tavLst>
                                        <p:tav tm="0">
                                          <p:val>
                                            <p:strVal val="#ppt_y+.1"/>
                                          </p:val>
                                        </p:tav>
                                        <p:tav tm="100000">
                                          <p:val>
                                            <p:strVal val="#ppt_y"/>
                                          </p:val>
                                        </p:tav>
                                      </p:tavLst>
                                    </p:anim>
                                  </p:childTnLst>
                                </p:cTn>
                              </p:par>
                            </p:childTnLst>
                          </p:cTn>
                        </p:par>
                      </p:childTnLst>
                    </p:cTn>
                  </p:par>
                  <p:par>
                    <p:cTn id="155" fill="hold">
                      <p:stCondLst>
                        <p:cond delay="indefinite"/>
                      </p:stCondLst>
                      <p:childTnLst>
                        <p:par>
                          <p:cTn id="156" fill="hold">
                            <p:stCondLst>
                              <p:cond delay="0"/>
                            </p:stCondLst>
                            <p:childTnLst>
                              <p:par>
                                <p:cTn id="157" presetID="42" presetClass="entr" presetSubtype="0" fill="hold" grpId="0" nodeType="clickEffect">
                                  <p:stCondLst>
                                    <p:cond delay="0"/>
                                  </p:stCondLst>
                                  <p:childTnLst>
                                    <p:set>
                                      <p:cBhvr>
                                        <p:cTn id="158" dur="1" fill="hold">
                                          <p:stCondLst>
                                            <p:cond delay="0"/>
                                          </p:stCondLst>
                                        </p:cTn>
                                        <p:tgtEl>
                                          <p:spTgt spid="16"/>
                                        </p:tgtEl>
                                        <p:attrNameLst>
                                          <p:attrName>style.visibility</p:attrName>
                                        </p:attrNameLst>
                                      </p:cBhvr>
                                      <p:to>
                                        <p:strVal val="visible"/>
                                      </p:to>
                                    </p:set>
                                    <p:animEffect transition="in" filter="fade">
                                      <p:cBhvr>
                                        <p:cTn id="159" dur="1000"/>
                                        <p:tgtEl>
                                          <p:spTgt spid="16"/>
                                        </p:tgtEl>
                                      </p:cBhvr>
                                    </p:animEffect>
                                    <p:anim calcmode="lin" valueType="num">
                                      <p:cBhvr>
                                        <p:cTn id="160" dur="1000" fill="hold"/>
                                        <p:tgtEl>
                                          <p:spTgt spid="16"/>
                                        </p:tgtEl>
                                        <p:attrNameLst>
                                          <p:attrName>ppt_x</p:attrName>
                                        </p:attrNameLst>
                                      </p:cBhvr>
                                      <p:tavLst>
                                        <p:tav tm="0">
                                          <p:val>
                                            <p:strVal val="#ppt_x"/>
                                          </p:val>
                                        </p:tav>
                                        <p:tav tm="100000">
                                          <p:val>
                                            <p:strVal val="#ppt_x"/>
                                          </p:val>
                                        </p:tav>
                                      </p:tavLst>
                                    </p:anim>
                                    <p:anim calcmode="lin" valueType="num">
                                      <p:cBhvr>
                                        <p:cTn id="161" dur="1000" fill="hold"/>
                                        <p:tgtEl>
                                          <p:spTgt spid="16"/>
                                        </p:tgtEl>
                                        <p:attrNameLst>
                                          <p:attrName>ppt_y</p:attrName>
                                        </p:attrNameLst>
                                      </p:cBhvr>
                                      <p:tavLst>
                                        <p:tav tm="0">
                                          <p:val>
                                            <p:strVal val="#ppt_y+.1"/>
                                          </p:val>
                                        </p:tav>
                                        <p:tav tm="100000">
                                          <p:val>
                                            <p:strVal val="#ppt_y"/>
                                          </p:val>
                                        </p:tav>
                                      </p:tavLst>
                                    </p:anim>
                                  </p:childTnLst>
                                </p:cTn>
                              </p:par>
                            </p:childTnLst>
                          </p:cTn>
                        </p:par>
                      </p:childTnLst>
                    </p:cTn>
                  </p:par>
                  <p:par>
                    <p:cTn id="162" fill="hold">
                      <p:stCondLst>
                        <p:cond delay="indefinite"/>
                      </p:stCondLst>
                      <p:childTnLst>
                        <p:par>
                          <p:cTn id="163" fill="hold">
                            <p:stCondLst>
                              <p:cond delay="0"/>
                            </p:stCondLst>
                            <p:childTnLst>
                              <p:par>
                                <p:cTn id="164" presetID="42" presetClass="entr" presetSubtype="0" fill="hold" grpId="0" nodeType="clickEffect">
                                  <p:stCondLst>
                                    <p:cond delay="0"/>
                                  </p:stCondLst>
                                  <p:childTnLst>
                                    <p:set>
                                      <p:cBhvr>
                                        <p:cTn id="165" dur="1" fill="hold">
                                          <p:stCondLst>
                                            <p:cond delay="0"/>
                                          </p:stCondLst>
                                        </p:cTn>
                                        <p:tgtEl>
                                          <p:spTgt spid="10"/>
                                        </p:tgtEl>
                                        <p:attrNameLst>
                                          <p:attrName>style.visibility</p:attrName>
                                        </p:attrNameLst>
                                      </p:cBhvr>
                                      <p:to>
                                        <p:strVal val="visible"/>
                                      </p:to>
                                    </p:set>
                                    <p:animEffect transition="in" filter="fade">
                                      <p:cBhvr>
                                        <p:cTn id="166" dur="1000"/>
                                        <p:tgtEl>
                                          <p:spTgt spid="10"/>
                                        </p:tgtEl>
                                      </p:cBhvr>
                                    </p:animEffect>
                                    <p:anim calcmode="lin" valueType="num">
                                      <p:cBhvr>
                                        <p:cTn id="167" dur="1000" fill="hold"/>
                                        <p:tgtEl>
                                          <p:spTgt spid="10"/>
                                        </p:tgtEl>
                                        <p:attrNameLst>
                                          <p:attrName>ppt_x</p:attrName>
                                        </p:attrNameLst>
                                      </p:cBhvr>
                                      <p:tavLst>
                                        <p:tav tm="0">
                                          <p:val>
                                            <p:strVal val="#ppt_x"/>
                                          </p:val>
                                        </p:tav>
                                        <p:tav tm="100000">
                                          <p:val>
                                            <p:strVal val="#ppt_x"/>
                                          </p:val>
                                        </p:tav>
                                      </p:tavLst>
                                    </p:anim>
                                    <p:anim calcmode="lin" valueType="num">
                                      <p:cBhvr>
                                        <p:cTn id="168" dur="1000" fill="hold"/>
                                        <p:tgtEl>
                                          <p:spTgt spid="10"/>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4" grpId="0"/>
      <p:bldP spid="5" grpId="0"/>
      <p:bldP spid="16" grpId="0"/>
      <p:bldP spid="10"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C4346DDA-5BA2-2B0C-7864-31D742E72ECE}"/>
              </a:ext>
            </a:extLst>
          </p:cNvPr>
          <p:cNvSpPr txBox="1"/>
          <p:nvPr/>
        </p:nvSpPr>
        <p:spPr>
          <a:xfrm>
            <a:off x="198118" y="98263"/>
            <a:ext cx="8678538" cy="1384995"/>
          </a:xfrm>
          <a:prstGeom prst="rect">
            <a:avLst/>
          </a:prstGeom>
          <a:noFill/>
        </p:spPr>
        <p:txBody>
          <a:bodyPr wrap="square" rtlCol="0">
            <a:spAutoFit/>
          </a:bodyPr>
          <a:lstStyle/>
          <a:p>
            <a:pPr lvl="0">
              <a:defRPr/>
            </a:pPr>
            <a:r>
              <a:rPr lang="en-US" altLang="ko-KR" sz="2000" b="1" kern="0">
                <a:solidFill>
                  <a:srgbClr val="FF0000"/>
                </a:solidFill>
              </a:rPr>
              <a:t>5.1.2. Giao thoa ánh sáng đơn sắc: điều kiện giao thoa, vị trí vân và khoảng vân</a:t>
            </a:r>
          </a:p>
          <a:p>
            <a:pPr algn="just"/>
            <a:r>
              <a:rPr lang="en-US" sz="1600"/>
              <a:t>Gọi </a:t>
            </a:r>
            <a:r>
              <a:rPr lang="en-US" sz="1600" i="1"/>
              <a:t>a </a:t>
            </a:r>
            <a:r>
              <a:rPr lang="en-US" sz="1600"/>
              <a:t>là khoảng cách giữa hai khe hẹp S</a:t>
            </a:r>
            <a:r>
              <a:rPr lang="en-US" sz="1600" baseline="-25000"/>
              <a:t>1</a:t>
            </a:r>
            <a:r>
              <a:rPr lang="en-US" sz="1600"/>
              <a:t> và S</a:t>
            </a:r>
            <a:r>
              <a:rPr lang="en-US" sz="1600" baseline="-25000"/>
              <a:t>2</a:t>
            </a:r>
            <a:r>
              <a:rPr lang="en-US" sz="1600"/>
              <a:t>. Khoảng cách từ màn chắn P chứa hai khe hẹp </a:t>
            </a:r>
          </a:p>
          <a:p>
            <a:pPr algn="just"/>
            <a:r>
              <a:rPr lang="en-US" sz="1600"/>
              <a:t>đến màn quan sát Q là </a:t>
            </a:r>
            <a:r>
              <a:rPr lang="en-US" sz="1600" i="1"/>
              <a:t>D.</a:t>
            </a:r>
            <a:r>
              <a:rPr lang="en-US" sz="1600"/>
              <a:t> O là điểm chính giữa màn quan sát Q và khoảng cách từ O đến </a:t>
            </a:r>
          </a:p>
          <a:p>
            <a:pPr algn="just"/>
            <a:r>
              <a:rPr lang="en-US" sz="1600"/>
              <a:t>điểm M trên màn Q là OM = </a:t>
            </a:r>
            <a:r>
              <a:rPr lang="en-US" sz="1600" i="1"/>
              <a:t>x.</a:t>
            </a:r>
          </a:p>
          <a:p>
            <a:pPr algn="just"/>
            <a:r>
              <a:rPr lang="en-US" sz="1600"/>
              <a:t>Dao động sáng tại hai nguồn S</a:t>
            </a:r>
            <a:r>
              <a:rPr lang="en-US" sz="1600" baseline="-25000"/>
              <a:t>1</a:t>
            </a:r>
            <a:r>
              <a:rPr lang="en-US" sz="1600"/>
              <a:t> và S</a:t>
            </a:r>
            <a:r>
              <a:rPr lang="en-US" sz="1600" baseline="-25000"/>
              <a:t>2</a:t>
            </a:r>
            <a:r>
              <a:rPr lang="en-US" sz="1600"/>
              <a:t> là</a:t>
            </a:r>
            <a:r>
              <a:rPr lang="en-US" sz="1600" i="1"/>
              <a:t> </a:t>
            </a:r>
            <a:r>
              <a:rPr lang="en-US" sz="1600" b="1" i="1">
                <a:solidFill>
                  <a:srgbClr val="C00000"/>
                </a:solidFill>
              </a:rPr>
              <a:t>S = Acos</a:t>
            </a:r>
            <a:r>
              <a:rPr lang="en-US" sz="1600" b="1" i="1">
                <a:solidFill>
                  <a:srgbClr val="C00000"/>
                </a:solidFill>
                <a:sym typeface="Symbol" panose="05050102010706020507" pitchFamily="18" charset="2"/>
              </a:rPr>
              <a:t>t</a:t>
            </a:r>
            <a:r>
              <a:rPr lang="en-US" sz="1600" i="1">
                <a:sym typeface="Symbol" panose="05050102010706020507" pitchFamily="18" charset="2"/>
              </a:rPr>
              <a:t>, </a:t>
            </a:r>
            <a:r>
              <a:rPr lang="en-US" sz="1600">
                <a:sym typeface="Symbol" panose="05050102010706020507" pitchFamily="18" charset="2"/>
              </a:rPr>
              <a:t>dao động sáng do hai nguồn gửi đến M là:</a:t>
            </a:r>
            <a:endParaRPr lang="en-US" sz="1600"/>
          </a:p>
        </p:txBody>
      </p:sp>
      <p:grpSp>
        <p:nvGrpSpPr>
          <p:cNvPr id="5" name="Group 4">
            <a:extLst>
              <a:ext uri="{FF2B5EF4-FFF2-40B4-BE49-F238E27FC236}">
                <a16:creationId xmlns:a16="http://schemas.microsoft.com/office/drawing/2014/main" id="{474CB8CC-A543-8AED-586F-F90E1D075769}"/>
              </a:ext>
            </a:extLst>
          </p:cNvPr>
          <p:cNvGrpSpPr>
            <a:grpSpLocks/>
          </p:cNvGrpSpPr>
          <p:nvPr/>
        </p:nvGrpSpPr>
        <p:grpSpPr bwMode="auto">
          <a:xfrm>
            <a:off x="7886320" y="248472"/>
            <a:ext cx="4010025" cy="3057525"/>
            <a:chOff x="4648485" y="388938"/>
            <a:chExt cx="4009296" cy="3058206"/>
          </a:xfrm>
        </p:grpSpPr>
        <p:cxnSp>
          <p:nvCxnSpPr>
            <p:cNvPr id="6" name="Straight Connector 5">
              <a:extLst>
                <a:ext uri="{FF2B5EF4-FFF2-40B4-BE49-F238E27FC236}">
                  <a16:creationId xmlns:a16="http://schemas.microsoft.com/office/drawing/2014/main" id="{104B92CF-C3E6-0410-22B8-67692418B466}"/>
                </a:ext>
              </a:extLst>
            </p:cNvPr>
            <p:cNvCxnSpPr/>
            <p:nvPr/>
          </p:nvCxnSpPr>
          <p:spPr>
            <a:xfrm>
              <a:off x="5257974" y="1600470"/>
              <a:ext cx="0" cy="914604"/>
            </a:xfrm>
            <a:prstGeom prst="line">
              <a:avLst/>
            </a:prstGeom>
            <a:noFill/>
            <a:ln w="28575" cap="flat" cmpd="sng" algn="ctr">
              <a:solidFill>
                <a:srgbClr val="4F81BD"/>
              </a:solidFill>
              <a:prstDash val="solid"/>
            </a:ln>
            <a:effectLst/>
          </p:spPr>
        </p:cxnSp>
        <p:cxnSp>
          <p:nvCxnSpPr>
            <p:cNvPr id="7" name="Straight Connector 6">
              <a:extLst>
                <a:ext uri="{FF2B5EF4-FFF2-40B4-BE49-F238E27FC236}">
                  <a16:creationId xmlns:a16="http://schemas.microsoft.com/office/drawing/2014/main" id="{5FC1AD16-2453-55FB-F58B-85E018D16457}"/>
                </a:ext>
              </a:extLst>
            </p:cNvPr>
            <p:cNvCxnSpPr/>
            <p:nvPr/>
          </p:nvCxnSpPr>
          <p:spPr>
            <a:xfrm>
              <a:off x="4843713" y="1600470"/>
              <a:ext cx="0" cy="914604"/>
            </a:xfrm>
            <a:prstGeom prst="line">
              <a:avLst/>
            </a:prstGeom>
            <a:noFill/>
            <a:ln w="3175" cap="flat" cmpd="sng" algn="ctr">
              <a:solidFill>
                <a:sysClr val="windowText" lastClr="000000"/>
              </a:solidFill>
              <a:prstDash val="solid"/>
              <a:headEnd type="triangle" w="med" len="med"/>
              <a:tailEnd type="triangle" w="med" len="med"/>
            </a:ln>
            <a:effectLst/>
          </p:spPr>
        </p:cxnSp>
        <p:cxnSp>
          <p:nvCxnSpPr>
            <p:cNvPr id="8" name="Straight Connector 7">
              <a:extLst>
                <a:ext uri="{FF2B5EF4-FFF2-40B4-BE49-F238E27FC236}">
                  <a16:creationId xmlns:a16="http://schemas.microsoft.com/office/drawing/2014/main" id="{765615D3-3A00-F334-99C0-AB4CD3B7A7D0}"/>
                </a:ext>
              </a:extLst>
            </p:cNvPr>
            <p:cNvCxnSpPr/>
            <p:nvPr/>
          </p:nvCxnSpPr>
          <p:spPr>
            <a:xfrm>
              <a:off x="5257974" y="2057772"/>
              <a:ext cx="2742701" cy="0"/>
            </a:xfrm>
            <a:prstGeom prst="line">
              <a:avLst/>
            </a:prstGeom>
            <a:noFill/>
            <a:ln w="9525" cap="flat" cmpd="sng" algn="ctr">
              <a:solidFill>
                <a:sysClr val="windowText" lastClr="000000"/>
              </a:solidFill>
              <a:prstDash val="dash"/>
            </a:ln>
            <a:effectLst/>
          </p:spPr>
        </p:cxnSp>
        <p:cxnSp>
          <p:nvCxnSpPr>
            <p:cNvPr id="9" name="Straight Connector 8">
              <a:extLst>
                <a:ext uri="{FF2B5EF4-FFF2-40B4-BE49-F238E27FC236}">
                  <a16:creationId xmlns:a16="http://schemas.microsoft.com/office/drawing/2014/main" id="{E2CEAC56-5F09-22C5-56C4-DAFAFE130636}"/>
                </a:ext>
              </a:extLst>
            </p:cNvPr>
            <p:cNvCxnSpPr/>
            <p:nvPr/>
          </p:nvCxnSpPr>
          <p:spPr>
            <a:xfrm flipH="1">
              <a:off x="7960996" y="388938"/>
              <a:ext cx="0" cy="3058206"/>
            </a:xfrm>
            <a:prstGeom prst="line">
              <a:avLst/>
            </a:prstGeom>
            <a:noFill/>
            <a:ln w="76200" cap="flat" cmpd="sng" algn="ctr">
              <a:solidFill>
                <a:srgbClr val="000099"/>
              </a:solidFill>
              <a:prstDash val="solid"/>
            </a:ln>
            <a:effectLst/>
          </p:spPr>
        </p:cxnSp>
        <p:cxnSp>
          <p:nvCxnSpPr>
            <p:cNvPr id="10" name="Straight Connector 9">
              <a:extLst>
                <a:ext uri="{FF2B5EF4-FFF2-40B4-BE49-F238E27FC236}">
                  <a16:creationId xmlns:a16="http://schemas.microsoft.com/office/drawing/2014/main" id="{C36DBAB5-EB18-78F8-1760-4EEB30CE6576}"/>
                </a:ext>
              </a:extLst>
            </p:cNvPr>
            <p:cNvCxnSpPr/>
            <p:nvPr/>
          </p:nvCxnSpPr>
          <p:spPr>
            <a:xfrm flipV="1">
              <a:off x="5257974" y="955801"/>
              <a:ext cx="2703022" cy="644669"/>
            </a:xfrm>
            <a:prstGeom prst="line">
              <a:avLst/>
            </a:prstGeom>
            <a:noFill/>
            <a:ln w="9525" cap="flat" cmpd="sng" algn="ctr">
              <a:solidFill>
                <a:sysClr val="windowText" lastClr="000000"/>
              </a:solidFill>
              <a:prstDash val="solid"/>
            </a:ln>
            <a:effectLst/>
          </p:spPr>
        </p:cxnSp>
        <p:cxnSp>
          <p:nvCxnSpPr>
            <p:cNvPr id="11" name="Straight Connector 10">
              <a:extLst>
                <a:ext uri="{FF2B5EF4-FFF2-40B4-BE49-F238E27FC236}">
                  <a16:creationId xmlns:a16="http://schemas.microsoft.com/office/drawing/2014/main" id="{6F909EFF-D92A-9D27-B633-BCBB08EAFDB7}"/>
                </a:ext>
              </a:extLst>
            </p:cNvPr>
            <p:cNvCxnSpPr/>
            <p:nvPr/>
          </p:nvCxnSpPr>
          <p:spPr>
            <a:xfrm flipV="1">
              <a:off x="5257974" y="955801"/>
              <a:ext cx="2703022" cy="1559272"/>
            </a:xfrm>
            <a:prstGeom prst="line">
              <a:avLst/>
            </a:prstGeom>
            <a:noFill/>
            <a:ln w="9525" cap="flat" cmpd="sng" algn="ctr">
              <a:solidFill>
                <a:sysClr val="windowText" lastClr="000000"/>
              </a:solidFill>
              <a:prstDash val="solid"/>
            </a:ln>
            <a:effectLst/>
          </p:spPr>
        </p:cxnSp>
        <p:cxnSp>
          <p:nvCxnSpPr>
            <p:cNvPr id="12" name="Straight Connector 11">
              <a:extLst>
                <a:ext uri="{FF2B5EF4-FFF2-40B4-BE49-F238E27FC236}">
                  <a16:creationId xmlns:a16="http://schemas.microsoft.com/office/drawing/2014/main" id="{3DED11BC-4804-5FCF-20C6-116E1EE467CE}"/>
                </a:ext>
              </a:extLst>
            </p:cNvPr>
            <p:cNvCxnSpPr/>
            <p:nvPr/>
          </p:nvCxnSpPr>
          <p:spPr>
            <a:xfrm>
              <a:off x="5218294" y="3100992"/>
              <a:ext cx="2742701" cy="0"/>
            </a:xfrm>
            <a:prstGeom prst="line">
              <a:avLst/>
            </a:prstGeom>
            <a:noFill/>
            <a:ln w="9525" cap="flat" cmpd="sng" algn="ctr">
              <a:solidFill>
                <a:sysClr val="windowText" lastClr="000000"/>
              </a:solidFill>
              <a:prstDash val="solid"/>
              <a:headEnd type="triangle" w="med" len="med"/>
              <a:tailEnd type="triangle" w="med" len="med"/>
            </a:ln>
            <a:effectLst/>
          </p:spPr>
        </p:cxnSp>
        <p:sp>
          <p:nvSpPr>
            <p:cNvPr id="13" name="TextBox 38">
              <a:extLst>
                <a:ext uri="{FF2B5EF4-FFF2-40B4-BE49-F238E27FC236}">
                  <a16:creationId xmlns:a16="http://schemas.microsoft.com/office/drawing/2014/main" id="{2D5E4A8E-B6D9-EA7B-19F7-A95825BF029E}"/>
                </a:ext>
              </a:extLst>
            </p:cNvPr>
            <p:cNvSpPr txBox="1">
              <a:spLocks noChangeArrowheads="1"/>
            </p:cNvSpPr>
            <p:nvPr/>
          </p:nvSpPr>
          <p:spPr bwMode="auto">
            <a:xfrm>
              <a:off x="6248400" y="2837544"/>
              <a:ext cx="419100" cy="461665"/>
            </a:xfrm>
            <a:prstGeom prst="rect">
              <a:avLst/>
            </a:prstGeom>
            <a:solidFill>
              <a:sysClr val="window" lastClr="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Calibri" panose="020F0502020204030204" pitchFamily="34" charset="0"/>
                  <a:cs typeface="Arial" panose="020B0604020202020204" pitchFamily="34" charset="0"/>
                </a:defRPr>
              </a:lvl1pPr>
              <a:lvl2pPr marL="742950" indent="-285750" eaLnBrk="0" hangingPunct="0">
                <a:defRPr>
                  <a:solidFill>
                    <a:schemeClr val="tx1"/>
                  </a:solidFill>
                  <a:latin typeface="Calibri" panose="020F0502020204030204" pitchFamily="34" charset="0"/>
                  <a:cs typeface="Arial" panose="020B0604020202020204" pitchFamily="34" charset="0"/>
                </a:defRPr>
              </a:lvl2pPr>
              <a:lvl3pPr marL="1143000" indent="-228600" eaLnBrk="0" hangingPunct="0">
                <a:defRPr>
                  <a:solidFill>
                    <a:schemeClr val="tx1"/>
                  </a:solidFill>
                  <a:latin typeface="Calibri" panose="020F0502020204030204" pitchFamily="34" charset="0"/>
                  <a:cs typeface="Arial" panose="020B0604020202020204" pitchFamily="34" charset="0"/>
                </a:defRPr>
              </a:lvl3pPr>
              <a:lvl4pPr marL="1600200" indent="-228600" eaLnBrk="0" hangingPunct="0">
                <a:defRPr>
                  <a:solidFill>
                    <a:schemeClr val="tx1"/>
                  </a:solidFill>
                  <a:latin typeface="Calibri" panose="020F0502020204030204" pitchFamily="34" charset="0"/>
                  <a:cs typeface="Arial" panose="020B0604020202020204" pitchFamily="34" charset="0"/>
                </a:defRPr>
              </a:lvl4pPr>
              <a:lvl5pPr marL="2057400" indent="-228600" eaLnBrk="0" hangingPunct="0">
                <a:defRPr>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9pPr>
            </a:lstStyle>
            <a:p>
              <a:pPr marL="0" marR="0" lvl="0" indent="0" defTabSz="914400" eaLnBrk="1" fontAlgn="base" latinLnBrk="0" hangingPunct="1">
                <a:lnSpc>
                  <a:spcPct val="100000"/>
                </a:lnSpc>
                <a:spcBef>
                  <a:spcPct val="0"/>
                </a:spcBef>
                <a:spcAft>
                  <a:spcPct val="0"/>
                </a:spcAft>
                <a:buClrTx/>
                <a:buSzTx/>
                <a:buFontTx/>
                <a:buNone/>
                <a:tabLst/>
                <a:defRPr/>
              </a:pPr>
              <a:r>
                <a:rPr kumimoji="0" lang="en-US" altLang="en-US" sz="2400" b="0" i="1" u="none" strike="noStrike" kern="0" cap="none" spc="0" normalizeH="0" baseline="0" noProof="0">
                  <a:ln>
                    <a:noFill/>
                  </a:ln>
                  <a:solidFill>
                    <a:srgbClr val="000000"/>
                  </a:solidFill>
                  <a:effectLst/>
                  <a:uLnTx/>
                  <a:uFillTx/>
                  <a:latin typeface="Calibri" panose="020F0502020204030204" pitchFamily="34" charset="0"/>
                  <a:cs typeface="Arial" panose="020B0604020202020204" pitchFamily="34" charset="0"/>
                </a:rPr>
                <a:t>D</a:t>
              </a:r>
            </a:p>
          </p:txBody>
        </p:sp>
        <p:sp>
          <p:nvSpPr>
            <p:cNvPr id="14" name="TextBox 45">
              <a:extLst>
                <a:ext uri="{FF2B5EF4-FFF2-40B4-BE49-F238E27FC236}">
                  <a16:creationId xmlns:a16="http://schemas.microsoft.com/office/drawing/2014/main" id="{A60411A4-8E94-BC1E-CFC3-015505DAC7C5}"/>
                </a:ext>
              </a:extLst>
            </p:cNvPr>
            <p:cNvSpPr txBox="1">
              <a:spLocks noChangeArrowheads="1"/>
            </p:cNvSpPr>
            <p:nvPr/>
          </p:nvSpPr>
          <p:spPr bwMode="auto">
            <a:xfrm>
              <a:off x="4648485" y="1827965"/>
              <a:ext cx="419100" cy="461665"/>
            </a:xfrm>
            <a:prstGeom prst="rect">
              <a:avLst/>
            </a:prstGeom>
            <a:solidFill>
              <a:sysClr val="window" lastClr="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Calibri" panose="020F0502020204030204" pitchFamily="34" charset="0"/>
                  <a:cs typeface="Arial" panose="020B0604020202020204" pitchFamily="34" charset="0"/>
                </a:defRPr>
              </a:lvl1pPr>
              <a:lvl2pPr marL="742950" indent="-285750" eaLnBrk="0" hangingPunct="0">
                <a:defRPr>
                  <a:solidFill>
                    <a:schemeClr val="tx1"/>
                  </a:solidFill>
                  <a:latin typeface="Calibri" panose="020F0502020204030204" pitchFamily="34" charset="0"/>
                  <a:cs typeface="Arial" panose="020B0604020202020204" pitchFamily="34" charset="0"/>
                </a:defRPr>
              </a:lvl2pPr>
              <a:lvl3pPr marL="1143000" indent="-228600" eaLnBrk="0" hangingPunct="0">
                <a:defRPr>
                  <a:solidFill>
                    <a:schemeClr val="tx1"/>
                  </a:solidFill>
                  <a:latin typeface="Calibri" panose="020F0502020204030204" pitchFamily="34" charset="0"/>
                  <a:cs typeface="Arial" panose="020B0604020202020204" pitchFamily="34" charset="0"/>
                </a:defRPr>
              </a:lvl3pPr>
              <a:lvl4pPr marL="1600200" indent="-228600" eaLnBrk="0" hangingPunct="0">
                <a:defRPr>
                  <a:solidFill>
                    <a:schemeClr val="tx1"/>
                  </a:solidFill>
                  <a:latin typeface="Calibri" panose="020F0502020204030204" pitchFamily="34" charset="0"/>
                  <a:cs typeface="Arial" panose="020B0604020202020204" pitchFamily="34" charset="0"/>
                </a:defRPr>
              </a:lvl4pPr>
              <a:lvl5pPr marL="2057400" indent="-228600" eaLnBrk="0" hangingPunct="0">
                <a:defRPr>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9pPr>
            </a:lstStyle>
            <a:p>
              <a:pPr marL="0" marR="0" lvl="0" indent="0" defTabSz="914400" eaLnBrk="1" fontAlgn="base" latinLnBrk="0" hangingPunct="1">
                <a:lnSpc>
                  <a:spcPct val="100000"/>
                </a:lnSpc>
                <a:spcBef>
                  <a:spcPct val="0"/>
                </a:spcBef>
                <a:spcAft>
                  <a:spcPct val="0"/>
                </a:spcAft>
                <a:buClrTx/>
                <a:buSzTx/>
                <a:buFontTx/>
                <a:buNone/>
                <a:tabLst/>
                <a:defRPr/>
              </a:pPr>
              <a:r>
                <a:rPr kumimoji="0" lang="en-US" altLang="en-US" sz="2400" b="0" i="1" u="none" strike="noStrike" kern="0" cap="none" spc="0" normalizeH="0" baseline="0" noProof="0">
                  <a:ln>
                    <a:noFill/>
                  </a:ln>
                  <a:solidFill>
                    <a:srgbClr val="000000"/>
                  </a:solidFill>
                  <a:effectLst/>
                  <a:uLnTx/>
                  <a:uFillTx/>
                  <a:latin typeface="Calibri" panose="020F0502020204030204" pitchFamily="34" charset="0"/>
                  <a:cs typeface="Arial" panose="020B0604020202020204" pitchFamily="34" charset="0"/>
                </a:rPr>
                <a:t>a</a:t>
              </a:r>
            </a:p>
          </p:txBody>
        </p:sp>
        <p:sp>
          <p:nvSpPr>
            <p:cNvPr id="15" name="TextBox 46">
              <a:extLst>
                <a:ext uri="{FF2B5EF4-FFF2-40B4-BE49-F238E27FC236}">
                  <a16:creationId xmlns:a16="http://schemas.microsoft.com/office/drawing/2014/main" id="{5E949754-9A0E-FCB9-8215-89FE02F234D7}"/>
                </a:ext>
              </a:extLst>
            </p:cNvPr>
            <p:cNvSpPr txBox="1">
              <a:spLocks noChangeArrowheads="1"/>
            </p:cNvSpPr>
            <p:nvPr/>
          </p:nvSpPr>
          <p:spPr bwMode="auto">
            <a:xfrm>
              <a:off x="6170388" y="901177"/>
              <a:ext cx="497112"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Calibri" panose="020F0502020204030204" pitchFamily="34" charset="0"/>
                  <a:cs typeface="Arial" panose="020B0604020202020204" pitchFamily="34" charset="0"/>
                </a:defRPr>
              </a:lvl1pPr>
              <a:lvl2pPr marL="742950" indent="-285750" eaLnBrk="0" hangingPunct="0">
                <a:defRPr>
                  <a:solidFill>
                    <a:schemeClr val="tx1"/>
                  </a:solidFill>
                  <a:latin typeface="Calibri" panose="020F0502020204030204" pitchFamily="34" charset="0"/>
                  <a:cs typeface="Arial" panose="020B0604020202020204" pitchFamily="34" charset="0"/>
                </a:defRPr>
              </a:lvl2pPr>
              <a:lvl3pPr marL="1143000" indent="-228600" eaLnBrk="0" hangingPunct="0">
                <a:defRPr>
                  <a:solidFill>
                    <a:schemeClr val="tx1"/>
                  </a:solidFill>
                  <a:latin typeface="Calibri" panose="020F0502020204030204" pitchFamily="34" charset="0"/>
                  <a:cs typeface="Arial" panose="020B0604020202020204" pitchFamily="34" charset="0"/>
                </a:defRPr>
              </a:lvl3pPr>
              <a:lvl4pPr marL="1600200" indent="-228600" eaLnBrk="0" hangingPunct="0">
                <a:defRPr>
                  <a:solidFill>
                    <a:schemeClr val="tx1"/>
                  </a:solidFill>
                  <a:latin typeface="Calibri" panose="020F0502020204030204" pitchFamily="34" charset="0"/>
                  <a:cs typeface="Arial" panose="020B0604020202020204" pitchFamily="34" charset="0"/>
                </a:defRPr>
              </a:lvl4pPr>
              <a:lvl5pPr marL="2057400" indent="-228600" eaLnBrk="0" hangingPunct="0">
                <a:defRPr>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9pPr>
            </a:lstStyle>
            <a:p>
              <a:pPr marL="0" marR="0" lvl="0" indent="0" defTabSz="914400" eaLnBrk="1" fontAlgn="base" latinLnBrk="0" hangingPunct="1">
                <a:lnSpc>
                  <a:spcPct val="100000"/>
                </a:lnSpc>
                <a:spcBef>
                  <a:spcPct val="0"/>
                </a:spcBef>
                <a:spcAft>
                  <a:spcPct val="0"/>
                </a:spcAft>
                <a:buClrTx/>
                <a:buSzTx/>
                <a:buFontTx/>
                <a:buNone/>
                <a:tabLst/>
                <a:defRPr/>
              </a:pPr>
              <a:r>
                <a:rPr kumimoji="0" lang="en-US" altLang="en-US" sz="2400" b="0" i="1" u="none" strike="noStrike" kern="0" cap="none" spc="0" normalizeH="0" baseline="0" noProof="0">
                  <a:ln>
                    <a:noFill/>
                  </a:ln>
                  <a:solidFill>
                    <a:srgbClr val="000000"/>
                  </a:solidFill>
                  <a:effectLst/>
                  <a:uLnTx/>
                  <a:uFillTx/>
                  <a:latin typeface="Calibri" panose="020F0502020204030204" pitchFamily="34" charset="0"/>
                  <a:cs typeface="Arial" panose="020B0604020202020204" pitchFamily="34" charset="0"/>
                </a:rPr>
                <a:t>d</a:t>
              </a:r>
              <a:r>
                <a:rPr kumimoji="0" lang="en-US" altLang="en-US" sz="2400" b="0" i="1" u="none" strike="noStrike" kern="0" cap="none" spc="0" normalizeH="0" baseline="-25000" noProof="0">
                  <a:ln>
                    <a:noFill/>
                  </a:ln>
                  <a:solidFill>
                    <a:srgbClr val="000000"/>
                  </a:solidFill>
                  <a:effectLst/>
                  <a:uLnTx/>
                  <a:uFillTx/>
                  <a:latin typeface="Calibri" panose="020F0502020204030204" pitchFamily="34" charset="0"/>
                  <a:cs typeface="Arial" panose="020B0604020202020204" pitchFamily="34" charset="0"/>
                </a:rPr>
                <a:t>1</a:t>
              </a:r>
              <a:endParaRPr kumimoji="0" lang="en-US" altLang="en-US" sz="2400" b="0" i="1" u="none" strike="noStrike" kern="0" cap="none" spc="0" normalizeH="0" baseline="0" noProof="0">
                <a:ln>
                  <a:noFill/>
                </a:ln>
                <a:solidFill>
                  <a:srgbClr val="000000"/>
                </a:solidFill>
                <a:effectLst/>
                <a:uLnTx/>
                <a:uFillTx/>
                <a:latin typeface="Calibri" panose="020F0502020204030204" pitchFamily="34" charset="0"/>
                <a:cs typeface="Arial" panose="020B0604020202020204" pitchFamily="34" charset="0"/>
              </a:endParaRPr>
            </a:p>
          </p:txBody>
        </p:sp>
        <p:sp>
          <p:nvSpPr>
            <p:cNvPr id="16" name="TextBox 47">
              <a:extLst>
                <a:ext uri="{FF2B5EF4-FFF2-40B4-BE49-F238E27FC236}">
                  <a16:creationId xmlns:a16="http://schemas.microsoft.com/office/drawing/2014/main" id="{92EE5239-0546-AA25-CC4A-8D07D2973D01}"/>
                </a:ext>
              </a:extLst>
            </p:cNvPr>
            <p:cNvSpPr txBox="1">
              <a:spLocks noChangeArrowheads="1"/>
            </p:cNvSpPr>
            <p:nvPr/>
          </p:nvSpPr>
          <p:spPr bwMode="auto">
            <a:xfrm>
              <a:off x="6571344" y="1634985"/>
              <a:ext cx="497112"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Calibri" panose="020F0502020204030204" pitchFamily="34" charset="0"/>
                  <a:cs typeface="Arial" panose="020B0604020202020204" pitchFamily="34" charset="0"/>
                </a:defRPr>
              </a:lvl1pPr>
              <a:lvl2pPr marL="742950" indent="-285750" eaLnBrk="0" hangingPunct="0">
                <a:defRPr>
                  <a:solidFill>
                    <a:schemeClr val="tx1"/>
                  </a:solidFill>
                  <a:latin typeface="Calibri" panose="020F0502020204030204" pitchFamily="34" charset="0"/>
                  <a:cs typeface="Arial" panose="020B0604020202020204" pitchFamily="34" charset="0"/>
                </a:defRPr>
              </a:lvl2pPr>
              <a:lvl3pPr marL="1143000" indent="-228600" eaLnBrk="0" hangingPunct="0">
                <a:defRPr>
                  <a:solidFill>
                    <a:schemeClr val="tx1"/>
                  </a:solidFill>
                  <a:latin typeface="Calibri" panose="020F0502020204030204" pitchFamily="34" charset="0"/>
                  <a:cs typeface="Arial" panose="020B0604020202020204" pitchFamily="34" charset="0"/>
                </a:defRPr>
              </a:lvl3pPr>
              <a:lvl4pPr marL="1600200" indent="-228600" eaLnBrk="0" hangingPunct="0">
                <a:defRPr>
                  <a:solidFill>
                    <a:schemeClr val="tx1"/>
                  </a:solidFill>
                  <a:latin typeface="Calibri" panose="020F0502020204030204" pitchFamily="34" charset="0"/>
                  <a:cs typeface="Arial" panose="020B0604020202020204" pitchFamily="34" charset="0"/>
                </a:defRPr>
              </a:lvl4pPr>
              <a:lvl5pPr marL="2057400" indent="-228600" eaLnBrk="0" hangingPunct="0">
                <a:defRPr>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9pPr>
            </a:lstStyle>
            <a:p>
              <a:pPr marL="0" marR="0" lvl="0" indent="0" defTabSz="914400" eaLnBrk="1" fontAlgn="base" latinLnBrk="0" hangingPunct="1">
                <a:lnSpc>
                  <a:spcPct val="100000"/>
                </a:lnSpc>
                <a:spcBef>
                  <a:spcPct val="0"/>
                </a:spcBef>
                <a:spcAft>
                  <a:spcPct val="0"/>
                </a:spcAft>
                <a:buClrTx/>
                <a:buSzTx/>
                <a:buFontTx/>
                <a:buNone/>
                <a:tabLst/>
                <a:defRPr/>
              </a:pPr>
              <a:r>
                <a:rPr kumimoji="0" lang="en-US" altLang="en-US" sz="2400" b="0" i="1" u="none" strike="noStrike" kern="0" cap="none" spc="0" normalizeH="0" baseline="0" noProof="0">
                  <a:ln>
                    <a:noFill/>
                  </a:ln>
                  <a:solidFill>
                    <a:srgbClr val="000000"/>
                  </a:solidFill>
                  <a:effectLst/>
                  <a:uLnTx/>
                  <a:uFillTx/>
                  <a:latin typeface="Calibri" panose="020F0502020204030204" pitchFamily="34" charset="0"/>
                  <a:cs typeface="Arial" panose="020B0604020202020204" pitchFamily="34" charset="0"/>
                </a:rPr>
                <a:t>d</a:t>
              </a:r>
              <a:r>
                <a:rPr kumimoji="0" lang="en-US" altLang="en-US" sz="2400" b="0" i="1" u="none" strike="noStrike" kern="0" cap="none" spc="0" normalizeH="0" baseline="-25000" noProof="0">
                  <a:ln>
                    <a:noFill/>
                  </a:ln>
                  <a:solidFill>
                    <a:srgbClr val="000000"/>
                  </a:solidFill>
                  <a:effectLst/>
                  <a:uLnTx/>
                  <a:uFillTx/>
                  <a:latin typeface="Calibri" panose="020F0502020204030204" pitchFamily="34" charset="0"/>
                  <a:cs typeface="Arial" panose="020B0604020202020204" pitchFamily="34" charset="0"/>
                </a:rPr>
                <a:t>2</a:t>
              </a:r>
              <a:endParaRPr kumimoji="0" lang="en-US" altLang="en-US" sz="2400" b="0" i="1" u="none" strike="noStrike" kern="0" cap="none" spc="0" normalizeH="0" baseline="0" noProof="0">
                <a:ln>
                  <a:noFill/>
                </a:ln>
                <a:solidFill>
                  <a:srgbClr val="000000"/>
                </a:solidFill>
                <a:effectLst/>
                <a:uLnTx/>
                <a:uFillTx/>
                <a:latin typeface="Calibri" panose="020F0502020204030204" pitchFamily="34" charset="0"/>
                <a:cs typeface="Arial" panose="020B0604020202020204" pitchFamily="34" charset="0"/>
              </a:endParaRPr>
            </a:p>
          </p:txBody>
        </p:sp>
        <p:sp>
          <p:nvSpPr>
            <p:cNvPr id="17" name="TextBox 39">
              <a:extLst>
                <a:ext uri="{FF2B5EF4-FFF2-40B4-BE49-F238E27FC236}">
                  <a16:creationId xmlns:a16="http://schemas.microsoft.com/office/drawing/2014/main" id="{33A74305-5CBF-4376-E6C3-DCC05D57EEC3}"/>
                </a:ext>
              </a:extLst>
            </p:cNvPr>
            <p:cNvSpPr txBox="1">
              <a:spLocks noChangeArrowheads="1"/>
            </p:cNvSpPr>
            <p:nvPr/>
          </p:nvSpPr>
          <p:spPr bwMode="auto">
            <a:xfrm>
              <a:off x="4980501" y="1135746"/>
              <a:ext cx="571215"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Calibri" panose="020F0502020204030204" pitchFamily="34" charset="0"/>
                  <a:cs typeface="Arial" panose="020B0604020202020204" pitchFamily="34" charset="0"/>
                </a:defRPr>
              </a:lvl1pPr>
              <a:lvl2pPr marL="742950" indent="-285750" eaLnBrk="0" hangingPunct="0">
                <a:defRPr>
                  <a:solidFill>
                    <a:schemeClr val="tx1"/>
                  </a:solidFill>
                  <a:latin typeface="Calibri" panose="020F0502020204030204" pitchFamily="34" charset="0"/>
                  <a:cs typeface="Arial" panose="020B0604020202020204" pitchFamily="34" charset="0"/>
                </a:defRPr>
              </a:lvl2pPr>
              <a:lvl3pPr marL="1143000" indent="-228600" eaLnBrk="0" hangingPunct="0">
                <a:defRPr>
                  <a:solidFill>
                    <a:schemeClr val="tx1"/>
                  </a:solidFill>
                  <a:latin typeface="Calibri" panose="020F0502020204030204" pitchFamily="34" charset="0"/>
                  <a:cs typeface="Arial" panose="020B0604020202020204" pitchFamily="34" charset="0"/>
                </a:defRPr>
              </a:lvl3pPr>
              <a:lvl4pPr marL="1600200" indent="-228600" eaLnBrk="0" hangingPunct="0">
                <a:defRPr>
                  <a:solidFill>
                    <a:schemeClr val="tx1"/>
                  </a:solidFill>
                  <a:latin typeface="Calibri" panose="020F0502020204030204" pitchFamily="34" charset="0"/>
                  <a:cs typeface="Arial" panose="020B0604020202020204" pitchFamily="34" charset="0"/>
                </a:defRPr>
              </a:lvl4pPr>
              <a:lvl5pPr marL="2057400" indent="-228600" eaLnBrk="0" hangingPunct="0">
                <a:defRPr>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9pPr>
            </a:lstStyle>
            <a:p>
              <a:pPr marL="0" marR="0" lvl="0" indent="0" defTabSz="914400" eaLnBrk="1" fontAlgn="base" latinLnBrk="0" hangingPunct="1">
                <a:lnSpc>
                  <a:spcPct val="100000"/>
                </a:lnSpc>
                <a:spcBef>
                  <a:spcPct val="0"/>
                </a:spcBef>
                <a:spcAft>
                  <a:spcPct val="0"/>
                </a:spcAft>
                <a:buClrTx/>
                <a:buSzTx/>
                <a:buFontTx/>
                <a:buNone/>
                <a:tabLst/>
                <a:defRPr/>
              </a:pPr>
              <a:r>
                <a:rPr kumimoji="0" lang="en-US" altLang="en-US" sz="2400" b="0" i="0" u="none" strike="noStrike" kern="0" cap="none" spc="0" normalizeH="0" baseline="0" noProof="0">
                  <a:ln>
                    <a:noFill/>
                  </a:ln>
                  <a:solidFill>
                    <a:srgbClr val="000000"/>
                  </a:solidFill>
                  <a:effectLst/>
                  <a:uLnTx/>
                  <a:uFillTx/>
                  <a:latin typeface="Calibri" panose="020F0502020204030204" pitchFamily="34" charset="0"/>
                  <a:cs typeface="Arial" panose="020B0604020202020204" pitchFamily="34" charset="0"/>
                </a:rPr>
                <a:t>S</a:t>
              </a:r>
              <a:r>
                <a:rPr kumimoji="0" lang="en-US" altLang="en-US" sz="2400" b="0" i="0" u="none" strike="noStrike" kern="0" cap="none" spc="0" normalizeH="0" baseline="-25000" noProof="0">
                  <a:ln>
                    <a:noFill/>
                  </a:ln>
                  <a:solidFill>
                    <a:srgbClr val="000000"/>
                  </a:solidFill>
                  <a:effectLst/>
                  <a:uLnTx/>
                  <a:uFillTx/>
                  <a:latin typeface="Calibri" panose="020F0502020204030204" pitchFamily="34" charset="0"/>
                  <a:cs typeface="Arial" panose="020B0604020202020204" pitchFamily="34" charset="0"/>
                </a:rPr>
                <a:t>1</a:t>
              </a:r>
              <a:endParaRPr kumimoji="0" lang="en-US" altLang="en-US" sz="2400" b="0" i="0" u="none" strike="noStrike" kern="0" cap="none" spc="0" normalizeH="0" baseline="0" noProof="0">
                <a:ln>
                  <a:noFill/>
                </a:ln>
                <a:solidFill>
                  <a:srgbClr val="000000"/>
                </a:solidFill>
                <a:effectLst/>
                <a:uLnTx/>
                <a:uFillTx/>
                <a:latin typeface="Calibri" panose="020F0502020204030204" pitchFamily="34" charset="0"/>
                <a:cs typeface="Arial" panose="020B0604020202020204" pitchFamily="34" charset="0"/>
              </a:endParaRPr>
            </a:p>
          </p:txBody>
        </p:sp>
        <p:sp>
          <p:nvSpPr>
            <p:cNvPr id="18" name="TextBox 49">
              <a:extLst>
                <a:ext uri="{FF2B5EF4-FFF2-40B4-BE49-F238E27FC236}">
                  <a16:creationId xmlns:a16="http://schemas.microsoft.com/office/drawing/2014/main" id="{DDEBFD15-9D19-F46B-F4A0-28A12D2F9A32}"/>
                </a:ext>
              </a:extLst>
            </p:cNvPr>
            <p:cNvSpPr txBox="1">
              <a:spLocks noChangeArrowheads="1"/>
            </p:cNvSpPr>
            <p:nvPr/>
          </p:nvSpPr>
          <p:spPr bwMode="auto">
            <a:xfrm>
              <a:off x="4974147" y="2501483"/>
              <a:ext cx="571215"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Calibri" panose="020F0502020204030204" pitchFamily="34" charset="0"/>
                  <a:cs typeface="Arial" panose="020B0604020202020204" pitchFamily="34" charset="0"/>
                </a:defRPr>
              </a:lvl1pPr>
              <a:lvl2pPr marL="742950" indent="-285750" eaLnBrk="0" hangingPunct="0">
                <a:defRPr>
                  <a:solidFill>
                    <a:schemeClr val="tx1"/>
                  </a:solidFill>
                  <a:latin typeface="Calibri" panose="020F0502020204030204" pitchFamily="34" charset="0"/>
                  <a:cs typeface="Arial" panose="020B0604020202020204" pitchFamily="34" charset="0"/>
                </a:defRPr>
              </a:lvl2pPr>
              <a:lvl3pPr marL="1143000" indent="-228600" eaLnBrk="0" hangingPunct="0">
                <a:defRPr>
                  <a:solidFill>
                    <a:schemeClr val="tx1"/>
                  </a:solidFill>
                  <a:latin typeface="Calibri" panose="020F0502020204030204" pitchFamily="34" charset="0"/>
                  <a:cs typeface="Arial" panose="020B0604020202020204" pitchFamily="34" charset="0"/>
                </a:defRPr>
              </a:lvl3pPr>
              <a:lvl4pPr marL="1600200" indent="-228600" eaLnBrk="0" hangingPunct="0">
                <a:defRPr>
                  <a:solidFill>
                    <a:schemeClr val="tx1"/>
                  </a:solidFill>
                  <a:latin typeface="Calibri" panose="020F0502020204030204" pitchFamily="34" charset="0"/>
                  <a:cs typeface="Arial" panose="020B0604020202020204" pitchFamily="34" charset="0"/>
                </a:defRPr>
              </a:lvl4pPr>
              <a:lvl5pPr marL="2057400" indent="-228600" eaLnBrk="0" hangingPunct="0">
                <a:defRPr>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9pPr>
            </a:lstStyle>
            <a:p>
              <a:pPr marL="0" marR="0" lvl="0" indent="0" defTabSz="914400" eaLnBrk="1" fontAlgn="base" latinLnBrk="0" hangingPunct="1">
                <a:lnSpc>
                  <a:spcPct val="100000"/>
                </a:lnSpc>
                <a:spcBef>
                  <a:spcPct val="0"/>
                </a:spcBef>
                <a:spcAft>
                  <a:spcPct val="0"/>
                </a:spcAft>
                <a:buClrTx/>
                <a:buSzTx/>
                <a:buFontTx/>
                <a:buNone/>
                <a:tabLst/>
                <a:defRPr/>
              </a:pPr>
              <a:r>
                <a:rPr kumimoji="0" lang="en-US" altLang="en-US" sz="2400" b="0" i="0" u="none" strike="noStrike" kern="0" cap="none" spc="0" normalizeH="0" baseline="0" noProof="0">
                  <a:ln>
                    <a:noFill/>
                  </a:ln>
                  <a:solidFill>
                    <a:srgbClr val="000000"/>
                  </a:solidFill>
                  <a:effectLst/>
                  <a:uLnTx/>
                  <a:uFillTx/>
                  <a:latin typeface="Calibri" panose="020F0502020204030204" pitchFamily="34" charset="0"/>
                  <a:cs typeface="Arial" panose="020B0604020202020204" pitchFamily="34" charset="0"/>
                </a:rPr>
                <a:t>S</a:t>
              </a:r>
              <a:r>
                <a:rPr kumimoji="0" lang="en-US" altLang="en-US" sz="2400" b="0" i="0" u="none" strike="noStrike" kern="0" cap="none" spc="0" normalizeH="0" baseline="-25000" noProof="0">
                  <a:ln>
                    <a:noFill/>
                  </a:ln>
                  <a:solidFill>
                    <a:srgbClr val="000000"/>
                  </a:solidFill>
                  <a:effectLst/>
                  <a:uLnTx/>
                  <a:uFillTx/>
                  <a:latin typeface="Calibri" panose="020F0502020204030204" pitchFamily="34" charset="0"/>
                  <a:cs typeface="Arial" panose="020B0604020202020204" pitchFamily="34" charset="0"/>
                </a:rPr>
                <a:t>2</a:t>
              </a:r>
              <a:endParaRPr kumimoji="0" lang="en-US" altLang="en-US" sz="2400" b="0" i="0" u="none" strike="noStrike" kern="0" cap="none" spc="0" normalizeH="0" baseline="0" noProof="0">
                <a:ln>
                  <a:noFill/>
                </a:ln>
                <a:solidFill>
                  <a:srgbClr val="000000"/>
                </a:solidFill>
                <a:effectLst/>
                <a:uLnTx/>
                <a:uFillTx/>
                <a:latin typeface="Calibri" panose="020F0502020204030204" pitchFamily="34" charset="0"/>
                <a:cs typeface="Arial" panose="020B0604020202020204" pitchFamily="34" charset="0"/>
              </a:endParaRPr>
            </a:p>
          </p:txBody>
        </p:sp>
        <p:sp>
          <p:nvSpPr>
            <p:cNvPr id="19" name="TextBox 40">
              <a:extLst>
                <a:ext uri="{FF2B5EF4-FFF2-40B4-BE49-F238E27FC236}">
                  <a16:creationId xmlns:a16="http://schemas.microsoft.com/office/drawing/2014/main" id="{740B455A-9A51-1A7D-DC77-3D6ECC5D7AE4}"/>
                </a:ext>
              </a:extLst>
            </p:cNvPr>
            <p:cNvSpPr txBox="1">
              <a:spLocks noChangeArrowheads="1"/>
            </p:cNvSpPr>
            <p:nvPr/>
          </p:nvSpPr>
          <p:spPr bwMode="auto">
            <a:xfrm>
              <a:off x="7939320" y="1827965"/>
              <a:ext cx="685800"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Calibri" panose="020F0502020204030204" pitchFamily="34" charset="0"/>
                  <a:cs typeface="Arial" panose="020B0604020202020204" pitchFamily="34" charset="0"/>
                </a:defRPr>
              </a:lvl1pPr>
              <a:lvl2pPr marL="742950" indent="-285750" eaLnBrk="0" hangingPunct="0">
                <a:defRPr>
                  <a:solidFill>
                    <a:schemeClr val="tx1"/>
                  </a:solidFill>
                  <a:latin typeface="Calibri" panose="020F0502020204030204" pitchFamily="34" charset="0"/>
                  <a:cs typeface="Arial" panose="020B0604020202020204" pitchFamily="34" charset="0"/>
                </a:defRPr>
              </a:lvl2pPr>
              <a:lvl3pPr marL="1143000" indent="-228600" eaLnBrk="0" hangingPunct="0">
                <a:defRPr>
                  <a:solidFill>
                    <a:schemeClr val="tx1"/>
                  </a:solidFill>
                  <a:latin typeface="Calibri" panose="020F0502020204030204" pitchFamily="34" charset="0"/>
                  <a:cs typeface="Arial" panose="020B0604020202020204" pitchFamily="34" charset="0"/>
                </a:defRPr>
              </a:lvl3pPr>
              <a:lvl4pPr marL="1600200" indent="-228600" eaLnBrk="0" hangingPunct="0">
                <a:defRPr>
                  <a:solidFill>
                    <a:schemeClr val="tx1"/>
                  </a:solidFill>
                  <a:latin typeface="Calibri" panose="020F0502020204030204" pitchFamily="34" charset="0"/>
                  <a:cs typeface="Arial" panose="020B0604020202020204" pitchFamily="34" charset="0"/>
                </a:defRPr>
              </a:lvl4pPr>
              <a:lvl5pPr marL="2057400" indent="-228600" eaLnBrk="0" hangingPunct="0">
                <a:defRPr>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9pPr>
            </a:lstStyle>
            <a:p>
              <a:pPr marL="0" marR="0" lvl="0" indent="0" defTabSz="914400" eaLnBrk="1" fontAlgn="base" latinLnBrk="0" hangingPunct="1">
                <a:lnSpc>
                  <a:spcPct val="100000"/>
                </a:lnSpc>
                <a:spcBef>
                  <a:spcPct val="0"/>
                </a:spcBef>
                <a:spcAft>
                  <a:spcPct val="0"/>
                </a:spcAft>
                <a:buClrTx/>
                <a:buSzTx/>
                <a:buFontTx/>
                <a:buNone/>
                <a:tabLst/>
                <a:defRPr/>
              </a:pPr>
              <a:r>
                <a:rPr kumimoji="0" lang="en-US" altLang="en-US" sz="2400" b="0" i="0" u="none" strike="noStrike" kern="0" cap="none" spc="0" normalizeH="0" baseline="0" noProof="0">
                  <a:ln>
                    <a:noFill/>
                  </a:ln>
                  <a:solidFill>
                    <a:srgbClr val="000000"/>
                  </a:solidFill>
                  <a:effectLst/>
                  <a:uLnTx/>
                  <a:uFillTx/>
                  <a:latin typeface="Calibri" panose="020F0502020204030204" pitchFamily="34" charset="0"/>
                  <a:cs typeface="Arial" panose="020B0604020202020204" pitchFamily="34" charset="0"/>
                </a:rPr>
                <a:t>O</a:t>
              </a:r>
            </a:p>
          </p:txBody>
        </p:sp>
        <p:sp>
          <p:nvSpPr>
            <p:cNvPr id="20" name="TextBox 51">
              <a:extLst>
                <a:ext uri="{FF2B5EF4-FFF2-40B4-BE49-F238E27FC236}">
                  <a16:creationId xmlns:a16="http://schemas.microsoft.com/office/drawing/2014/main" id="{1419B098-D452-C49D-E24F-AD9770D59259}"/>
                </a:ext>
              </a:extLst>
            </p:cNvPr>
            <p:cNvSpPr txBox="1">
              <a:spLocks noChangeArrowheads="1"/>
            </p:cNvSpPr>
            <p:nvPr/>
          </p:nvSpPr>
          <p:spPr bwMode="auto">
            <a:xfrm>
              <a:off x="7971981" y="671286"/>
              <a:ext cx="685800"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Calibri" panose="020F0502020204030204" pitchFamily="34" charset="0"/>
                  <a:cs typeface="Arial" panose="020B0604020202020204" pitchFamily="34" charset="0"/>
                </a:defRPr>
              </a:lvl1pPr>
              <a:lvl2pPr marL="742950" indent="-285750" eaLnBrk="0" hangingPunct="0">
                <a:defRPr>
                  <a:solidFill>
                    <a:schemeClr val="tx1"/>
                  </a:solidFill>
                  <a:latin typeface="Calibri" panose="020F0502020204030204" pitchFamily="34" charset="0"/>
                  <a:cs typeface="Arial" panose="020B0604020202020204" pitchFamily="34" charset="0"/>
                </a:defRPr>
              </a:lvl2pPr>
              <a:lvl3pPr marL="1143000" indent="-228600" eaLnBrk="0" hangingPunct="0">
                <a:defRPr>
                  <a:solidFill>
                    <a:schemeClr val="tx1"/>
                  </a:solidFill>
                  <a:latin typeface="Calibri" panose="020F0502020204030204" pitchFamily="34" charset="0"/>
                  <a:cs typeface="Arial" panose="020B0604020202020204" pitchFamily="34" charset="0"/>
                </a:defRPr>
              </a:lvl3pPr>
              <a:lvl4pPr marL="1600200" indent="-228600" eaLnBrk="0" hangingPunct="0">
                <a:defRPr>
                  <a:solidFill>
                    <a:schemeClr val="tx1"/>
                  </a:solidFill>
                  <a:latin typeface="Calibri" panose="020F0502020204030204" pitchFamily="34" charset="0"/>
                  <a:cs typeface="Arial" panose="020B0604020202020204" pitchFamily="34" charset="0"/>
                </a:defRPr>
              </a:lvl4pPr>
              <a:lvl5pPr marL="2057400" indent="-228600" eaLnBrk="0" hangingPunct="0">
                <a:defRPr>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9pPr>
            </a:lstStyle>
            <a:p>
              <a:pPr marL="0" marR="0" lvl="0" indent="0" defTabSz="914400" eaLnBrk="1" fontAlgn="base" latinLnBrk="0" hangingPunct="1">
                <a:lnSpc>
                  <a:spcPct val="100000"/>
                </a:lnSpc>
                <a:spcBef>
                  <a:spcPct val="0"/>
                </a:spcBef>
                <a:spcAft>
                  <a:spcPct val="0"/>
                </a:spcAft>
                <a:buClrTx/>
                <a:buSzTx/>
                <a:buFontTx/>
                <a:buNone/>
                <a:tabLst/>
                <a:defRPr/>
              </a:pPr>
              <a:r>
                <a:rPr kumimoji="0" lang="en-US" altLang="en-US" sz="2400" b="0" i="0" u="none" strike="noStrike" kern="0" cap="none" spc="0" normalizeH="0" baseline="0" noProof="0">
                  <a:ln>
                    <a:noFill/>
                  </a:ln>
                  <a:solidFill>
                    <a:srgbClr val="000000"/>
                  </a:solidFill>
                  <a:effectLst/>
                  <a:uLnTx/>
                  <a:uFillTx/>
                  <a:latin typeface="Calibri" panose="020F0502020204030204" pitchFamily="34" charset="0"/>
                  <a:cs typeface="Arial" panose="020B0604020202020204" pitchFamily="34" charset="0"/>
                </a:rPr>
                <a:t>M</a:t>
              </a:r>
            </a:p>
          </p:txBody>
        </p:sp>
        <p:sp>
          <p:nvSpPr>
            <p:cNvPr id="21" name="TextBox 53">
              <a:extLst>
                <a:ext uri="{FF2B5EF4-FFF2-40B4-BE49-F238E27FC236}">
                  <a16:creationId xmlns:a16="http://schemas.microsoft.com/office/drawing/2014/main" id="{0C12EC28-CDF7-372E-6174-6F7D11044C74}"/>
                </a:ext>
              </a:extLst>
            </p:cNvPr>
            <p:cNvSpPr txBox="1">
              <a:spLocks noChangeArrowheads="1"/>
            </p:cNvSpPr>
            <p:nvPr/>
          </p:nvSpPr>
          <p:spPr bwMode="auto">
            <a:xfrm>
              <a:off x="7893972" y="1173320"/>
              <a:ext cx="685800"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Calibri" panose="020F0502020204030204" pitchFamily="34" charset="0"/>
                  <a:cs typeface="Arial" panose="020B0604020202020204" pitchFamily="34" charset="0"/>
                </a:defRPr>
              </a:lvl1pPr>
              <a:lvl2pPr marL="742950" indent="-285750" eaLnBrk="0" hangingPunct="0">
                <a:defRPr>
                  <a:solidFill>
                    <a:schemeClr val="tx1"/>
                  </a:solidFill>
                  <a:latin typeface="Calibri" panose="020F0502020204030204" pitchFamily="34" charset="0"/>
                  <a:cs typeface="Arial" panose="020B0604020202020204" pitchFamily="34" charset="0"/>
                </a:defRPr>
              </a:lvl2pPr>
              <a:lvl3pPr marL="1143000" indent="-228600" eaLnBrk="0" hangingPunct="0">
                <a:defRPr>
                  <a:solidFill>
                    <a:schemeClr val="tx1"/>
                  </a:solidFill>
                  <a:latin typeface="Calibri" panose="020F0502020204030204" pitchFamily="34" charset="0"/>
                  <a:cs typeface="Arial" panose="020B0604020202020204" pitchFamily="34" charset="0"/>
                </a:defRPr>
              </a:lvl3pPr>
              <a:lvl4pPr marL="1600200" indent="-228600" eaLnBrk="0" hangingPunct="0">
                <a:defRPr>
                  <a:solidFill>
                    <a:schemeClr val="tx1"/>
                  </a:solidFill>
                  <a:latin typeface="Calibri" panose="020F0502020204030204" pitchFamily="34" charset="0"/>
                  <a:cs typeface="Arial" panose="020B0604020202020204" pitchFamily="34" charset="0"/>
                </a:defRPr>
              </a:lvl4pPr>
              <a:lvl5pPr marL="2057400" indent="-228600" eaLnBrk="0" hangingPunct="0">
                <a:defRPr>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9pPr>
            </a:lstStyle>
            <a:p>
              <a:pPr marL="0" marR="0" lvl="0" indent="0" algn="ctr" defTabSz="914400" eaLnBrk="1" fontAlgn="base" latinLnBrk="0" hangingPunct="1">
                <a:lnSpc>
                  <a:spcPct val="100000"/>
                </a:lnSpc>
                <a:spcBef>
                  <a:spcPct val="0"/>
                </a:spcBef>
                <a:spcAft>
                  <a:spcPct val="0"/>
                </a:spcAft>
                <a:buClrTx/>
                <a:buSzTx/>
                <a:buFontTx/>
                <a:buNone/>
                <a:tabLst/>
                <a:defRPr/>
              </a:pPr>
              <a:r>
                <a:rPr kumimoji="0" lang="en-US" altLang="en-US" sz="2400" b="0" i="1" u="none" strike="noStrike" kern="0" cap="none" spc="0" normalizeH="0" baseline="0" noProof="0">
                  <a:ln>
                    <a:noFill/>
                  </a:ln>
                  <a:solidFill>
                    <a:srgbClr val="000000"/>
                  </a:solidFill>
                  <a:effectLst/>
                  <a:uLnTx/>
                  <a:uFillTx/>
                  <a:latin typeface="Calibri" panose="020F0502020204030204" pitchFamily="34" charset="0"/>
                  <a:cs typeface="Arial" panose="020B0604020202020204" pitchFamily="34" charset="0"/>
                </a:rPr>
                <a:t>x</a:t>
              </a:r>
            </a:p>
          </p:txBody>
        </p:sp>
      </p:grpSp>
      <p:graphicFrame>
        <p:nvGraphicFramePr>
          <p:cNvPr id="23" name="Object 22">
            <a:extLst>
              <a:ext uri="{FF2B5EF4-FFF2-40B4-BE49-F238E27FC236}">
                <a16:creationId xmlns:a16="http://schemas.microsoft.com/office/drawing/2014/main" id="{6A5BDEB6-FBBA-A5F3-E47D-905E6F292520}"/>
              </a:ext>
            </a:extLst>
          </p:cNvPr>
          <p:cNvGraphicFramePr>
            <a:graphicFrameLocks noChangeAspect="1"/>
          </p:cNvGraphicFramePr>
          <p:nvPr>
            <p:extLst>
              <p:ext uri="{D42A27DB-BD31-4B8C-83A1-F6EECF244321}">
                <p14:modId xmlns:p14="http://schemas.microsoft.com/office/powerpoint/2010/main" val="2732060181"/>
              </p:ext>
            </p:extLst>
          </p:nvPr>
        </p:nvGraphicFramePr>
        <p:xfrm>
          <a:off x="619570" y="1557338"/>
          <a:ext cx="2006600" cy="577850"/>
        </p:xfrm>
        <a:graphic>
          <a:graphicData uri="http://schemas.openxmlformats.org/presentationml/2006/ole">
            <mc:AlternateContent xmlns:mc="http://schemas.openxmlformats.org/markup-compatibility/2006">
              <mc:Choice xmlns:v="urn:schemas-microsoft-com:vml" Requires="v">
                <p:oleObj name="Equation" r:id="rId3" imgW="1498320" imgH="431640" progId="Equation.DSMT4">
                  <p:embed/>
                </p:oleObj>
              </mc:Choice>
              <mc:Fallback>
                <p:oleObj name="Equation" r:id="rId3" imgW="1498320" imgH="431640" progId="Equation.DSMT4">
                  <p:embed/>
                  <p:pic>
                    <p:nvPicPr>
                      <p:cNvPr id="23" name="Object 22">
                        <a:extLst>
                          <a:ext uri="{FF2B5EF4-FFF2-40B4-BE49-F238E27FC236}">
                            <a16:creationId xmlns:a16="http://schemas.microsoft.com/office/drawing/2014/main" id="{6A5BDEB6-FBBA-A5F3-E47D-905E6F292520}"/>
                          </a:ext>
                        </a:extLst>
                      </p:cNvPr>
                      <p:cNvPicPr>
                        <a:picLocks noChangeAspect="1" noChangeArrowheads="1"/>
                      </p:cNvPicPr>
                      <p:nvPr/>
                    </p:nvPicPr>
                    <p:blipFill>
                      <a:blip r:embed="rId4"/>
                      <a:srcRect/>
                      <a:stretch>
                        <a:fillRect/>
                      </a:stretch>
                    </p:blipFill>
                    <p:spPr bwMode="auto">
                      <a:xfrm>
                        <a:off x="619570" y="1557338"/>
                        <a:ext cx="2006600" cy="577850"/>
                      </a:xfrm>
                      <a:prstGeom prst="rect">
                        <a:avLst/>
                      </a:prstGeom>
                      <a:noFill/>
                      <a:ln>
                        <a:noFill/>
                      </a:ln>
                    </p:spPr>
                  </p:pic>
                </p:oleObj>
              </mc:Fallback>
            </mc:AlternateContent>
          </a:graphicData>
        </a:graphic>
      </p:graphicFrame>
      <p:graphicFrame>
        <p:nvGraphicFramePr>
          <p:cNvPr id="24" name="Object 23">
            <a:extLst>
              <a:ext uri="{FF2B5EF4-FFF2-40B4-BE49-F238E27FC236}">
                <a16:creationId xmlns:a16="http://schemas.microsoft.com/office/drawing/2014/main" id="{308617E6-675A-ACD4-F5B1-910A9B7B2488}"/>
              </a:ext>
            </a:extLst>
          </p:cNvPr>
          <p:cNvGraphicFramePr>
            <a:graphicFrameLocks noChangeAspect="1"/>
          </p:cNvGraphicFramePr>
          <p:nvPr>
            <p:extLst>
              <p:ext uri="{D42A27DB-BD31-4B8C-83A1-F6EECF244321}">
                <p14:modId xmlns:p14="http://schemas.microsoft.com/office/powerpoint/2010/main" val="2320849532"/>
              </p:ext>
            </p:extLst>
          </p:nvPr>
        </p:nvGraphicFramePr>
        <p:xfrm>
          <a:off x="2853182" y="1577975"/>
          <a:ext cx="2005013" cy="577850"/>
        </p:xfrm>
        <a:graphic>
          <a:graphicData uri="http://schemas.openxmlformats.org/presentationml/2006/ole">
            <mc:AlternateContent xmlns:mc="http://schemas.openxmlformats.org/markup-compatibility/2006">
              <mc:Choice xmlns:v="urn:schemas-microsoft-com:vml" Requires="v">
                <p:oleObj name="Equation" r:id="rId5" imgW="1498320" imgH="431640" progId="Equation.DSMT4">
                  <p:embed/>
                </p:oleObj>
              </mc:Choice>
              <mc:Fallback>
                <p:oleObj name="Equation" r:id="rId5" imgW="1498320" imgH="431640" progId="Equation.DSMT4">
                  <p:embed/>
                  <p:pic>
                    <p:nvPicPr>
                      <p:cNvPr id="24" name="Object 23">
                        <a:extLst>
                          <a:ext uri="{FF2B5EF4-FFF2-40B4-BE49-F238E27FC236}">
                            <a16:creationId xmlns:a16="http://schemas.microsoft.com/office/drawing/2014/main" id="{308617E6-675A-ACD4-F5B1-910A9B7B2488}"/>
                          </a:ext>
                        </a:extLst>
                      </p:cNvPr>
                      <p:cNvPicPr/>
                      <p:nvPr/>
                    </p:nvPicPr>
                    <p:blipFill>
                      <a:blip r:embed="rId6"/>
                      <a:stretch>
                        <a:fillRect/>
                      </a:stretch>
                    </p:blipFill>
                    <p:spPr>
                      <a:xfrm>
                        <a:off x="2853182" y="1577975"/>
                        <a:ext cx="2005013" cy="577850"/>
                      </a:xfrm>
                      <a:prstGeom prst="rect">
                        <a:avLst/>
                      </a:prstGeom>
                    </p:spPr>
                  </p:pic>
                </p:oleObj>
              </mc:Fallback>
            </mc:AlternateContent>
          </a:graphicData>
        </a:graphic>
      </p:graphicFrame>
      <p:sp>
        <p:nvSpPr>
          <p:cNvPr id="26" name="TextBox 25">
            <a:extLst>
              <a:ext uri="{FF2B5EF4-FFF2-40B4-BE49-F238E27FC236}">
                <a16:creationId xmlns:a16="http://schemas.microsoft.com/office/drawing/2014/main" id="{F9B253AB-E4BE-77CE-5152-FB883BF6A819}"/>
              </a:ext>
            </a:extLst>
          </p:cNvPr>
          <p:cNvSpPr txBox="1"/>
          <p:nvPr/>
        </p:nvSpPr>
        <p:spPr>
          <a:xfrm>
            <a:off x="214574" y="2357979"/>
            <a:ext cx="2979811" cy="338554"/>
          </a:xfrm>
          <a:prstGeom prst="rect">
            <a:avLst/>
          </a:prstGeom>
          <a:noFill/>
        </p:spPr>
        <p:txBody>
          <a:bodyPr wrap="square">
            <a:spAutoFit/>
          </a:bodyPr>
          <a:lstStyle/>
          <a:p>
            <a:r>
              <a:rPr lang="en-US" sz="1600"/>
              <a:t>Dao động sáng tổng hợp tại M là: </a:t>
            </a:r>
          </a:p>
        </p:txBody>
      </p:sp>
      <p:graphicFrame>
        <p:nvGraphicFramePr>
          <p:cNvPr id="27" name="Object 26">
            <a:extLst>
              <a:ext uri="{FF2B5EF4-FFF2-40B4-BE49-F238E27FC236}">
                <a16:creationId xmlns:a16="http://schemas.microsoft.com/office/drawing/2014/main" id="{43551DE2-A20B-CD9B-E65B-714A6D49E2D3}"/>
              </a:ext>
            </a:extLst>
          </p:cNvPr>
          <p:cNvGraphicFramePr>
            <a:graphicFrameLocks noChangeAspect="1"/>
          </p:cNvGraphicFramePr>
          <p:nvPr>
            <p:extLst>
              <p:ext uri="{D42A27DB-BD31-4B8C-83A1-F6EECF244321}">
                <p14:modId xmlns:p14="http://schemas.microsoft.com/office/powerpoint/2010/main" val="1829063933"/>
              </p:ext>
            </p:extLst>
          </p:nvPr>
        </p:nvGraphicFramePr>
        <p:xfrm>
          <a:off x="3094878" y="2035925"/>
          <a:ext cx="3235325" cy="982662"/>
        </p:xfrm>
        <a:graphic>
          <a:graphicData uri="http://schemas.openxmlformats.org/presentationml/2006/ole">
            <mc:AlternateContent xmlns:mc="http://schemas.openxmlformats.org/markup-compatibility/2006">
              <mc:Choice xmlns:v="urn:schemas-microsoft-com:vml" Requires="v">
                <p:oleObj name="Equation" r:id="rId7" imgW="2425680" imgH="736560" progId="Equation.DSMT4">
                  <p:embed/>
                </p:oleObj>
              </mc:Choice>
              <mc:Fallback>
                <p:oleObj name="Equation" r:id="rId7" imgW="2425680" imgH="736560" progId="Equation.DSMT4">
                  <p:embed/>
                  <p:pic>
                    <p:nvPicPr>
                      <p:cNvPr id="27" name="Object 26">
                        <a:extLst>
                          <a:ext uri="{FF2B5EF4-FFF2-40B4-BE49-F238E27FC236}">
                            <a16:creationId xmlns:a16="http://schemas.microsoft.com/office/drawing/2014/main" id="{43551DE2-A20B-CD9B-E65B-714A6D49E2D3}"/>
                          </a:ext>
                        </a:extLst>
                      </p:cNvPr>
                      <p:cNvPicPr>
                        <a:picLocks noChangeAspect="1" noChangeArrowheads="1"/>
                      </p:cNvPicPr>
                      <p:nvPr/>
                    </p:nvPicPr>
                    <p:blipFill>
                      <a:blip r:embed="rId8"/>
                      <a:srcRect/>
                      <a:stretch>
                        <a:fillRect/>
                      </a:stretch>
                    </p:blipFill>
                    <p:spPr bwMode="auto">
                      <a:xfrm>
                        <a:off x="3094878" y="2035925"/>
                        <a:ext cx="3235325" cy="982662"/>
                      </a:xfrm>
                      <a:prstGeom prst="rect">
                        <a:avLst/>
                      </a:prstGeom>
                      <a:noFill/>
                      <a:ln>
                        <a:noFill/>
                      </a:ln>
                    </p:spPr>
                  </p:pic>
                </p:oleObj>
              </mc:Fallback>
            </mc:AlternateContent>
          </a:graphicData>
        </a:graphic>
      </p:graphicFrame>
      <p:sp>
        <p:nvSpPr>
          <p:cNvPr id="28" name="TextBox 27">
            <a:extLst>
              <a:ext uri="{FF2B5EF4-FFF2-40B4-BE49-F238E27FC236}">
                <a16:creationId xmlns:a16="http://schemas.microsoft.com/office/drawing/2014/main" id="{713FFA1C-E718-D48D-97B4-A30CD42BF6CC}"/>
              </a:ext>
            </a:extLst>
          </p:cNvPr>
          <p:cNvSpPr txBox="1"/>
          <p:nvPr/>
        </p:nvSpPr>
        <p:spPr>
          <a:xfrm>
            <a:off x="214574" y="3195256"/>
            <a:ext cx="4016049" cy="338554"/>
          </a:xfrm>
          <a:prstGeom prst="rect">
            <a:avLst/>
          </a:prstGeom>
          <a:noFill/>
        </p:spPr>
        <p:txBody>
          <a:bodyPr wrap="square">
            <a:spAutoFit/>
          </a:bodyPr>
          <a:lstStyle/>
          <a:p>
            <a:r>
              <a:rPr lang="en-US" sz="1600"/>
              <a:t>Điểm M là cực đại giao thoa (vân sáng) khi: </a:t>
            </a:r>
          </a:p>
        </p:txBody>
      </p:sp>
      <p:graphicFrame>
        <p:nvGraphicFramePr>
          <p:cNvPr id="29" name="Object 28">
            <a:extLst>
              <a:ext uri="{FF2B5EF4-FFF2-40B4-BE49-F238E27FC236}">
                <a16:creationId xmlns:a16="http://schemas.microsoft.com/office/drawing/2014/main" id="{91C68DF9-BE81-FB0B-6D43-548F35A2A84D}"/>
              </a:ext>
            </a:extLst>
          </p:cNvPr>
          <p:cNvGraphicFramePr>
            <a:graphicFrameLocks noChangeAspect="1"/>
          </p:cNvGraphicFramePr>
          <p:nvPr>
            <p:extLst>
              <p:ext uri="{D42A27DB-BD31-4B8C-83A1-F6EECF244321}">
                <p14:modId xmlns:p14="http://schemas.microsoft.com/office/powerpoint/2010/main" val="2055213989"/>
              </p:ext>
            </p:extLst>
          </p:nvPr>
        </p:nvGraphicFramePr>
        <p:xfrm>
          <a:off x="3949351" y="3066977"/>
          <a:ext cx="1817688" cy="630237"/>
        </p:xfrm>
        <a:graphic>
          <a:graphicData uri="http://schemas.openxmlformats.org/presentationml/2006/ole">
            <mc:AlternateContent xmlns:mc="http://schemas.openxmlformats.org/markup-compatibility/2006">
              <mc:Choice xmlns:v="urn:schemas-microsoft-com:vml" Requires="v">
                <p:oleObj name="Equation" r:id="rId9" imgW="1206360" imgH="419040" progId="Equation.DSMT4">
                  <p:embed/>
                </p:oleObj>
              </mc:Choice>
              <mc:Fallback>
                <p:oleObj name="Equation" r:id="rId9" imgW="1206360" imgH="419040" progId="Equation.DSMT4">
                  <p:embed/>
                  <p:pic>
                    <p:nvPicPr>
                      <p:cNvPr id="29" name="Object 28">
                        <a:extLst>
                          <a:ext uri="{FF2B5EF4-FFF2-40B4-BE49-F238E27FC236}">
                            <a16:creationId xmlns:a16="http://schemas.microsoft.com/office/drawing/2014/main" id="{91C68DF9-BE81-FB0B-6D43-548F35A2A84D}"/>
                          </a:ext>
                        </a:extLst>
                      </p:cNvPr>
                      <p:cNvPicPr>
                        <a:picLocks noChangeAspect="1" noChangeArrowheads="1"/>
                      </p:cNvPicPr>
                      <p:nvPr/>
                    </p:nvPicPr>
                    <p:blipFill>
                      <a:blip r:embed="rId10"/>
                      <a:srcRect/>
                      <a:stretch>
                        <a:fillRect/>
                      </a:stretch>
                    </p:blipFill>
                    <p:spPr bwMode="auto">
                      <a:xfrm>
                        <a:off x="3949351" y="3066977"/>
                        <a:ext cx="1817688" cy="630237"/>
                      </a:xfrm>
                      <a:prstGeom prst="rect">
                        <a:avLst/>
                      </a:prstGeom>
                      <a:noFill/>
                      <a:ln>
                        <a:noFill/>
                      </a:ln>
                    </p:spPr>
                  </p:pic>
                </p:oleObj>
              </mc:Fallback>
            </mc:AlternateContent>
          </a:graphicData>
        </a:graphic>
      </p:graphicFrame>
      <p:graphicFrame>
        <p:nvGraphicFramePr>
          <p:cNvPr id="30" name="Object 29">
            <a:extLst>
              <a:ext uri="{FF2B5EF4-FFF2-40B4-BE49-F238E27FC236}">
                <a16:creationId xmlns:a16="http://schemas.microsoft.com/office/drawing/2014/main" id="{826358E7-7AE3-BDCC-C40D-F2D7DD69F607}"/>
              </a:ext>
            </a:extLst>
          </p:cNvPr>
          <p:cNvGraphicFramePr>
            <a:graphicFrameLocks noChangeAspect="1"/>
          </p:cNvGraphicFramePr>
          <p:nvPr>
            <p:extLst>
              <p:ext uri="{D42A27DB-BD31-4B8C-83A1-F6EECF244321}">
                <p14:modId xmlns:p14="http://schemas.microsoft.com/office/powerpoint/2010/main" val="2392932568"/>
              </p:ext>
            </p:extLst>
          </p:nvPr>
        </p:nvGraphicFramePr>
        <p:xfrm>
          <a:off x="8317803" y="3201913"/>
          <a:ext cx="2459038" cy="360363"/>
        </p:xfrm>
        <a:graphic>
          <a:graphicData uri="http://schemas.openxmlformats.org/presentationml/2006/ole">
            <mc:AlternateContent xmlns:mc="http://schemas.openxmlformats.org/markup-compatibility/2006">
              <mc:Choice xmlns:v="urn:schemas-microsoft-com:vml" Requires="v">
                <p:oleObj name="Equation" r:id="rId11" imgW="1384300" imgH="203200" progId="Equation.DSMT4">
                  <p:embed/>
                </p:oleObj>
              </mc:Choice>
              <mc:Fallback>
                <p:oleObj name="Equation" r:id="rId11" imgW="1384300" imgH="203200" progId="Equation.DSMT4">
                  <p:embed/>
                  <p:pic>
                    <p:nvPicPr>
                      <p:cNvPr id="30" name="Object 29">
                        <a:extLst>
                          <a:ext uri="{FF2B5EF4-FFF2-40B4-BE49-F238E27FC236}">
                            <a16:creationId xmlns:a16="http://schemas.microsoft.com/office/drawing/2014/main" id="{826358E7-7AE3-BDCC-C40D-F2D7DD69F607}"/>
                          </a:ext>
                        </a:extLst>
                      </p:cNvPr>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8317803" y="3201913"/>
                        <a:ext cx="2459038" cy="3603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31" name="Object 30">
            <a:extLst>
              <a:ext uri="{FF2B5EF4-FFF2-40B4-BE49-F238E27FC236}">
                <a16:creationId xmlns:a16="http://schemas.microsoft.com/office/drawing/2014/main" id="{1E3E9EBE-EB82-CD9C-18A2-58C381602765}"/>
              </a:ext>
            </a:extLst>
          </p:cNvPr>
          <p:cNvGraphicFramePr>
            <a:graphicFrameLocks noChangeAspect="1"/>
          </p:cNvGraphicFramePr>
          <p:nvPr>
            <p:extLst>
              <p:ext uri="{D42A27DB-BD31-4B8C-83A1-F6EECF244321}">
                <p14:modId xmlns:p14="http://schemas.microsoft.com/office/powerpoint/2010/main" val="51658147"/>
              </p:ext>
            </p:extLst>
          </p:nvPr>
        </p:nvGraphicFramePr>
        <p:xfrm>
          <a:off x="6450155" y="3201913"/>
          <a:ext cx="1221230" cy="360363"/>
        </p:xfrm>
        <a:graphic>
          <a:graphicData uri="http://schemas.openxmlformats.org/presentationml/2006/ole">
            <mc:AlternateContent xmlns:mc="http://schemas.openxmlformats.org/markup-compatibility/2006">
              <mc:Choice xmlns:v="urn:schemas-microsoft-com:vml" Requires="v">
                <p:oleObj name="Equation" r:id="rId13" imgW="774360" imgH="228600" progId="Equation.DSMT4">
                  <p:embed/>
                </p:oleObj>
              </mc:Choice>
              <mc:Fallback>
                <p:oleObj name="Equation" r:id="rId13" imgW="774360" imgH="228600" progId="Equation.DSMT4">
                  <p:embed/>
                  <p:pic>
                    <p:nvPicPr>
                      <p:cNvPr id="31" name="Object 30">
                        <a:extLst>
                          <a:ext uri="{FF2B5EF4-FFF2-40B4-BE49-F238E27FC236}">
                            <a16:creationId xmlns:a16="http://schemas.microsoft.com/office/drawing/2014/main" id="{1E3E9EBE-EB82-CD9C-18A2-58C381602765}"/>
                          </a:ext>
                        </a:extLst>
                      </p:cNvPr>
                      <p:cNvPicPr/>
                      <p:nvPr/>
                    </p:nvPicPr>
                    <p:blipFill>
                      <a:blip r:embed="rId14"/>
                      <a:stretch>
                        <a:fillRect/>
                      </a:stretch>
                    </p:blipFill>
                    <p:spPr>
                      <a:xfrm>
                        <a:off x="6450155" y="3201913"/>
                        <a:ext cx="1221230" cy="360363"/>
                      </a:xfrm>
                      <a:prstGeom prst="rect">
                        <a:avLst/>
                      </a:prstGeom>
                      <a:ln w="28575">
                        <a:solidFill>
                          <a:srgbClr val="FF3399"/>
                        </a:solidFill>
                      </a:ln>
                    </p:spPr>
                  </p:pic>
                </p:oleObj>
              </mc:Fallback>
            </mc:AlternateContent>
          </a:graphicData>
        </a:graphic>
      </p:graphicFrame>
      <p:sp>
        <p:nvSpPr>
          <p:cNvPr id="32" name="TextBox 31">
            <a:extLst>
              <a:ext uri="{FF2B5EF4-FFF2-40B4-BE49-F238E27FC236}">
                <a16:creationId xmlns:a16="http://schemas.microsoft.com/office/drawing/2014/main" id="{57C7A1E4-622F-ADD9-EE67-E2C341AB2A08}"/>
              </a:ext>
            </a:extLst>
          </p:cNvPr>
          <p:cNvSpPr txBox="1"/>
          <p:nvPr/>
        </p:nvSpPr>
        <p:spPr>
          <a:xfrm>
            <a:off x="5867638" y="3195256"/>
            <a:ext cx="718114" cy="338554"/>
          </a:xfrm>
          <a:prstGeom prst="rect">
            <a:avLst/>
          </a:prstGeom>
          <a:noFill/>
        </p:spPr>
        <p:txBody>
          <a:bodyPr wrap="square">
            <a:spAutoFit/>
          </a:bodyPr>
          <a:lstStyle/>
          <a:p>
            <a:r>
              <a:rPr lang="en-US" sz="1600"/>
              <a:t>vậy:</a:t>
            </a:r>
          </a:p>
        </p:txBody>
      </p:sp>
      <p:sp>
        <p:nvSpPr>
          <p:cNvPr id="33" name="TextBox 32">
            <a:extLst>
              <a:ext uri="{FF2B5EF4-FFF2-40B4-BE49-F238E27FC236}">
                <a16:creationId xmlns:a16="http://schemas.microsoft.com/office/drawing/2014/main" id="{34E4BFD0-A945-5342-7DB6-0F0835F37A55}"/>
              </a:ext>
            </a:extLst>
          </p:cNvPr>
          <p:cNvSpPr txBox="1"/>
          <p:nvPr/>
        </p:nvSpPr>
        <p:spPr>
          <a:xfrm>
            <a:off x="7786929" y="3207157"/>
            <a:ext cx="718114" cy="338554"/>
          </a:xfrm>
          <a:prstGeom prst="rect">
            <a:avLst/>
          </a:prstGeom>
          <a:noFill/>
        </p:spPr>
        <p:txBody>
          <a:bodyPr wrap="square">
            <a:spAutoFit/>
          </a:bodyPr>
          <a:lstStyle/>
          <a:p>
            <a:r>
              <a:rPr lang="en-US" sz="1600"/>
              <a:t>với:</a:t>
            </a:r>
          </a:p>
        </p:txBody>
      </p:sp>
      <p:sp>
        <p:nvSpPr>
          <p:cNvPr id="104" name="TextBox 103">
            <a:extLst>
              <a:ext uri="{FF2B5EF4-FFF2-40B4-BE49-F238E27FC236}">
                <a16:creationId xmlns:a16="http://schemas.microsoft.com/office/drawing/2014/main" id="{B1EA5809-BB4A-DF7D-C421-B851C38075F6}"/>
              </a:ext>
            </a:extLst>
          </p:cNvPr>
          <p:cNvSpPr txBox="1"/>
          <p:nvPr/>
        </p:nvSpPr>
        <p:spPr>
          <a:xfrm>
            <a:off x="198118" y="3600650"/>
            <a:ext cx="11835383" cy="338554"/>
          </a:xfrm>
          <a:prstGeom prst="rect">
            <a:avLst/>
          </a:prstGeom>
          <a:noFill/>
        </p:spPr>
        <p:txBody>
          <a:bodyPr wrap="square">
            <a:spAutoFit/>
          </a:bodyPr>
          <a:lstStyle/>
          <a:p>
            <a:r>
              <a:rPr lang="en-US" sz="1600" b="1" i="1">
                <a:solidFill>
                  <a:srgbClr val="C00000"/>
                </a:solidFill>
              </a:rPr>
              <a:t>Để điểm M là vân sáng thì hiệu đường đi từ hai nguồn đến điểm M phải bằng một số nguyên lần bước sóng. </a:t>
            </a:r>
          </a:p>
        </p:txBody>
      </p:sp>
      <p:sp>
        <p:nvSpPr>
          <p:cNvPr id="105" name="TextBox 104">
            <a:extLst>
              <a:ext uri="{FF2B5EF4-FFF2-40B4-BE49-F238E27FC236}">
                <a16:creationId xmlns:a16="http://schemas.microsoft.com/office/drawing/2014/main" id="{D39DACC9-7C12-C985-DAFC-9CFBE4A72582}"/>
              </a:ext>
            </a:extLst>
          </p:cNvPr>
          <p:cNvSpPr txBox="1"/>
          <p:nvPr/>
        </p:nvSpPr>
        <p:spPr>
          <a:xfrm>
            <a:off x="214574" y="4088863"/>
            <a:ext cx="4016049" cy="338554"/>
          </a:xfrm>
          <a:prstGeom prst="rect">
            <a:avLst/>
          </a:prstGeom>
          <a:noFill/>
        </p:spPr>
        <p:txBody>
          <a:bodyPr wrap="square">
            <a:spAutoFit/>
          </a:bodyPr>
          <a:lstStyle/>
          <a:p>
            <a:r>
              <a:rPr lang="en-US" sz="1600"/>
              <a:t>Điểm M là cực tiểu giao thoa (vân tối) khi: </a:t>
            </a:r>
          </a:p>
        </p:txBody>
      </p:sp>
      <p:graphicFrame>
        <p:nvGraphicFramePr>
          <p:cNvPr id="106" name="Object 105">
            <a:extLst>
              <a:ext uri="{FF2B5EF4-FFF2-40B4-BE49-F238E27FC236}">
                <a16:creationId xmlns:a16="http://schemas.microsoft.com/office/drawing/2014/main" id="{69A925C2-B337-6D86-EC3F-4A335A185C18}"/>
              </a:ext>
            </a:extLst>
          </p:cNvPr>
          <p:cNvGraphicFramePr>
            <a:graphicFrameLocks noChangeAspect="1"/>
          </p:cNvGraphicFramePr>
          <p:nvPr>
            <p:extLst>
              <p:ext uri="{D42A27DB-BD31-4B8C-83A1-F6EECF244321}">
                <p14:modId xmlns:p14="http://schemas.microsoft.com/office/powerpoint/2010/main" val="1968058103"/>
              </p:ext>
            </p:extLst>
          </p:nvPr>
        </p:nvGraphicFramePr>
        <p:xfrm>
          <a:off x="3883470" y="3960813"/>
          <a:ext cx="1951037" cy="630237"/>
        </p:xfrm>
        <a:graphic>
          <a:graphicData uri="http://schemas.openxmlformats.org/presentationml/2006/ole">
            <mc:AlternateContent xmlns:mc="http://schemas.openxmlformats.org/markup-compatibility/2006">
              <mc:Choice xmlns:v="urn:schemas-microsoft-com:vml" Requires="v">
                <p:oleObj name="Equation" r:id="rId15" imgW="1295280" imgH="419040" progId="Equation.DSMT4">
                  <p:embed/>
                </p:oleObj>
              </mc:Choice>
              <mc:Fallback>
                <p:oleObj name="Equation" r:id="rId15" imgW="1295280" imgH="419040" progId="Equation.DSMT4">
                  <p:embed/>
                  <p:pic>
                    <p:nvPicPr>
                      <p:cNvPr id="106" name="Object 105">
                        <a:extLst>
                          <a:ext uri="{FF2B5EF4-FFF2-40B4-BE49-F238E27FC236}">
                            <a16:creationId xmlns:a16="http://schemas.microsoft.com/office/drawing/2014/main" id="{69A925C2-B337-6D86-EC3F-4A335A185C18}"/>
                          </a:ext>
                        </a:extLst>
                      </p:cNvPr>
                      <p:cNvPicPr>
                        <a:picLocks noChangeAspect="1" noChangeArrowheads="1"/>
                      </p:cNvPicPr>
                      <p:nvPr/>
                    </p:nvPicPr>
                    <p:blipFill>
                      <a:blip r:embed="rId16"/>
                      <a:srcRect/>
                      <a:stretch>
                        <a:fillRect/>
                      </a:stretch>
                    </p:blipFill>
                    <p:spPr bwMode="auto">
                      <a:xfrm>
                        <a:off x="3883470" y="3960813"/>
                        <a:ext cx="1951037" cy="630237"/>
                      </a:xfrm>
                      <a:prstGeom prst="rect">
                        <a:avLst/>
                      </a:prstGeom>
                      <a:noFill/>
                      <a:ln>
                        <a:noFill/>
                      </a:ln>
                    </p:spPr>
                  </p:pic>
                </p:oleObj>
              </mc:Fallback>
            </mc:AlternateContent>
          </a:graphicData>
        </a:graphic>
      </p:graphicFrame>
      <p:graphicFrame>
        <p:nvGraphicFramePr>
          <p:cNvPr id="107" name="Object 106">
            <a:extLst>
              <a:ext uri="{FF2B5EF4-FFF2-40B4-BE49-F238E27FC236}">
                <a16:creationId xmlns:a16="http://schemas.microsoft.com/office/drawing/2014/main" id="{EF1FD363-46BA-C058-3D84-19A1C10DC3F2}"/>
              </a:ext>
            </a:extLst>
          </p:cNvPr>
          <p:cNvGraphicFramePr>
            <a:graphicFrameLocks noChangeAspect="1"/>
          </p:cNvGraphicFramePr>
          <p:nvPr>
            <p:extLst>
              <p:ext uri="{D42A27DB-BD31-4B8C-83A1-F6EECF244321}">
                <p14:modId xmlns:p14="http://schemas.microsoft.com/office/powerpoint/2010/main" val="2856950599"/>
              </p:ext>
            </p:extLst>
          </p:nvPr>
        </p:nvGraphicFramePr>
        <p:xfrm>
          <a:off x="9036434" y="4047354"/>
          <a:ext cx="1760538" cy="360363"/>
        </p:xfrm>
        <a:graphic>
          <a:graphicData uri="http://schemas.openxmlformats.org/presentationml/2006/ole">
            <mc:AlternateContent xmlns:mc="http://schemas.openxmlformats.org/markup-compatibility/2006">
              <mc:Choice xmlns:v="urn:schemas-microsoft-com:vml" Requires="v">
                <p:oleObj name="Equation" r:id="rId17" imgW="990360" imgH="203040" progId="Equation.DSMT4">
                  <p:embed/>
                </p:oleObj>
              </mc:Choice>
              <mc:Fallback>
                <p:oleObj name="Equation" r:id="rId17" imgW="990360" imgH="203040" progId="Equation.DSMT4">
                  <p:embed/>
                  <p:pic>
                    <p:nvPicPr>
                      <p:cNvPr id="107" name="Object 106">
                        <a:extLst>
                          <a:ext uri="{FF2B5EF4-FFF2-40B4-BE49-F238E27FC236}">
                            <a16:creationId xmlns:a16="http://schemas.microsoft.com/office/drawing/2014/main" id="{EF1FD363-46BA-C058-3D84-19A1C10DC3F2}"/>
                          </a:ext>
                        </a:extLst>
                      </p:cNvPr>
                      <p:cNvPicPr>
                        <a:picLocks noChangeAspect="1" noChangeArrowheads="1"/>
                      </p:cNvPicPr>
                      <p:nvPr/>
                    </p:nvPicPr>
                    <p:blipFill>
                      <a:blip r:embed="rId18"/>
                      <a:srcRect/>
                      <a:stretch>
                        <a:fillRect/>
                      </a:stretch>
                    </p:blipFill>
                    <p:spPr bwMode="auto">
                      <a:xfrm>
                        <a:off x="9036434" y="4047354"/>
                        <a:ext cx="1760538" cy="3603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08" name="Object 107">
            <a:extLst>
              <a:ext uri="{FF2B5EF4-FFF2-40B4-BE49-F238E27FC236}">
                <a16:creationId xmlns:a16="http://schemas.microsoft.com/office/drawing/2014/main" id="{DA649961-B20D-36F8-D2F4-C41BD81B64C7}"/>
              </a:ext>
            </a:extLst>
          </p:cNvPr>
          <p:cNvGraphicFramePr>
            <a:graphicFrameLocks noChangeAspect="1"/>
          </p:cNvGraphicFramePr>
          <p:nvPr>
            <p:extLst>
              <p:ext uri="{D42A27DB-BD31-4B8C-83A1-F6EECF244321}">
                <p14:modId xmlns:p14="http://schemas.microsoft.com/office/powerpoint/2010/main" val="1148540324"/>
              </p:ext>
            </p:extLst>
          </p:nvPr>
        </p:nvGraphicFramePr>
        <p:xfrm>
          <a:off x="6414708" y="3906374"/>
          <a:ext cx="2041525" cy="620713"/>
        </p:xfrm>
        <a:graphic>
          <a:graphicData uri="http://schemas.openxmlformats.org/presentationml/2006/ole">
            <mc:AlternateContent xmlns:mc="http://schemas.openxmlformats.org/markup-compatibility/2006">
              <mc:Choice xmlns:v="urn:schemas-microsoft-com:vml" Requires="v">
                <p:oleObj name="Equation" r:id="rId19" imgW="1295280" imgH="393480" progId="Equation.DSMT4">
                  <p:embed/>
                </p:oleObj>
              </mc:Choice>
              <mc:Fallback>
                <p:oleObj name="Equation" r:id="rId19" imgW="1295280" imgH="393480" progId="Equation.DSMT4">
                  <p:embed/>
                  <p:pic>
                    <p:nvPicPr>
                      <p:cNvPr id="108" name="Object 107">
                        <a:extLst>
                          <a:ext uri="{FF2B5EF4-FFF2-40B4-BE49-F238E27FC236}">
                            <a16:creationId xmlns:a16="http://schemas.microsoft.com/office/drawing/2014/main" id="{DA649961-B20D-36F8-D2F4-C41BD81B64C7}"/>
                          </a:ext>
                        </a:extLst>
                      </p:cNvPr>
                      <p:cNvPicPr/>
                      <p:nvPr/>
                    </p:nvPicPr>
                    <p:blipFill>
                      <a:blip r:embed="rId20"/>
                      <a:stretch>
                        <a:fillRect/>
                      </a:stretch>
                    </p:blipFill>
                    <p:spPr>
                      <a:xfrm>
                        <a:off x="6414708" y="3906374"/>
                        <a:ext cx="2041525" cy="620713"/>
                      </a:xfrm>
                      <a:prstGeom prst="rect">
                        <a:avLst/>
                      </a:prstGeom>
                      <a:ln w="28575">
                        <a:solidFill>
                          <a:srgbClr val="FF3399"/>
                        </a:solidFill>
                      </a:ln>
                    </p:spPr>
                  </p:pic>
                </p:oleObj>
              </mc:Fallback>
            </mc:AlternateContent>
          </a:graphicData>
        </a:graphic>
      </p:graphicFrame>
      <p:sp>
        <p:nvSpPr>
          <p:cNvPr id="109" name="TextBox 108">
            <a:extLst>
              <a:ext uri="{FF2B5EF4-FFF2-40B4-BE49-F238E27FC236}">
                <a16:creationId xmlns:a16="http://schemas.microsoft.com/office/drawing/2014/main" id="{664204B8-5FF6-528C-D85F-F0177E2DB451}"/>
              </a:ext>
            </a:extLst>
          </p:cNvPr>
          <p:cNvSpPr txBox="1"/>
          <p:nvPr/>
        </p:nvSpPr>
        <p:spPr>
          <a:xfrm>
            <a:off x="5867638" y="4088863"/>
            <a:ext cx="718114" cy="338554"/>
          </a:xfrm>
          <a:prstGeom prst="rect">
            <a:avLst/>
          </a:prstGeom>
          <a:noFill/>
        </p:spPr>
        <p:txBody>
          <a:bodyPr wrap="square">
            <a:spAutoFit/>
          </a:bodyPr>
          <a:lstStyle/>
          <a:p>
            <a:r>
              <a:rPr lang="en-US" sz="1600"/>
              <a:t>vậy:</a:t>
            </a:r>
          </a:p>
        </p:txBody>
      </p:sp>
      <p:sp>
        <p:nvSpPr>
          <p:cNvPr id="110" name="TextBox 109">
            <a:extLst>
              <a:ext uri="{FF2B5EF4-FFF2-40B4-BE49-F238E27FC236}">
                <a16:creationId xmlns:a16="http://schemas.microsoft.com/office/drawing/2014/main" id="{948714CE-3270-5D74-C3A3-AE26BF926ADD}"/>
              </a:ext>
            </a:extLst>
          </p:cNvPr>
          <p:cNvSpPr txBox="1"/>
          <p:nvPr/>
        </p:nvSpPr>
        <p:spPr>
          <a:xfrm>
            <a:off x="8495920" y="4055323"/>
            <a:ext cx="718114" cy="338554"/>
          </a:xfrm>
          <a:prstGeom prst="rect">
            <a:avLst/>
          </a:prstGeom>
          <a:noFill/>
        </p:spPr>
        <p:txBody>
          <a:bodyPr wrap="square">
            <a:spAutoFit/>
          </a:bodyPr>
          <a:lstStyle/>
          <a:p>
            <a:r>
              <a:rPr lang="en-US" sz="1600"/>
              <a:t>với:</a:t>
            </a:r>
          </a:p>
        </p:txBody>
      </p:sp>
      <p:sp>
        <p:nvSpPr>
          <p:cNvPr id="111" name="TextBox 110">
            <a:extLst>
              <a:ext uri="{FF2B5EF4-FFF2-40B4-BE49-F238E27FC236}">
                <a16:creationId xmlns:a16="http://schemas.microsoft.com/office/drawing/2014/main" id="{0351C60F-C663-9173-1DBE-F627C19C07FB}"/>
              </a:ext>
            </a:extLst>
          </p:cNvPr>
          <p:cNvSpPr txBox="1"/>
          <p:nvPr/>
        </p:nvSpPr>
        <p:spPr>
          <a:xfrm>
            <a:off x="198118" y="4494257"/>
            <a:ext cx="11835383" cy="338554"/>
          </a:xfrm>
          <a:prstGeom prst="rect">
            <a:avLst/>
          </a:prstGeom>
          <a:noFill/>
        </p:spPr>
        <p:txBody>
          <a:bodyPr wrap="square">
            <a:spAutoFit/>
          </a:bodyPr>
          <a:lstStyle/>
          <a:p>
            <a:r>
              <a:rPr lang="en-US" sz="1600" b="1" i="1">
                <a:solidFill>
                  <a:srgbClr val="C00000"/>
                </a:solidFill>
              </a:rPr>
              <a:t>Để điểm M là vân tối thì hiệu đường đi từ hai nguồn đến điểm M phải bằng một số lẻ lần của nửa bước sóng. </a:t>
            </a:r>
          </a:p>
        </p:txBody>
      </p:sp>
      <p:sp>
        <p:nvSpPr>
          <p:cNvPr id="112" name="TextBox 111">
            <a:extLst>
              <a:ext uri="{FF2B5EF4-FFF2-40B4-BE49-F238E27FC236}">
                <a16:creationId xmlns:a16="http://schemas.microsoft.com/office/drawing/2014/main" id="{70CFBF75-30F5-3537-D11E-4FEBA80FD6E8}"/>
              </a:ext>
            </a:extLst>
          </p:cNvPr>
          <p:cNvSpPr txBox="1"/>
          <p:nvPr/>
        </p:nvSpPr>
        <p:spPr>
          <a:xfrm>
            <a:off x="214575" y="4960861"/>
            <a:ext cx="1967794" cy="338554"/>
          </a:xfrm>
          <a:prstGeom prst="rect">
            <a:avLst/>
          </a:prstGeom>
          <a:noFill/>
        </p:spPr>
        <p:txBody>
          <a:bodyPr wrap="square">
            <a:spAutoFit/>
          </a:bodyPr>
          <a:lstStyle/>
          <a:p>
            <a:r>
              <a:rPr lang="en-US" sz="1600"/>
              <a:t>Kẻ S</a:t>
            </a:r>
            <a:r>
              <a:rPr lang="en-US" sz="1600" baseline="-25000"/>
              <a:t>1</a:t>
            </a:r>
            <a:r>
              <a:rPr lang="en-US" sz="1600"/>
              <a:t>H </a:t>
            </a:r>
            <a:r>
              <a:rPr lang="en-US" sz="1600">
                <a:sym typeface="Symbol" panose="05050102010706020507" pitchFamily="18" charset="2"/>
              </a:rPr>
              <a:t> S</a:t>
            </a:r>
            <a:r>
              <a:rPr lang="en-US" sz="1600" baseline="-25000">
                <a:sym typeface="Symbol" panose="05050102010706020507" pitchFamily="18" charset="2"/>
              </a:rPr>
              <a:t>2</a:t>
            </a:r>
            <a:r>
              <a:rPr lang="en-US" sz="1600">
                <a:sym typeface="Symbol" panose="05050102010706020507" pitchFamily="18" charset="2"/>
              </a:rPr>
              <a:t>M ta có: </a:t>
            </a:r>
            <a:endParaRPr lang="en-US" sz="1600"/>
          </a:p>
        </p:txBody>
      </p:sp>
      <p:cxnSp>
        <p:nvCxnSpPr>
          <p:cNvPr id="134" name="Straight Connector 133">
            <a:extLst>
              <a:ext uri="{FF2B5EF4-FFF2-40B4-BE49-F238E27FC236}">
                <a16:creationId xmlns:a16="http://schemas.microsoft.com/office/drawing/2014/main" id="{212F632F-DD91-66DB-EBEF-41746A1CBFEA}"/>
              </a:ext>
            </a:extLst>
          </p:cNvPr>
          <p:cNvCxnSpPr/>
          <p:nvPr/>
        </p:nvCxnSpPr>
        <p:spPr>
          <a:xfrm>
            <a:off x="8504056" y="1456676"/>
            <a:ext cx="350921" cy="699149"/>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sp>
        <p:nvSpPr>
          <p:cNvPr id="135" name="TextBox 40">
            <a:extLst>
              <a:ext uri="{FF2B5EF4-FFF2-40B4-BE49-F238E27FC236}">
                <a16:creationId xmlns:a16="http://schemas.microsoft.com/office/drawing/2014/main" id="{FC32A1CF-C09B-DECF-E274-9873888008B5}"/>
              </a:ext>
            </a:extLst>
          </p:cNvPr>
          <p:cNvSpPr txBox="1">
            <a:spLocks noChangeArrowheads="1"/>
          </p:cNvSpPr>
          <p:nvPr/>
        </p:nvSpPr>
        <p:spPr bwMode="auto">
          <a:xfrm>
            <a:off x="8818776" y="2073772"/>
            <a:ext cx="685925" cy="4615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Calibri" panose="020F0502020204030204" pitchFamily="34" charset="0"/>
                <a:cs typeface="Arial" panose="020B0604020202020204" pitchFamily="34" charset="0"/>
              </a:defRPr>
            </a:lvl1pPr>
            <a:lvl2pPr marL="742950" indent="-285750" eaLnBrk="0" hangingPunct="0">
              <a:defRPr>
                <a:solidFill>
                  <a:schemeClr val="tx1"/>
                </a:solidFill>
                <a:latin typeface="Calibri" panose="020F0502020204030204" pitchFamily="34" charset="0"/>
                <a:cs typeface="Arial" panose="020B0604020202020204" pitchFamily="34" charset="0"/>
              </a:defRPr>
            </a:lvl2pPr>
            <a:lvl3pPr marL="1143000" indent="-228600" eaLnBrk="0" hangingPunct="0">
              <a:defRPr>
                <a:solidFill>
                  <a:schemeClr val="tx1"/>
                </a:solidFill>
                <a:latin typeface="Calibri" panose="020F0502020204030204" pitchFamily="34" charset="0"/>
                <a:cs typeface="Arial" panose="020B0604020202020204" pitchFamily="34" charset="0"/>
              </a:defRPr>
            </a:lvl3pPr>
            <a:lvl4pPr marL="1600200" indent="-228600" eaLnBrk="0" hangingPunct="0">
              <a:defRPr>
                <a:solidFill>
                  <a:schemeClr val="tx1"/>
                </a:solidFill>
                <a:latin typeface="Calibri" panose="020F0502020204030204" pitchFamily="34" charset="0"/>
                <a:cs typeface="Arial" panose="020B0604020202020204" pitchFamily="34" charset="0"/>
              </a:defRPr>
            </a:lvl4pPr>
            <a:lvl5pPr marL="2057400" indent="-228600" eaLnBrk="0" hangingPunct="0">
              <a:defRPr>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9pPr>
          </a:lstStyle>
          <a:p>
            <a:pPr marL="0" marR="0" lvl="0" indent="0" defTabSz="914400" eaLnBrk="1" fontAlgn="base" latinLnBrk="0" hangingPunct="1">
              <a:lnSpc>
                <a:spcPct val="100000"/>
              </a:lnSpc>
              <a:spcBef>
                <a:spcPct val="0"/>
              </a:spcBef>
              <a:spcAft>
                <a:spcPct val="0"/>
              </a:spcAft>
              <a:buClrTx/>
              <a:buSzTx/>
              <a:buFontTx/>
              <a:buNone/>
              <a:tabLst/>
              <a:defRPr/>
            </a:pPr>
            <a:r>
              <a:rPr kumimoji="0" lang="en-US" altLang="en-US" sz="2400" b="0" i="0" u="none" strike="noStrike" kern="0" cap="none" spc="0" normalizeH="0" baseline="0" noProof="0">
                <a:ln>
                  <a:noFill/>
                </a:ln>
                <a:solidFill>
                  <a:srgbClr val="000000"/>
                </a:solidFill>
                <a:effectLst/>
                <a:uLnTx/>
                <a:uFillTx/>
                <a:latin typeface="Calibri" panose="020F0502020204030204" pitchFamily="34" charset="0"/>
                <a:cs typeface="Arial" panose="020B0604020202020204" pitchFamily="34" charset="0"/>
              </a:rPr>
              <a:t>H</a:t>
            </a:r>
          </a:p>
        </p:txBody>
      </p:sp>
      <p:sp>
        <p:nvSpPr>
          <p:cNvPr id="136" name="TextBox 40">
            <a:extLst>
              <a:ext uri="{FF2B5EF4-FFF2-40B4-BE49-F238E27FC236}">
                <a16:creationId xmlns:a16="http://schemas.microsoft.com/office/drawing/2014/main" id="{CB749FF1-4E89-5EA0-AA0F-86B133CD8263}"/>
              </a:ext>
            </a:extLst>
          </p:cNvPr>
          <p:cNvSpPr txBox="1">
            <a:spLocks noChangeArrowheads="1"/>
          </p:cNvSpPr>
          <p:nvPr/>
        </p:nvSpPr>
        <p:spPr bwMode="auto">
          <a:xfrm>
            <a:off x="8276513" y="1653042"/>
            <a:ext cx="685925" cy="4615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Calibri" panose="020F0502020204030204" pitchFamily="34" charset="0"/>
                <a:cs typeface="Arial" panose="020B0604020202020204" pitchFamily="34" charset="0"/>
              </a:defRPr>
            </a:lvl1pPr>
            <a:lvl2pPr marL="742950" indent="-285750" eaLnBrk="0" hangingPunct="0">
              <a:defRPr>
                <a:solidFill>
                  <a:schemeClr val="tx1"/>
                </a:solidFill>
                <a:latin typeface="Calibri" panose="020F0502020204030204" pitchFamily="34" charset="0"/>
                <a:cs typeface="Arial" panose="020B0604020202020204" pitchFamily="34" charset="0"/>
              </a:defRPr>
            </a:lvl2pPr>
            <a:lvl3pPr marL="1143000" indent="-228600" eaLnBrk="0" hangingPunct="0">
              <a:defRPr>
                <a:solidFill>
                  <a:schemeClr val="tx1"/>
                </a:solidFill>
                <a:latin typeface="Calibri" panose="020F0502020204030204" pitchFamily="34" charset="0"/>
                <a:cs typeface="Arial" panose="020B0604020202020204" pitchFamily="34" charset="0"/>
              </a:defRPr>
            </a:lvl3pPr>
            <a:lvl4pPr marL="1600200" indent="-228600" eaLnBrk="0" hangingPunct="0">
              <a:defRPr>
                <a:solidFill>
                  <a:schemeClr val="tx1"/>
                </a:solidFill>
                <a:latin typeface="Calibri" panose="020F0502020204030204" pitchFamily="34" charset="0"/>
                <a:cs typeface="Arial" panose="020B0604020202020204" pitchFamily="34" charset="0"/>
              </a:defRPr>
            </a:lvl4pPr>
            <a:lvl5pPr marL="2057400" indent="-228600" eaLnBrk="0" hangingPunct="0">
              <a:defRPr>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9pPr>
          </a:lstStyle>
          <a:p>
            <a:pPr marL="0" marR="0" lvl="0" indent="0" defTabSz="914400" eaLnBrk="1" fontAlgn="base" latinLnBrk="0" hangingPunct="1">
              <a:lnSpc>
                <a:spcPct val="100000"/>
              </a:lnSpc>
              <a:spcBef>
                <a:spcPct val="0"/>
              </a:spcBef>
              <a:spcAft>
                <a:spcPct val="0"/>
              </a:spcAft>
              <a:buClrTx/>
              <a:buSzTx/>
              <a:buFontTx/>
              <a:buNone/>
              <a:tabLst/>
              <a:defRPr/>
            </a:pPr>
            <a:r>
              <a:rPr kumimoji="0" lang="en-US" altLang="en-US" sz="2400" b="0" i="0" u="none" strike="noStrike" kern="0" cap="none" spc="0" normalizeH="0" baseline="0" noProof="0">
                <a:ln>
                  <a:noFill/>
                </a:ln>
                <a:solidFill>
                  <a:srgbClr val="000000"/>
                </a:solidFill>
                <a:effectLst/>
                <a:uLnTx/>
                <a:uFillTx/>
                <a:latin typeface="Calibri" panose="020F0502020204030204" pitchFamily="34" charset="0"/>
                <a:cs typeface="Arial" panose="020B0604020202020204" pitchFamily="34" charset="0"/>
              </a:rPr>
              <a:t>I</a:t>
            </a:r>
          </a:p>
        </p:txBody>
      </p:sp>
      <p:cxnSp>
        <p:nvCxnSpPr>
          <p:cNvPr id="137" name="Straight Connector 136">
            <a:extLst>
              <a:ext uri="{FF2B5EF4-FFF2-40B4-BE49-F238E27FC236}">
                <a16:creationId xmlns:a16="http://schemas.microsoft.com/office/drawing/2014/main" id="{D373772F-903F-CE7E-E9BA-FAD9C9FE66D8}"/>
              </a:ext>
            </a:extLst>
          </p:cNvPr>
          <p:cNvCxnSpPr>
            <a:cxnSpLocks/>
          </p:cNvCxnSpPr>
          <p:nvPr/>
        </p:nvCxnSpPr>
        <p:spPr>
          <a:xfrm flipH="1">
            <a:off x="8483728" y="798114"/>
            <a:ext cx="2714500" cy="1122285"/>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grpSp>
        <p:nvGrpSpPr>
          <p:cNvPr id="138" name="Group 137">
            <a:extLst>
              <a:ext uri="{FF2B5EF4-FFF2-40B4-BE49-F238E27FC236}">
                <a16:creationId xmlns:a16="http://schemas.microsoft.com/office/drawing/2014/main" id="{78E05022-B546-2432-C38C-6AA7B57A88B3}"/>
              </a:ext>
            </a:extLst>
          </p:cNvPr>
          <p:cNvGrpSpPr/>
          <p:nvPr/>
        </p:nvGrpSpPr>
        <p:grpSpPr>
          <a:xfrm>
            <a:off x="1981556" y="4909365"/>
            <a:ext cx="4151019" cy="388072"/>
            <a:chOff x="3480499" y="5680848"/>
            <a:chExt cx="4151019" cy="388072"/>
          </a:xfrm>
        </p:grpSpPr>
        <p:sp>
          <p:nvSpPr>
            <p:cNvPr id="139" name="TextBox 138">
              <a:extLst>
                <a:ext uri="{FF2B5EF4-FFF2-40B4-BE49-F238E27FC236}">
                  <a16:creationId xmlns:a16="http://schemas.microsoft.com/office/drawing/2014/main" id="{E0846DB0-602C-B563-18AF-B7C245401C79}"/>
                </a:ext>
              </a:extLst>
            </p:cNvPr>
            <p:cNvSpPr txBox="1"/>
            <p:nvPr/>
          </p:nvSpPr>
          <p:spPr>
            <a:xfrm>
              <a:off x="3480499" y="5730366"/>
              <a:ext cx="4151019" cy="338554"/>
            </a:xfrm>
            <a:prstGeom prst="rect">
              <a:avLst/>
            </a:prstGeom>
            <a:noFill/>
          </p:spPr>
          <p:txBody>
            <a:bodyPr wrap="square">
              <a:spAutoFit/>
            </a:bodyPr>
            <a:lstStyle/>
            <a:p>
              <a:r>
                <a:rPr lang="en-US" sz="1600"/>
                <a:t>S</a:t>
              </a:r>
              <a:r>
                <a:rPr lang="en-US" sz="1600" baseline="-25000"/>
                <a:t>2</a:t>
              </a:r>
              <a:r>
                <a:rPr lang="en-US" sz="1600"/>
                <a:t>S</a:t>
              </a:r>
              <a:r>
                <a:rPr lang="en-US" sz="1600" baseline="-25000"/>
                <a:t>1</a:t>
              </a:r>
              <a:r>
                <a:rPr lang="en-US" sz="1600"/>
                <a:t>H  </a:t>
              </a:r>
              <a:r>
                <a:rPr lang="en-US" sz="1600">
                  <a:sym typeface="Symbol" panose="05050102010706020507" pitchFamily="18" charset="2"/>
                </a:rPr>
                <a:t>  MIO =  </a:t>
              </a:r>
              <a:r>
                <a:rPr lang="en-US" sz="1600">
                  <a:solidFill>
                    <a:srgbClr val="FF0000"/>
                  </a:solidFill>
                  <a:sym typeface="Symbol" panose="05050102010706020507" pitchFamily="18" charset="2"/>
                </a:rPr>
                <a:t>(rất nhỏ)</a:t>
              </a:r>
              <a:r>
                <a:rPr lang="en-US" sz="1600">
                  <a:sym typeface="Symbol" panose="05050102010706020507" pitchFamily="18" charset="2"/>
                </a:rPr>
                <a:t>   </a:t>
              </a:r>
              <a:endParaRPr lang="en-US" sz="1600"/>
            </a:p>
          </p:txBody>
        </p:sp>
        <p:grpSp>
          <p:nvGrpSpPr>
            <p:cNvPr id="140" name="Group 139">
              <a:extLst>
                <a:ext uri="{FF2B5EF4-FFF2-40B4-BE49-F238E27FC236}">
                  <a16:creationId xmlns:a16="http://schemas.microsoft.com/office/drawing/2014/main" id="{BFDA7DB3-575B-C3EF-526D-97F0E577C528}"/>
                </a:ext>
              </a:extLst>
            </p:cNvPr>
            <p:cNvGrpSpPr/>
            <p:nvPr/>
          </p:nvGrpSpPr>
          <p:grpSpPr>
            <a:xfrm>
              <a:off x="3555266" y="5680848"/>
              <a:ext cx="408750" cy="99035"/>
              <a:chOff x="3523488" y="5607868"/>
              <a:chExt cx="665130" cy="122498"/>
            </a:xfrm>
          </p:grpSpPr>
          <p:cxnSp>
            <p:nvCxnSpPr>
              <p:cNvPr id="144" name="Straight Connector 143">
                <a:extLst>
                  <a:ext uri="{FF2B5EF4-FFF2-40B4-BE49-F238E27FC236}">
                    <a16:creationId xmlns:a16="http://schemas.microsoft.com/office/drawing/2014/main" id="{E2A6873D-0599-F926-0958-B89C92A3D6DA}"/>
                  </a:ext>
                </a:extLst>
              </p:cNvPr>
              <p:cNvCxnSpPr/>
              <p:nvPr/>
            </p:nvCxnSpPr>
            <p:spPr>
              <a:xfrm flipV="1">
                <a:off x="3523488" y="5607868"/>
                <a:ext cx="380968" cy="99035"/>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45" name="Straight Connector 144">
                <a:extLst>
                  <a:ext uri="{FF2B5EF4-FFF2-40B4-BE49-F238E27FC236}">
                    <a16:creationId xmlns:a16="http://schemas.microsoft.com/office/drawing/2014/main" id="{2A976210-CE87-C4F4-A6BE-15DF46E8D1E7}"/>
                  </a:ext>
                </a:extLst>
              </p:cNvPr>
              <p:cNvCxnSpPr/>
              <p:nvPr/>
            </p:nvCxnSpPr>
            <p:spPr>
              <a:xfrm>
                <a:off x="3904456" y="5607868"/>
                <a:ext cx="284162" cy="12249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141" name="Group 140">
              <a:extLst>
                <a:ext uri="{FF2B5EF4-FFF2-40B4-BE49-F238E27FC236}">
                  <a16:creationId xmlns:a16="http://schemas.microsoft.com/office/drawing/2014/main" id="{FC035458-4A53-69F9-4947-C34509FA8342}"/>
                </a:ext>
              </a:extLst>
            </p:cNvPr>
            <p:cNvGrpSpPr/>
            <p:nvPr/>
          </p:nvGrpSpPr>
          <p:grpSpPr>
            <a:xfrm>
              <a:off x="4297405" y="5680848"/>
              <a:ext cx="408750" cy="99035"/>
              <a:chOff x="3523488" y="5607868"/>
              <a:chExt cx="665130" cy="122498"/>
            </a:xfrm>
          </p:grpSpPr>
          <p:cxnSp>
            <p:nvCxnSpPr>
              <p:cNvPr id="142" name="Straight Connector 141">
                <a:extLst>
                  <a:ext uri="{FF2B5EF4-FFF2-40B4-BE49-F238E27FC236}">
                    <a16:creationId xmlns:a16="http://schemas.microsoft.com/office/drawing/2014/main" id="{A3E496C6-4FB5-A555-C461-462B6C581D05}"/>
                  </a:ext>
                </a:extLst>
              </p:cNvPr>
              <p:cNvCxnSpPr/>
              <p:nvPr/>
            </p:nvCxnSpPr>
            <p:spPr>
              <a:xfrm flipV="1">
                <a:off x="3523488" y="5607868"/>
                <a:ext cx="380968" cy="99035"/>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43" name="Straight Connector 142">
                <a:extLst>
                  <a:ext uri="{FF2B5EF4-FFF2-40B4-BE49-F238E27FC236}">
                    <a16:creationId xmlns:a16="http://schemas.microsoft.com/office/drawing/2014/main" id="{2F22EFB9-9D1B-79ED-0FD5-B99BA9C90624}"/>
                  </a:ext>
                </a:extLst>
              </p:cNvPr>
              <p:cNvCxnSpPr/>
              <p:nvPr/>
            </p:nvCxnSpPr>
            <p:spPr>
              <a:xfrm>
                <a:off x="3904456" y="5607868"/>
                <a:ext cx="284162" cy="12249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grpSp>
      <p:graphicFrame>
        <p:nvGraphicFramePr>
          <p:cNvPr id="146" name="Object 145">
            <a:extLst>
              <a:ext uri="{FF2B5EF4-FFF2-40B4-BE49-F238E27FC236}">
                <a16:creationId xmlns:a16="http://schemas.microsoft.com/office/drawing/2014/main" id="{CED74EFA-E9F7-834F-D788-E5D9FB7AA1AE}"/>
              </a:ext>
            </a:extLst>
          </p:cNvPr>
          <p:cNvGraphicFramePr>
            <a:graphicFrameLocks noChangeAspect="1"/>
          </p:cNvGraphicFramePr>
          <p:nvPr>
            <p:extLst>
              <p:ext uri="{D42A27DB-BD31-4B8C-83A1-F6EECF244321}">
                <p14:modId xmlns:p14="http://schemas.microsoft.com/office/powerpoint/2010/main" val="2213818558"/>
              </p:ext>
            </p:extLst>
          </p:nvPr>
        </p:nvGraphicFramePr>
        <p:xfrm>
          <a:off x="4499857" y="4943346"/>
          <a:ext cx="1547375" cy="338554"/>
        </p:xfrm>
        <a:graphic>
          <a:graphicData uri="http://schemas.openxmlformats.org/presentationml/2006/ole">
            <mc:AlternateContent xmlns:mc="http://schemas.openxmlformats.org/markup-compatibility/2006">
              <mc:Choice xmlns:v="urn:schemas-microsoft-com:vml" Requires="v">
                <p:oleObj name="Equation" r:id="rId21" imgW="1182772" imgH="259211" progId="Equation.DSMT4">
                  <p:embed/>
                </p:oleObj>
              </mc:Choice>
              <mc:Fallback>
                <p:oleObj name="Equation" r:id="rId21" imgW="1182772" imgH="259211" progId="Equation.DSMT4">
                  <p:embed/>
                  <p:pic>
                    <p:nvPicPr>
                      <p:cNvPr id="146" name="Object 145">
                        <a:extLst>
                          <a:ext uri="{FF2B5EF4-FFF2-40B4-BE49-F238E27FC236}">
                            <a16:creationId xmlns:a16="http://schemas.microsoft.com/office/drawing/2014/main" id="{CED74EFA-E9F7-834F-D788-E5D9FB7AA1AE}"/>
                          </a:ext>
                        </a:extLst>
                      </p:cNvPr>
                      <p:cNvPicPr/>
                      <p:nvPr/>
                    </p:nvPicPr>
                    <p:blipFill>
                      <a:blip r:embed="rId22"/>
                      <a:stretch>
                        <a:fillRect/>
                      </a:stretch>
                    </p:blipFill>
                    <p:spPr>
                      <a:xfrm>
                        <a:off x="4499857" y="4943346"/>
                        <a:ext cx="1547375" cy="338554"/>
                      </a:xfrm>
                      <a:prstGeom prst="rect">
                        <a:avLst/>
                      </a:prstGeom>
                    </p:spPr>
                  </p:pic>
                </p:oleObj>
              </mc:Fallback>
            </mc:AlternateContent>
          </a:graphicData>
        </a:graphic>
      </p:graphicFrame>
      <p:graphicFrame>
        <p:nvGraphicFramePr>
          <p:cNvPr id="147" name="Object 146">
            <a:extLst>
              <a:ext uri="{FF2B5EF4-FFF2-40B4-BE49-F238E27FC236}">
                <a16:creationId xmlns:a16="http://schemas.microsoft.com/office/drawing/2014/main" id="{9A9C7E4C-A6D0-C5E1-6F7B-11E103C8F838}"/>
              </a:ext>
            </a:extLst>
          </p:cNvPr>
          <p:cNvGraphicFramePr>
            <a:graphicFrameLocks noChangeAspect="1"/>
          </p:cNvGraphicFramePr>
          <p:nvPr>
            <p:extLst>
              <p:ext uri="{D42A27DB-BD31-4B8C-83A1-F6EECF244321}">
                <p14:modId xmlns:p14="http://schemas.microsoft.com/office/powerpoint/2010/main" val="580558621"/>
              </p:ext>
            </p:extLst>
          </p:nvPr>
        </p:nvGraphicFramePr>
        <p:xfrm>
          <a:off x="6132957" y="4792663"/>
          <a:ext cx="1530350" cy="693737"/>
        </p:xfrm>
        <a:graphic>
          <a:graphicData uri="http://schemas.openxmlformats.org/presentationml/2006/ole">
            <mc:AlternateContent xmlns:mc="http://schemas.openxmlformats.org/markup-compatibility/2006">
              <mc:Choice xmlns:v="urn:schemas-microsoft-com:vml" Requires="v">
                <p:oleObj name="Equation" r:id="rId23" imgW="952200" imgH="431640" progId="Equation.DSMT4">
                  <p:embed/>
                </p:oleObj>
              </mc:Choice>
              <mc:Fallback>
                <p:oleObj name="Equation" r:id="rId23" imgW="952200" imgH="431640" progId="Equation.DSMT4">
                  <p:embed/>
                  <p:pic>
                    <p:nvPicPr>
                      <p:cNvPr id="147" name="Object 146">
                        <a:extLst>
                          <a:ext uri="{FF2B5EF4-FFF2-40B4-BE49-F238E27FC236}">
                            <a16:creationId xmlns:a16="http://schemas.microsoft.com/office/drawing/2014/main" id="{9A9C7E4C-A6D0-C5E1-6F7B-11E103C8F838}"/>
                          </a:ext>
                        </a:extLst>
                      </p:cNvPr>
                      <p:cNvPicPr/>
                      <p:nvPr/>
                    </p:nvPicPr>
                    <p:blipFill>
                      <a:blip r:embed="rId24"/>
                      <a:stretch>
                        <a:fillRect/>
                      </a:stretch>
                    </p:blipFill>
                    <p:spPr>
                      <a:xfrm>
                        <a:off x="6132957" y="4792663"/>
                        <a:ext cx="1530350" cy="693737"/>
                      </a:xfrm>
                      <a:prstGeom prst="rect">
                        <a:avLst/>
                      </a:prstGeom>
                    </p:spPr>
                  </p:pic>
                </p:oleObj>
              </mc:Fallback>
            </mc:AlternateContent>
          </a:graphicData>
        </a:graphic>
      </p:graphicFrame>
      <p:graphicFrame>
        <p:nvGraphicFramePr>
          <p:cNvPr id="148" name="Object 147">
            <a:extLst>
              <a:ext uri="{FF2B5EF4-FFF2-40B4-BE49-F238E27FC236}">
                <a16:creationId xmlns:a16="http://schemas.microsoft.com/office/drawing/2014/main" id="{215910E0-187D-8568-7AEB-169617A64861}"/>
              </a:ext>
            </a:extLst>
          </p:cNvPr>
          <p:cNvGraphicFramePr>
            <a:graphicFrameLocks noChangeAspect="1"/>
          </p:cNvGraphicFramePr>
          <p:nvPr>
            <p:extLst>
              <p:ext uri="{D42A27DB-BD31-4B8C-83A1-F6EECF244321}">
                <p14:modId xmlns:p14="http://schemas.microsoft.com/office/powerpoint/2010/main" val="1341126297"/>
              </p:ext>
            </p:extLst>
          </p:nvPr>
        </p:nvGraphicFramePr>
        <p:xfrm>
          <a:off x="7680933" y="4819606"/>
          <a:ext cx="4118435" cy="666794"/>
        </p:xfrm>
        <a:graphic>
          <a:graphicData uri="http://schemas.openxmlformats.org/presentationml/2006/ole">
            <mc:AlternateContent xmlns:mc="http://schemas.openxmlformats.org/markup-compatibility/2006">
              <mc:Choice xmlns:v="urn:schemas-microsoft-com:vml" Requires="v">
                <p:oleObj name="Equation" r:id="rId25" imgW="2666880" imgH="431640" progId="Equation.DSMT4">
                  <p:embed/>
                </p:oleObj>
              </mc:Choice>
              <mc:Fallback>
                <p:oleObj name="Equation" r:id="rId25" imgW="2666880" imgH="431640" progId="Equation.DSMT4">
                  <p:embed/>
                  <p:pic>
                    <p:nvPicPr>
                      <p:cNvPr id="148" name="Object 147">
                        <a:extLst>
                          <a:ext uri="{FF2B5EF4-FFF2-40B4-BE49-F238E27FC236}">
                            <a16:creationId xmlns:a16="http://schemas.microsoft.com/office/drawing/2014/main" id="{215910E0-187D-8568-7AEB-169617A64861}"/>
                          </a:ext>
                        </a:extLst>
                      </p:cNvPr>
                      <p:cNvPicPr/>
                      <p:nvPr/>
                    </p:nvPicPr>
                    <p:blipFill>
                      <a:blip r:embed="rId26"/>
                      <a:stretch>
                        <a:fillRect/>
                      </a:stretch>
                    </p:blipFill>
                    <p:spPr>
                      <a:xfrm>
                        <a:off x="7680933" y="4819606"/>
                        <a:ext cx="4118435" cy="666794"/>
                      </a:xfrm>
                      <a:prstGeom prst="rect">
                        <a:avLst/>
                      </a:prstGeom>
                    </p:spPr>
                  </p:pic>
                </p:oleObj>
              </mc:Fallback>
            </mc:AlternateContent>
          </a:graphicData>
        </a:graphic>
      </p:graphicFrame>
      <p:sp>
        <p:nvSpPr>
          <p:cNvPr id="149" name="TextBox 148">
            <a:extLst>
              <a:ext uri="{FF2B5EF4-FFF2-40B4-BE49-F238E27FC236}">
                <a16:creationId xmlns:a16="http://schemas.microsoft.com/office/drawing/2014/main" id="{F1E9D96A-986C-4988-1AF3-F02C7BBBEDE5}"/>
              </a:ext>
            </a:extLst>
          </p:cNvPr>
          <p:cNvSpPr txBox="1"/>
          <p:nvPr/>
        </p:nvSpPr>
        <p:spPr>
          <a:xfrm>
            <a:off x="211703" y="5457641"/>
            <a:ext cx="4016049" cy="338554"/>
          </a:xfrm>
          <a:prstGeom prst="rect">
            <a:avLst/>
          </a:prstGeom>
          <a:noFill/>
        </p:spPr>
        <p:txBody>
          <a:bodyPr wrap="square">
            <a:spAutoFit/>
          </a:bodyPr>
          <a:lstStyle/>
          <a:p>
            <a:r>
              <a:rPr lang="en-US" sz="1600"/>
              <a:t>Vị trí của vân sáng bậc k là: </a:t>
            </a:r>
          </a:p>
        </p:txBody>
      </p:sp>
      <p:graphicFrame>
        <p:nvGraphicFramePr>
          <p:cNvPr id="150" name="Object 149">
            <a:extLst>
              <a:ext uri="{FF2B5EF4-FFF2-40B4-BE49-F238E27FC236}">
                <a16:creationId xmlns:a16="http://schemas.microsoft.com/office/drawing/2014/main" id="{1E032470-C6C6-08D2-8AC5-72A9FE8A4F29}"/>
              </a:ext>
            </a:extLst>
          </p:cNvPr>
          <p:cNvGraphicFramePr>
            <a:graphicFrameLocks noChangeAspect="1"/>
          </p:cNvGraphicFramePr>
          <p:nvPr>
            <p:extLst>
              <p:ext uri="{D42A27DB-BD31-4B8C-83A1-F6EECF244321}">
                <p14:modId xmlns:p14="http://schemas.microsoft.com/office/powerpoint/2010/main" val="406692523"/>
              </p:ext>
            </p:extLst>
          </p:nvPr>
        </p:nvGraphicFramePr>
        <p:xfrm>
          <a:off x="4245378" y="5486596"/>
          <a:ext cx="2459038" cy="360363"/>
        </p:xfrm>
        <a:graphic>
          <a:graphicData uri="http://schemas.openxmlformats.org/presentationml/2006/ole">
            <mc:AlternateContent xmlns:mc="http://schemas.openxmlformats.org/markup-compatibility/2006">
              <mc:Choice xmlns:v="urn:schemas-microsoft-com:vml" Requires="v">
                <p:oleObj name="Equation" r:id="rId11" imgW="1384300" imgH="203200" progId="Equation.DSMT4">
                  <p:embed/>
                </p:oleObj>
              </mc:Choice>
              <mc:Fallback>
                <p:oleObj name="Equation" r:id="rId11" imgW="1384300" imgH="203200" progId="Equation.DSMT4">
                  <p:embed/>
                  <p:pic>
                    <p:nvPicPr>
                      <p:cNvPr id="150" name="Object 149">
                        <a:extLst>
                          <a:ext uri="{FF2B5EF4-FFF2-40B4-BE49-F238E27FC236}">
                            <a16:creationId xmlns:a16="http://schemas.microsoft.com/office/drawing/2014/main" id="{1E032470-C6C6-08D2-8AC5-72A9FE8A4F29}"/>
                          </a:ext>
                        </a:extLst>
                      </p:cNvPr>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4245378" y="5486596"/>
                        <a:ext cx="2459038" cy="3603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59" name="Object 158">
            <a:extLst>
              <a:ext uri="{FF2B5EF4-FFF2-40B4-BE49-F238E27FC236}">
                <a16:creationId xmlns:a16="http://schemas.microsoft.com/office/drawing/2014/main" id="{87B14B09-A55D-1606-303A-81943AF8AA39}"/>
              </a:ext>
            </a:extLst>
          </p:cNvPr>
          <p:cNvGraphicFramePr>
            <a:graphicFrameLocks noChangeAspect="1"/>
          </p:cNvGraphicFramePr>
          <p:nvPr>
            <p:extLst>
              <p:ext uri="{D42A27DB-BD31-4B8C-83A1-F6EECF244321}">
                <p14:modId xmlns:p14="http://schemas.microsoft.com/office/powerpoint/2010/main" val="2784291353"/>
              </p:ext>
            </p:extLst>
          </p:nvPr>
        </p:nvGraphicFramePr>
        <p:xfrm>
          <a:off x="2674442" y="5346955"/>
          <a:ext cx="1060450" cy="620713"/>
        </p:xfrm>
        <a:graphic>
          <a:graphicData uri="http://schemas.openxmlformats.org/presentationml/2006/ole">
            <mc:AlternateContent xmlns:mc="http://schemas.openxmlformats.org/markup-compatibility/2006">
              <mc:Choice xmlns:v="urn:schemas-microsoft-com:vml" Requires="v">
                <p:oleObj name="Equation" r:id="rId27" imgW="672840" imgH="393480" progId="Equation.DSMT4">
                  <p:embed/>
                </p:oleObj>
              </mc:Choice>
              <mc:Fallback>
                <p:oleObj name="Equation" r:id="rId27" imgW="672840" imgH="393480" progId="Equation.DSMT4">
                  <p:embed/>
                  <p:pic>
                    <p:nvPicPr>
                      <p:cNvPr id="159" name="Object 158">
                        <a:extLst>
                          <a:ext uri="{FF2B5EF4-FFF2-40B4-BE49-F238E27FC236}">
                            <a16:creationId xmlns:a16="http://schemas.microsoft.com/office/drawing/2014/main" id="{87B14B09-A55D-1606-303A-81943AF8AA39}"/>
                          </a:ext>
                        </a:extLst>
                      </p:cNvPr>
                      <p:cNvPicPr/>
                      <p:nvPr/>
                    </p:nvPicPr>
                    <p:blipFill>
                      <a:blip r:embed="rId28"/>
                      <a:stretch>
                        <a:fillRect/>
                      </a:stretch>
                    </p:blipFill>
                    <p:spPr>
                      <a:xfrm>
                        <a:off x="2674442" y="5346955"/>
                        <a:ext cx="1060450" cy="620713"/>
                      </a:xfrm>
                      <a:prstGeom prst="rect">
                        <a:avLst/>
                      </a:prstGeom>
                      <a:ln w="28575">
                        <a:solidFill>
                          <a:srgbClr val="FF3399"/>
                        </a:solidFill>
                      </a:ln>
                    </p:spPr>
                  </p:pic>
                </p:oleObj>
              </mc:Fallback>
            </mc:AlternateContent>
          </a:graphicData>
        </a:graphic>
      </p:graphicFrame>
      <p:sp>
        <p:nvSpPr>
          <p:cNvPr id="160" name="TextBox 159">
            <a:extLst>
              <a:ext uri="{FF2B5EF4-FFF2-40B4-BE49-F238E27FC236}">
                <a16:creationId xmlns:a16="http://schemas.microsoft.com/office/drawing/2014/main" id="{70883494-93BD-A6B3-AE15-06C3AC3785E7}"/>
              </a:ext>
            </a:extLst>
          </p:cNvPr>
          <p:cNvSpPr txBox="1"/>
          <p:nvPr/>
        </p:nvSpPr>
        <p:spPr>
          <a:xfrm>
            <a:off x="3756068" y="5497501"/>
            <a:ext cx="718114" cy="338554"/>
          </a:xfrm>
          <a:prstGeom prst="rect">
            <a:avLst/>
          </a:prstGeom>
          <a:noFill/>
        </p:spPr>
        <p:txBody>
          <a:bodyPr wrap="square">
            <a:spAutoFit/>
          </a:bodyPr>
          <a:lstStyle/>
          <a:p>
            <a:r>
              <a:rPr lang="en-US" sz="1600"/>
              <a:t>với:</a:t>
            </a:r>
          </a:p>
        </p:txBody>
      </p:sp>
      <p:sp>
        <p:nvSpPr>
          <p:cNvPr id="161" name="TextBox 160">
            <a:extLst>
              <a:ext uri="{FF2B5EF4-FFF2-40B4-BE49-F238E27FC236}">
                <a16:creationId xmlns:a16="http://schemas.microsoft.com/office/drawing/2014/main" id="{370058D4-8FF7-79D2-E51E-9BAD38342B83}"/>
              </a:ext>
            </a:extLst>
          </p:cNvPr>
          <p:cNvSpPr txBox="1"/>
          <p:nvPr/>
        </p:nvSpPr>
        <p:spPr>
          <a:xfrm>
            <a:off x="245843" y="6184578"/>
            <a:ext cx="2343751" cy="338554"/>
          </a:xfrm>
          <a:prstGeom prst="rect">
            <a:avLst/>
          </a:prstGeom>
          <a:noFill/>
        </p:spPr>
        <p:txBody>
          <a:bodyPr wrap="square">
            <a:spAutoFit/>
          </a:bodyPr>
          <a:lstStyle/>
          <a:p>
            <a:r>
              <a:rPr lang="en-US" sz="1600"/>
              <a:t>Vị trí của vân tối thứ k là: </a:t>
            </a:r>
          </a:p>
        </p:txBody>
      </p:sp>
      <p:graphicFrame>
        <p:nvGraphicFramePr>
          <p:cNvPr id="162" name="Object 161">
            <a:extLst>
              <a:ext uri="{FF2B5EF4-FFF2-40B4-BE49-F238E27FC236}">
                <a16:creationId xmlns:a16="http://schemas.microsoft.com/office/drawing/2014/main" id="{622AFB22-CBEB-508A-5B6D-2B965A4EC47B}"/>
              </a:ext>
            </a:extLst>
          </p:cNvPr>
          <p:cNvGraphicFramePr>
            <a:graphicFrameLocks noChangeAspect="1"/>
          </p:cNvGraphicFramePr>
          <p:nvPr>
            <p:extLst>
              <p:ext uri="{D42A27DB-BD31-4B8C-83A1-F6EECF244321}">
                <p14:modId xmlns:p14="http://schemas.microsoft.com/office/powerpoint/2010/main" val="3563465205"/>
              </p:ext>
            </p:extLst>
          </p:nvPr>
        </p:nvGraphicFramePr>
        <p:xfrm>
          <a:off x="5060384" y="6257494"/>
          <a:ext cx="1760538" cy="360363"/>
        </p:xfrm>
        <a:graphic>
          <a:graphicData uri="http://schemas.openxmlformats.org/presentationml/2006/ole">
            <mc:AlternateContent xmlns:mc="http://schemas.openxmlformats.org/markup-compatibility/2006">
              <mc:Choice xmlns:v="urn:schemas-microsoft-com:vml" Requires="v">
                <p:oleObj name="Equation" r:id="rId29" imgW="990360" imgH="203040" progId="Equation.DSMT4">
                  <p:embed/>
                </p:oleObj>
              </mc:Choice>
              <mc:Fallback>
                <p:oleObj name="Equation" r:id="rId29" imgW="990360" imgH="203040" progId="Equation.DSMT4">
                  <p:embed/>
                  <p:pic>
                    <p:nvPicPr>
                      <p:cNvPr id="162" name="Object 161">
                        <a:extLst>
                          <a:ext uri="{FF2B5EF4-FFF2-40B4-BE49-F238E27FC236}">
                            <a16:creationId xmlns:a16="http://schemas.microsoft.com/office/drawing/2014/main" id="{622AFB22-CBEB-508A-5B6D-2B965A4EC47B}"/>
                          </a:ext>
                        </a:extLst>
                      </p:cNvPr>
                      <p:cNvPicPr>
                        <a:picLocks noChangeAspect="1" noChangeArrowheads="1"/>
                      </p:cNvPicPr>
                      <p:nvPr/>
                    </p:nvPicPr>
                    <p:blipFill>
                      <a:blip r:embed="rId30"/>
                      <a:srcRect/>
                      <a:stretch>
                        <a:fillRect/>
                      </a:stretch>
                    </p:blipFill>
                    <p:spPr bwMode="auto">
                      <a:xfrm>
                        <a:off x="5060384" y="6257494"/>
                        <a:ext cx="1760538" cy="3603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63" name="Object 162">
            <a:extLst>
              <a:ext uri="{FF2B5EF4-FFF2-40B4-BE49-F238E27FC236}">
                <a16:creationId xmlns:a16="http://schemas.microsoft.com/office/drawing/2014/main" id="{0FD047F4-A12F-1F63-8422-BC94F345B006}"/>
              </a:ext>
            </a:extLst>
          </p:cNvPr>
          <p:cNvGraphicFramePr>
            <a:graphicFrameLocks noChangeAspect="1"/>
          </p:cNvGraphicFramePr>
          <p:nvPr>
            <p:extLst>
              <p:ext uri="{D42A27DB-BD31-4B8C-83A1-F6EECF244321}">
                <p14:modId xmlns:p14="http://schemas.microsoft.com/office/powerpoint/2010/main" val="1578503517"/>
              </p:ext>
            </p:extLst>
          </p:nvPr>
        </p:nvGraphicFramePr>
        <p:xfrm>
          <a:off x="2636684" y="6092606"/>
          <a:ext cx="1453197" cy="543524"/>
        </p:xfrm>
        <a:graphic>
          <a:graphicData uri="http://schemas.openxmlformats.org/presentationml/2006/ole">
            <mc:AlternateContent xmlns:mc="http://schemas.openxmlformats.org/markup-compatibility/2006">
              <mc:Choice xmlns:v="urn:schemas-microsoft-com:vml" Requires="v">
                <p:oleObj name="Equation" r:id="rId31" imgW="1155600" imgH="431640" progId="Equation.DSMT4">
                  <p:embed/>
                </p:oleObj>
              </mc:Choice>
              <mc:Fallback>
                <p:oleObj name="Equation" r:id="rId31" imgW="1155600" imgH="431640" progId="Equation.DSMT4">
                  <p:embed/>
                  <p:pic>
                    <p:nvPicPr>
                      <p:cNvPr id="163" name="Object 162">
                        <a:extLst>
                          <a:ext uri="{FF2B5EF4-FFF2-40B4-BE49-F238E27FC236}">
                            <a16:creationId xmlns:a16="http://schemas.microsoft.com/office/drawing/2014/main" id="{0FD047F4-A12F-1F63-8422-BC94F345B006}"/>
                          </a:ext>
                        </a:extLst>
                      </p:cNvPr>
                      <p:cNvPicPr/>
                      <p:nvPr/>
                    </p:nvPicPr>
                    <p:blipFill>
                      <a:blip r:embed="rId32"/>
                      <a:stretch>
                        <a:fillRect/>
                      </a:stretch>
                    </p:blipFill>
                    <p:spPr>
                      <a:xfrm>
                        <a:off x="2636684" y="6092606"/>
                        <a:ext cx="1453197" cy="543524"/>
                      </a:xfrm>
                      <a:prstGeom prst="rect">
                        <a:avLst/>
                      </a:prstGeom>
                      <a:ln w="28575">
                        <a:solidFill>
                          <a:srgbClr val="FF3399"/>
                        </a:solidFill>
                      </a:ln>
                    </p:spPr>
                  </p:pic>
                </p:oleObj>
              </mc:Fallback>
            </mc:AlternateContent>
          </a:graphicData>
        </a:graphic>
      </p:graphicFrame>
      <p:sp>
        <p:nvSpPr>
          <p:cNvPr id="164" name="TextBox 163">
            <a:extLst>
              <a:ext uri="{FF2B5EF4-FFF2-40B4-BE49-F238E27FC236}">
                <a16:creationId xmlns:a16="http://schemas.microsoft.com/office/drawing/2014/main" id="{9E50E818-76DB-F108-8545-EE82283B7201}"/>
              </a:ext>
            </a:extLst>
          </p:cNvPr>
          <p:cNvSpPr txBox="1"/>
          <p:nvPr/>
        </p:nvSpPr>
        <p:spPr>
          <a:xfrm>
            <a:off x="4555430" y="6251748"/>
            <a:ext cx="718114" cy="338554"/>
          </a:xfrm>
          <a:prstGeom prst="rect">
            <a:avLst/>
          </a:prstGeom>
          <a:noFill/>
        </p:spPr>
        <p:txBody>
          <a:bodyPr wrap="square">
            <a:spAutoFit/>
          </a:bodyPr>
          <a:lstStyle/>
          <a:p>
            <a:r>
              <a:rPr lang="en-US" sz="1600"/>
              <a:t>với:</a:t>
            </a:r>
          </a:p>
        </p:txBody>
      </p:sp>
      <p:sp>
        <p:nvSpPr>
          <p:cNvPr id="165" name="TextBox 164">
            <a:extLst>
              <a:ext uri="{FF2B5EF4-FFF2-40B4-BE49-F238E27FC236}">
                <a16:creationId xmlns:a16="http://schemas.microsoft.com/office/drawing/2014/main" id="{0E26A301-422B-E0FD-0053-CBB39D8DDA8F}"/>
              </a:ext>
            </a:extLst>
          </p:cNvPr>
          <p:cNvSpPr txBox="1"/>
          <p:nvPr/>
        </p:nvSpPr>
        <p:spPr>
          <a:xfrm>
            <a:off x="7060769" y="5486531"/>
            <a:ext cx="4821991" cy="584775"/>
          </a:xfrm>
          <a:prstGeom prst="rect">
            <a:avLst/>
          </a:prstGeom>
          <a:noFill/>
        </p:spPr>
        <p:txBody>
          <a:bodyPr wrap="square">
            <a:spAutoFit/>
          </a:bodyPr>
          <a:lstStyle/>
          <a:p>
            <a:r>
              <a:rPr lang="en-US" sz="1600"/>
              <a:t>Khoảng vân giao thoa là khoảng cách giữa hai vân sáng kế tiếp bằng:   </a:t>
            </a:r>
          </a:p>
        </p:txBody>
      </p:sp>
      <p:graphicFrame>
        <p:nvGraphicFramePr>
          <p:cNvPr id="166" name="Object 165">
            <a:extLst>
              <a:ext uri="{FF2B5EF4-FFF2-40B4-BE49-F238E27FC236}">
                <a16:creationId xmlns:a16="http://schemas.microsoft.com/office/drawing/2014/main" id="{CEEA4850-3B59-DB3B-6889-4CB0F8BC325D}"/>
              </a:ext>
            </a:extLst>
          </p:cNvPr>
          <p:cNvGraphicFramePr>
            <a:graphicFrameLocks noChangeAspect="1"/>
          </p:cNvGraphicFramePr>
          <p:nvPr>
            <p:extLst>
              <p:ext uri="{D42A27DB-BD31-4B8C-83A1-F6EECF244321}">
                <p14:modId xmlns:p14="http://schemas.microsoft.com/office/powerpoint/2010/main" val="3180065668"/>
              </p:ext>
            </p:extLst>
          </p:nvPr>
        </p:nvGraphicFramePr>
        <p:xfrm>
          <a:off x="9036434" y="6119257"/>
          <a:ext cx="535311" cy="448503"/>
        </p:xfrm>
        <a:graphic>
          <a:graphicData uri="http://schemas.openxmlformats.org/presentationml/2006/ole">
            <mc:AlternateContent xmlns:mc="http://schemas.openxmlformats.org/markup-compatibility/2006">
              <mc:Choice xmlns:v="urn:schemas-microsoft-com:vml" Requires="v">
                <p:oleObj name="Equation" r:id="rId33" imgW="469800" imgH="393480" progId="Equation.DSMT4">
                  <p:embed/>
                </p:oleObj>
              </mc:Choice>
              <mc:Fallback>
                <p:oleObj name="Equation" r:id="rId33" imgW="469800" imgH="393480" progId="Equation.DSMT4">
                  <p:embed/>
                  <p:pic>
                    <p:nvPicPr>
                      <p:cNvPr id="166" name="Object 165">
                        <a:extLst>
                          <a:ext uri="{FF2B5EF4-FFF2-40B4-BE49-F238E27FC236}">
                            <a16:creationId xmlns:a16="http://schemas.microsoft.com/office/drawing/2014/main" id="{CEEA4850-3B59-DB3B-6889-4CB0F8BC325D}"/>
                          </a:ext>
                        </a:extLst>
                      </p:cNvPr>
                      <p:cNvPicPr/>
                      <p:nvPr/>
                    </p:nvPicPr>
                    <p:blipFill>
                      <a:blip r:embed="rId34"/>
                      <a:stretch>
                        <a:fillRect/>
                      </a:stretch>
                    </p:blipFill>
                    <p:spPr>
                      <a:xfrm>
                        <a:off x="9036434" y="6119257"/>
                        <a:ext cx="535311" cy="448503"/>
                      </a:xfrm>
                      <a:prstGeom prst="rect">
                        <a:avLst/>
                      </a:prstGeom>
                      <a:ln w="28575">
                        <a:solidFill>
                          <a:srgbClr val="FF3399"/>
                        </a:solidFill>
                      </a:ln>
                    </p:spPr>
                  </p:pic>
                </p:oleObj>
              </mc:Fallback>
            </mc:AlternateContent>
          </a:graphicData>
        </a:graphic>
      </p:graphicFrame>
    </p:spTree>
    <p:extLst>
      <p:ext uri="{BB962C8B-B14F-4D97-AF65-F5344CB8AC3E}">
        <p14:creationId xmlns:p14="http://schemas.microsoft.com/office/powerpoint/2010/main" val="324173968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wipe(down)">
                                      <p:cBhvr>
                                        <p:cTn id="7" dur="50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42" presetClass="entr" presetSubtype="0" fill="hold" nodeType="clickEffect">
                                  <p:stCondLst>
                                    <p:cond delay="0"/>
                                  </p:stCondLst>
                                  <p:childTnLst>
                                    <p:set>
                                      <p:cBhvr>
                                        <p:cTn id="11" dur="1" fill="hold">
                                          <p:stCondLst>
                                            <p:cond delay="0"/>
                                          </p:stCondLst>
                                        </p:cTn>
                                        <p:tgtEl>
                                          <p:spTgt spid="4">
                                            <p:txEl>
                                              <p:pRg st="0" end="0"/>
                                            </p:txEl>
                                          </p:spTgt>
                                        </p:tgtEl>
                                        <p:attrNameLst>
                                          <p:attrName>style.visibility</p:attrName>
                                        </p:attrNameLst>
                                      </p:cBhvr>
                                      <p:to>
                                        <p:strVal val="visible"/>
                                      </p:to>
                                    </p:set>
                                    <p:animEffect transition="in" filter="fade">
                                      <p:cBhvr>
                                        <p:cTn id="12" dur="1000"/>
                                        <p:tgtEl>
                                          <p:spTgt spid="4">
                                            <p:txEl>
                                              <p:pRg st="0" end="0"/>
                                            </p:txEl>
                                          </p:spTgt>
                                        </p:tgtEl>
                                      </p:cBhvr>
                                    </p:animEffect>
                                    <p:anim calcmode="lin" valueType="num">
                                      <p:cBhvr>
                                        <p:cTn id="13" dur="1000" fill="hold"/>
                                        <p:tgtEl>
                                          <p:spTgt spid="4">
                                            <p:txEl>
                                              <p:pRg st="0" end="0"/>
                                            </p:txEl>
                                          </p:spTgt>
                                        </p:tgtEl>
                                        <p:attrNameLst>
                                          <p:attrName>ppt_x</p:attrName>
                                        </p:attrNameLst>
                                      </p:cBhvr>
                                      <p:tavLst>
                                        <p:tav tm="0">
                                          <p:val>
                                            <p:strVal val="#ppt_x"/>
                                          </p:val>
                                        </p:tav>
                                        <p:tav tm="100000">
                                          <p:val>
                                            <p:strVal val="#ppt_x"/>
                                          </p:val>
                                        </p:tav>
                                      </p:tavLst>
                                    </p:anim>
                                    <p:anim calcmode="lin" valueType="num">
                                      <p:cBhvr>
                                        <p:cTn id="14" dur="1000" fill="hold"/>
                                        <p:tgtEl>
                                          <p:spTgt spid="4">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42" presetClass="entr" presetSubtype="0" fill="hold" nodeType="clickEffect">
                                  <p:stCondLst>
                                    <p:cond delay="0"/>
                                  </p:stCondLst>
                                  <p:childTnLst>
                                    <p:set>
                                      <p:cBhvr>
                                        <p:cTn id="18" dur="1" fill="hold">
                                          <p:stCondLst>
                                            <p:cond delay="0"/>
                                          </p:stCondLst>
                                        </p:cTn>
                                        <p:tgtEl>
                                          <p:spTgt spid="4">
                                            <p:txEl>
                                              <p:pRg st="1" end="1"/>
                                            </p:txEl>
                                          </p:spTgt>
                                        </p:tgtEl>
                                        <p:attrNameLst>
                                          <p:attrName>style.visibility</p:attrName>
                                        </p:attrNameLst>
                                      </p:cBhvr>
                                      <p:to>
                                        <p:strVal val="visible"/>
                                      </p:to>
                                    </p:set>
                                    <p:animEffect transition="in" filter="fade">
                                      <p:cBhvr>
                                        <p:cTn id="19" dur="1000"/>
                                        <p:tgtEl>
                                          <p:spTgt spid="4">
                                            <p:txEl>
                                              <p:pRg st="1" end="1"/>
                                            </p:txEl>
                                          </p:spTgt>
                                        </p:tgtEl>
                                      </p:cBhvr>
                                    </p:animEffect>
                                    <p:anim calcmode="lin" valueType="num">
                                      <p:cBhvr>
                                        <p:cTn id="20" dur="1000" fill="hold"/>
                                        <p:tgtEl>
                                          <p:spTgt spid="4">
                                            <p:txEl>
                                              <p:pRg st="1" end="1"/>
                                            </p:txEl>
                                          </p:spTgt>
                                        </p:tgtEl>
                                        <p:attrNameLst>
                                          <p:attrName>ppt_x</p:attrName>
                                        </p:attrNameLst>
                                      </p:cBhvr>
                                      <p:tavLst>
                                        <p:tav tm="0">
                                          <p:val>
                                            <p:strVal val="#ppt_x"/>
                                          </p:val>
                                        </p:tav>
                                        <p:tav tm="100000">
                                          <p:val>
                                            <p:strVal val="#ppt_x"/>
                                          </p:val>
                                        </p:tav>
                                      </p:tavLst>
                                    </p:anim>
                                    <p:anim calcmode="lin" valueType="num">
                                      <p:cBhvr>
                                        <p:cTn id="21" dur="1000" fill="hold"/>
                                        <p:tgtEl>
                                          <p:spTgt spid="4">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22" fill="hold">
                      <p:stCondLst>
                        <p:cond delay="indefinite"/>
                      </p:stCondLst>
                      <p:childTnLst>
                        <p:par>
                          <p:cTn id="23" fill="hold">
                            <p:stCondLst>
                              <p:cond delay="0"/>
                            </p:stCondLst>
                            <p:childTnLst>
                              <p:par>
                                <p:cTn id="24" presetID="42" presetClass="entr" presetSubtype="0" fill="hold" nodeType="clickEffect">
                                  <p:stCondLst>
                                    <p:cond delay="0"/>
                                  </p:stCondLst>
                                  <p:childTnLst>
                                    <p:set>
                                      <p:cBhvr>
                                        <p:cTn id="25" dur="1" fill="hold">
                                          <p:stCondLst>
                                            <p:cond delay="0"/>
                                          </p:stCondLst>
                                        </p:cTn>
                                        <p:tgtEl>
                                          <p:spTgt spid="4">
                                            <p:txEl>
                                              <p:pRg st="2" end="2"/>
                                            </p:txEl>
                                          </p:spTgt>
                                        </p:tgtEl>
                                        <p:attrNameLst>
                                          <p:attrName>style.visibility</p:attrName>
                                        </p:attrNameLst>
                                      </p:cBhvr>
                                      <p:to>
                                        <p:strVal val="visible"/>
                                      </p:to>
                                    </p:set>
                                    <p:animEffect transition="in" filter="fade">
                                      <p:cBhvr>
                                        <p:cTn id="26" dur="1000"/>
                                        <p:tgtEl>
                                          <p:spTgt spid="4">
                                            <p:txEl>
                                              <p:pRg st="2" end="2"/>
                                            </p:txEl>
                                          </p:spTgt>
                                        </p:tgtEl>
                                      </p:cBhvr>
                                    </p:animEffect>
                                    <p:anim calcmode="lin" valueType="num">
                                      <p:cBhvr>
                                        <p:cTn id="27" dur="1000" fill="hold"/>
                                        <p:tgtEl>
                                          <p:spTgt spid="4">
                                            <p:txEl>
                                              <p:pRg st="2" end="2"/>
                                            </p:txEl>
                                          </p:spTgt>
                                        </p:tgtEl>
                                        <p:attrNameLst>
                                          <p:attrName>ppt_x</p:attrName>
                                        </p:attrNameLst>
                                      </p:cBhvr>
                                      <p:tavLst>
                                        <p:tav tm="0">
                                          <p:val>
                                            <p:strVal val="#ppt_x"/>
                                          </p:val>
                                        </p:tav>
                                        <p:tav tm="100000">
                                          <p:val>
                                            <p:strVal val="#ppt_x"/>
                                          </p:val>
                                        </p:tav>
                                      </p:tavLst>
                                    </p:anim>
                                    <p:anim calcmode="lin" valueType="num">
                                      <p:cBhvr>
                                        <p:cTn id="28" dur="1000" fill="hold"/>
                                        <p:tgtEl>
                                          <p:spTgt spid="4">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29" fill="hold">
                      <p:stCondLst>
                        <p:cond delay="indefinite"/>
                      </p:stCondLst>
                      <p:childTnLst>
                        <p:par>
                          <p:cTn id="30" fill="hold">
                            <p:stCondLst>
                              <p:cond delay="0"/>
                            </p:stCondLst>
                            <p:childTnLst>
                              <p:par>
                                <p:cTn id="31" presetID="42" presetClass="entr" presetSubtype="0" fill="hold" nodeType="clickEffect">
                                  <p:stCondLst>
                                    <p:cond delay="0"/>
                                  </p:stCondLst>
                                  <p:childTnLst>
                                    <p:set>
                                      <p:cBhvr>
                                        <p:cTn id="32" dur="1" fill="hold">
                                          <p:stCondLst>
                                            <p:cond delay="0"/>
                                          </p:stCondLst>
                                        </p:cTn>
                                        <p:tgtEl>
                                          <p:spTgt spid="4">
                                            <p:txEl>
                                              <p:pRg st="3" end="3"/>
                                            </p:txEl>
                                          </p:spTgt>
                                        </p:tgtEl>
                                        <p:attrNameLst>
                                          <p:attrName>style.visibility</p:attrName>
                                        </p:attrNameLst>
                                      </p:cBhvr>
                                      <p:to>
                                        <p:strVal val="visible"/>
                                      </p:to>
                                    </p:set>
                                    <p:animEffect transition="in" filter="fade">
                                      <p:cBhvr>
                                        <p:cTn id="33" dur="1000"/>
                                        <p:tgtEl>
                                          <p:spTgt spid="4">
                                            <p:txEl>
                                              <p:pRg st="3" end="3"/>
                                            </p:txEl>
                                          </p:spTgt>
                                        </p:tgtEl>
                                      </p:cBhvr>
                                    </p:animEffect>
                                    <p:anim calcmode="lin" valueType="num">
                                      <p:cBhvr>
                                        <p:cTn id="34" dur="1000" fill="hold"/>
                                        <p:tgtEl>
                                          <p:spTgt spid="4">
                                            <p:txEl>
                                              <p:pRg st="3" end="3"/>
                                            </p:txEl>
                                          </p:spTgt>
                                        </p:tgtEl>
                                        <p:attrNameLst>
                                          <p:attrName>ppt_x</p:attrName>
                                        </p:attrNameLst>
                                      </p:cBhvr>
                                      <p:tavLst>
                                        <p:tav tm="0">
                                          <p:val>
                                            <p:strVal val="#ppt_x"/>
                                          </p:val>
                                        </p:tav>
                                        <p:tav tm="100000">
                                          <p:val>
                                            <p:strVal val="#ppt_x"/>
                                          </p:val>
                                        </p:tav>
                                      </p:tavLst>
                                    </p:anim>
                                    <p:anim calcmode="lin" valueType="num">
                                      <p:cBhvr>
                                        <p:cTn id="35" dur="1000" fill="hold"/>
                                        <p:tgtEl>
                                          <p:spTgt spid="4">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36" fill="hold">
                      <p:stCondLst>
                        <p:cond delay="indefinite"/>
                      </p:stCondLst>
                      <p:childTnLst>
                        <p:par>
                          <p:cTn id="37" fill="hold">
                            <p:stCondLst>
                              <p:cond delay="0"/>
                            </p:stCondLst>
                            <p:childTnLst>
                              <p:par>
                                <p:cTn id="38" presetID="42" presetClass="entr" presetSubtype="0" fill="hold" nodeType="clickEffect">
                                  <p:stCondLst>
                                    <p:cond delay="0"/>
                                  </p:stCondLst>
                                  <p:childTnLst>
                                    <p:set>
                                      <p:cBhvr>
                                        <p:cTn id="39" dur="1" fill="hold">
                                          <p:stCondLst>
                                            <p:cond delay="0"/>
                                          </p:stCondLst>
                                        </p:cTn>
                                        <p:tgtEl>
                                          <p:spTgt spid="4">
                                            <p:txEl>
                                              <p:pRg st="4" end="4"/>
                                            </p:txEl>
                                          </p:spTgt>
                                        </p:tgtEl>
                                        <p:attrNameLst>
                                          <p:attrName>style.visibility</p:attrName>
                                        </p:attrNameLst>
                                      </p:cBhvr>
                                      <p:to>
                                        <p:strVal val="visible"/>
                                      </p:to>
                                    </p:set>
                                    <p:animEffect transition="in" filter="fade">
                                      <p:cBhvr>
                                        <p:cTn id="40" dur="1000"/>
                                        <p:tgtEl>
                                          <p:spTgt spid="4">
                                            <p:txEl>
                                              <p:pRg st="4" end="4"/>
                                            </p:txEl>
                                          </p:spTgt>
                                        </p:tgtEl>
                                      </p:cBhvr>
                                    </p:animEffect>
                                    <p:anim calcmode="lin" valueType="num">
                                      <p:cBhvr>
                                        <p:cTn id="41" dur="1000" fill="hold"/>
                                        <p:tgtEl>
                                          <p:spTgt spid="4">
                                            <p:txEl>
                                              <p:pRg st="4" end="4"/>
                                            </p:txEl>
                                          </p:spTgt>
                                        </p:tgtEl>
                                        <p:attrNameLst>
                                          <p:attrName>ppt_x</p:attrName>
                                        </p:attrNameLst>
                                      </p:cBhvr>
                                      <p:tavLst>
                                        <p:tav tm="0">
                                          <p:val>
                                            <p:strVal val="#ppt_x"/>
                                          </p:val>
                                        </p:tav>
                                        <p:tav tm="100000">
                                          <p:val>
                                            <p:strVal val="#ppt_x"/>
                                          </p:val>
                                        </p:tav>
                                      </p:tavLst>
                                    </p:anim>
                                    <p:anim calcmode="lin" valueType="num">
                                      <p:cBhvr>
                                        <p:cTn id="42" dur="1000" fill="hold"/>
                                        <p:tgtEl>
                                          <p:spTgt spid="4">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43" fill="hold">
                      <p:stCondLst>
                        <p:cond delay="indefinite"/>
                      </p:stCondLst>
                      <p:childTnLst>
                        <p:par>
                          <p:cTn id="44" fill="hold">
                            <p:stCondLst>
                              <p:cond delay="0"/>
                            </p:stCondLst>
                            <p:childTnLst>
                              <p:par>
                                <p:cTn id="45" presetID="22" presetClass="entr" presetSubtype="4" fill="hold" nodeType="clickEffect">
                                  <p:stCondLst>
                                    <p:cond delay="0"/>
                                  </p:stCondLst>
                                  <p:childTnLst>
                                    <p:set>
                                      <p:cBhvr>
                                        <p:cTn id="46" dur="1" fill="hold">
                                          <p:stCondLst>
                                            <p:cond delay="0"/>
                                          </p:stCondLst>
                                        </p:cTn>
                                        <p:tgtEl>
                                          <p:spTgt spid="23"/>
                                        </p:tgtEl>
                                        <p:attrNameLst>
                                          <p:attrName>style.visibility</p:attrName>
                                        </p:attrNameLst>
                                      </p:cBhvr>
                                      <p:to>
                                        <p:strVal val="visible"/>
                                      </p:to>
                                    </p:set>
                                    <p:animEffect transition="in" filter="wipe(down)">
                                      <p:cBhvr>
                                        <p:cTn id="47" dur="500"/>
                                        <p:tgtEl>
                                          <p:spTgt spid="23"/>
                                        </p:tgtEl>
                                      </p:cBhvr>
                                    </p:animEffect>
                                  </p:childTnLst>
                                </p:cTn>
                              </p:par>
                            </p:childTnLst>
                          </p:cTn>
                        </p:par>
                      </p:childTnLst>
                    </p:cTn>
                  </p:par>
                  <p:par>
                    <p:cTn id="48" fill="hold">
                      <p:stCondLst>
                        <p:cond delay="indefinite"/>
                      </p:stCondLst>
                      <p:childTnLst>
                        <p:par>
                          <p:cTn id="49" fill="hold">
                            <p:stCondLst>
                              <p:cond delay="0"/>
                            </p:stCondLst>
                            <p:childTnLst>
                              <p:par>
                                <p:cTn id="50" presetID="42" presetClass="entr" presetSubtype="0" fill="hold" nodeType="clickEffect">
                                  <p:stCondLst>
                                    <p:cond delay="0"/>
                                  </p:stCondLst>
                                  <p:childTnLst>
                                    <p:set>
                                      <p:cBhvr>
                                        <p:cTn id="51" dur="1" fill="hold">
                                          <p:stCondLst>
                                            <p:cond delay="0"/>
                                          </p:stCondLst>
                                        </p:cTn>
                                        <p:tgtEl>
                                          <p:spTgt spid="24"/>
                                        </p:tgtEl>
                                        <p:attrNameLst>
                                          <p:attrName>style.visibility</p:attrName>
                                        </p:attrNameLst>
                                      </p:cBhvr>
                                      <p:to>
                                        <p:strVal val="visible"/>
                                      </p:to>
                                    </p:set>
                                    <p:animEffect transition="in" filter="fade">
                                      <p:cBhvr>
                                        <p:cTn id="52" dur="1000"/>
                                        <p:tgtEl>
                                          <p:spTgt spid="24"/>
                                        </p:tgtEl>
                                      </p:cBhvr>
                                    </p:animEffect>
                                    <p:anim calcmode="lin" valueType="num">
                                      <p:cBhvr>
                                        <p:cTn id="53" dur="1000" fill="hold"/>
                                        <p:tgtEl>
                                          <p:spTgt spid="24"/>
                                        </p:tgtEl>
                                        <p:attrNameLst>
                                          <p:attrName>ppt_x</p:attrName>
                                        </p:attrNameLst>
                                      </p:cBhvr>
                                      <p:tavLst>
                                        <p:tav tm="0">
                                          <p:val>
                                            <p:strVal val="#ppt_x"/>
                                          </p:val>
                                        </p:tav>
                                        <p:tav tm="100000">
                                          <p:val>
                                            <p:strVal val="#ppt_x"/>
                                          </p:val>
                                        </p:tav>
                                      </p:tavLst>
                                    </p:anim>
                                    <p:anim calcmode="lin" valueType="num">
                                      <p:cBhvr>
                                        <p:cTn id="54" dur="1000" fill="hold"/>
                                        <p:tgtEl>
                                          <p:spTgt spid="24"/>
                                        </p:tgtEl>
                                        <p:attrNameLst>
                                          <p:attrName>ppt_y</p:attrName>
                                        </p:attrNameLst>
                                      </p:cBhvr>
                                      <p:tavLst>
                                        <p:tav tm="0">
                                          <p:val>
                                            <p:strVal val="#ppt_y+.1"/>
                                          </p:val>
                                        </p:tav>
                                        <p:tav tm="100000">
                                          <p:val>
                                            <p:strVal val="#ppt_y"/>
                                          </p:val>
                                        </p:tav>
                                      </p:tavLst>
                                    </p:anim>
                                  </p:childTnLst>
                                </p:cTn>
                              </p:par>
                            </p:childTnLst>
                          </p:cTn>
                        </p:par>
                      </p:childTnLst>
                    </p:cTn>
                  </p:par>
                  <p:par>
                    <p:cTn id="55" fill="hold">
                      <p:stCondLst>
                        <p:cond delay="indefinite"/>
                      </p:stCondLst>
                      <p:childTnLst>
                        <p:par>
                          <p:cTn id="56" fill="hold">
                            <p:stCondLst>
                              <p:cond delay="0"/>
                            </p:stCondLst>
                            <p:childTnLst>
                              <p:par>
                                <p:cTn id="57" presetID="42" presetClass="entr" presetSubtype="0" fill="hold" grpId="0" nodeType="clickEffect">
                                  <p:stCondLst>
                                    <p:cond delay="0"/>
                                  </p:stCondLst>
                                  <p:childTnLst>
                                    <p:set>
                                      <p:cBhvr>
                                        <p:cTn id="58" dur="1" fill="hold">
                                          <p:stCondLst>
                                            <p:cond delay="0"/>
                                          </p:stCondLst>
                                        </p:cTn>
                                        <p:tgtEl>
                                          <p:spTgt spid="26"/>
                                        </p:tgtEl>
                                        <p:attrNameLst>
                                          <p:attrName>style.visibility</p:attrName>
                                        </p:attrNameLst>
                                      </p:cBhvr>
                                      <p:to>
                                        <p:strVal val="visible"/>
                                      </p:to>
                                    </p:set>
                                    <p:animEffect transition="in" filter="fade">
                                      <p:cBhvr>
                                        <p:cTn id="59" dur="1000"/>
                                        <p:tgtEl>
                                          <p:spTgt spid="26"/>
                                        </p:tgtEl>
                                      </p:cBhvr>
                                    </p:animEffect>
                                    <p:anim calcmode="lin" valueType="num">
                                      <p:cBhvr>
                                        <p:cTn id="60" dur="1000" fill="hold"/>
                                        <p:tgtEl>
                                          <p:spTgt spid="26"/>
                                        </p:tgtEl>
                                        <p:attrNameLst>
                                          <p:attrName>ppt_x</p:attrName>
                                        </p:attrNameLst>
                                      </p:cBhvr>
                                      <p:tavLst>
                                        <p:tav tm="0">
                                          <p:val>
                                            <p:strVal val="#ppt_x"/>
                                          </p:val>
                                        </p:tav>
                                        <p:tav tm="100000">
                                          <p:val>
                                            <p:strVal val="#ppt_x"/>
                                          </p:val>
                                        </p:tav>
                                      </p:tavLst>
                                    </p:anim>
                                    <p:anim calcmode="lin" valueType="num">
                                      <p:cBhvr>
                                        <p:cTn id="61" dur="1000" fill="hold"/>
                                        <p:tgtEl>
                                          <p:spTgt spid="26"/>
                                        </p:tgtEl>
                                        <p:attrNameLst>
                                          <p:attrName>ppt_y</p:attrName>
                                        </p:attrNameLst>
                                      </p:cBhvr>
                                      <p:tavLst>
                                        <p:tav tm="0">
                                          <p:val>
                                            <p:strVal val="#ppt_y+.1"/>
                                          </p:val>
                                        </p:tav>
                                        <p:tav tm="100000">
                                          <p:val>
                                            <p:strVal val="#ppt_y"/>
                                          </p:val>
                                        </p:tav>
                                      </p:tavLst>
                                    </p:anim>
                                  </p:childTnLst>
                                </p:cTn>
                              </p:par>
                            </p:childTnLst>
                          </p:cTn>
                        </p:par>
                      </p:childTnLst>
                    </p:cTn>
                  </p:par>
                  <p:par>
                    <p:cTn id="62" fill="hold">
                      <p:stCondLst>
                        <p:cond delay="indefinite"/>
                      </p:stCondLst>
                      <p:childTnLst>
                        <p:par>
                          <p:cTn id="63" fill="hold">
                            <p:stCondLst>
                              <p:cond delay="0"/>
                            </p:stCondLst>
                            <p:childTnLst>
                              <p:par>
                                <p:cTn id="64" presetID="6" presetClass="entr" presetSubtype="16" fill="hold" nodeType="clickEffect">
                                  <p:stCondLst>
                                    <p:cond delay="0"/>
                                  </p:stCondLst>
                                  <p:childTnLst>
                                    <p:set>
                                      <p:cBhvr>
                                        <p:cTn id="65" dur="1" fill="hold">
                                          <p:stCondLst>
                                            <p:cond delay="0"/>
                                          </p:stCondLst>
                                        </p:cTn>
                                        <p:tgtEl>
                                          <p:spTgt spid="27"/>
                                        </p:tgtEl>
                                        <p:attrNameLst>
                                          <p:attrName>style.visibility</p:attrName>
                                        </p:attrNameLst>
                                      </p:cBhvr>
                                      <p:to>
                                        <p:strVal val="visible"/>
                                      </p:to>
                                    </p:set>
                                    <p:animEffect transition="in" filter="circle(in)">
                                      <p:cBhvr>
                                        <p:cTn id="66" dur="2000"/>
                                        <p:tgtEl>
                                          <p:spTgt spid="27"/>
                                        </p:tgtEl>
                                      </p:cBhvr>
                                    </p:animEffect>
                                  </p:childTnLst>
                                </p:cTn>
                              </p:par>
                            </p:childTnLst>
                          </p:cTn>
                        </p:par>
                      </p:childTnLst>
                    </p:cTn>
                  </p:par>
                  <p:par>
                    <p:cTn id="67" fill="hold">
                      <p:stCondLst>
                        <p:cond delay="indefinite"/>
                      </p:stCondLst>
                      <p:childTnLst>
                        <p:par>
                          <p:cTn id="68" fill="hold">
                            <p:stCondLst>
                              <p:cond delay="0"/>
                            </p:stCondLst>
                            <p:childTnLst>
                              <p:par>
                                <p:cTn id="69" presetID="42" presetClass="entr" presetSubtype="0" fill="hold" grpId="0" nodeType="clickEffect">
                                  <p:stCondLst>
                                    <p:cond delay="0"/>
                                  </p:stCondLst>
                                  <p:childTnLst>
                                    <p:set>
                                      <p:cBhvr>
                                        <p:cTn id="70" dur="1" fill="hold">
                                          <p:stCondLst>
                                            <p:cond delay="0"/>
                                          </p:stCondLst>
                                        </p:cTn>
                                        <p:tgtEl>
                                          <p:spTgt spid="28"/>
                                        </p:tgtEl>
                                        <p:attrNameLst>
                                          <p:attrName>style.visibility</p:attrName>
                                        </p:attrNameLst>
                                      </p:cBhvr>
                                      <p:to>
                                        <p:strVal val="visible"/>
                                      </p:to>
                                    </p:set>
                                    <p:animEffect transition="in" filter="fade">
                                      <p:cBhvr>
                                        <p:cTn id="71" dur="1000"/>
                                        <p:tgtEl>
                                          <p:spTgt spid="28"/>
                                        </p:tgtEl>
                                      </p:cBhvr>
                                    </p:animEffect>
                                    <p:anim calcmode="lin" valueType="num">
                                      <p:cBhvr>
                                        <p:cTn id="72" dur="1000" fill="hold"/>
                                        <p:tgtEl>
                                          <p:spTgt spid="28"/>
                                        </p:tgtEl>
                                        <p:attrNameLst>
                                          <p:attrName>ppt_x</p:attrName>
                                        </p:attrNameLst>
                                      </p:cBhvr>
                                      <p:tavLst>
                                        <p:tav tm="0">
                                          <p:val>
                                            <p:strVal val="#ppt_x"/>
                                          </p:val>
                                        </p:tav>
                                        <p:tav tm="100000">
                                          <p:val>
                                            <p:strVal val="#ppt_x"/>
                                          </p:val>
                                        </p:tav>
                                      </p:tavLst>
                                    </p:anim>
                                    <p:anim calcmode="lin" valueType="num">
                                      <p:cBhvr>
                                        <p:cTn id="73" dur="1000" fill="hold"/>
                                        <p:tgtEl>
                                          <p:spTgt spid="28"/>
                                        </p:tgtEl>
                                        <p:attrNameLst>
                                          <p:attrName>ppt_y</p:attrName>
                                        </p:attrNameLst>
                                      </p:cBhvr>
                                      <p:tavLst>
                                        <p:tav tm="0">
                                          <p:val>
                                            <p:strVal val="#ppt_y+.1"/>
                                          </p:val>
                                        </p:tav>
                                        <p:tav tm="100000">
                                          <p:val>
                                            <p:strVal val="#ppt_y"/>
                                          </p:val>
                                        </p:tav>
                                      </p:tavLst>
                                    </p:anim>
                                  </p:childTnLst>
                                </p:cTn>
                              </p:par>
                            </p:childTnLst>
                          </p:cTn>
                        </p:par>
                      </p:childTnLst>
                    </p:cTn>
                  </p:par>
                  <p:par>
                    <p:cTn id="74" fill="hold">
                      <p:stCondLst>
                        <p:cond delay="indefinite"/>
                      </p:stCondLst>
                      <p:childTnLst>
                        <p:par>
                          <p:cTn id="75" fill="hold">
                            <p:stCondLst>
                              <p:cond delay="0"/>
                            </p:stCondLst>
                            <p:childTnLst>
                              <p:par>
                                <p:cTn id="76" presetID="6" presetClass="entr" presetSubtype="16" fill="hold" nodeType="clickEffect">
                                  <p:stCondLst>
                                    <p:cond delay="0"/>
                                  </p:stCondLst>
                                  <p:childTnLst>
                                    <p:set>
                                      <p:cBhvr>
                                        <p:cTn id="77" dur="1" fill="hold">
                                          <p:stCondLst>
                                            <p:cond delay="0"/>
                                          </p:stCondLst>
                                        </p:cTn>
                                        <p:tgtEl>
                                          <p:spTgt spid="29"/>
                                        </p:tgtEl>
                                        <p:attrNameLst>
                                          <p:attrName>style.visibility</p:attrName>
                                        </p:attrNameLst>
                                      </p:cBhvr>
                                      <p:to>
                                        <p:strVal val="visible"/>
                                      </p:to>
                                    </p:set>
                                    <p:animEffect transition="in" filter="circle(in)">
                                      <p:cBhvr>
                                        <p:cTn id="78" dur="2000"/>
                                        <p:tgtEl>
                                          <p:spTgt spid="29"/>
                                        </p:tgtEl>
                                      </p:cBhvr>
                                    </p:animEffect>
                                  </p:childTnLst>
                                </p:cTn>
                              </p:par>
                            </p:childTnLst>
                          </p:cTn>
                        </p:par>
                      </p:childTnLst>
                    </p:cTn>
                  </p:par>
                  <p:par>
                    <p:cTn id="79" fill="hold">
                      <p:stCondLst>
                        <p:cond delay="indefinite"/>
                      </p:stCondLst>
                      <p:childTnLst>
                        <p:par>
                          <p:cTn id="80" fill="hold">
                            <p:stCondLst>
                              <p:cond delay="0"/>
                            </p:stCondLst>
                            <p:childTnLst>
                              <p:par>
                                <p:cTn id="81" presetID="42" presetClass="entr" presetSubtype="0" fill="hold" grpId="0" nodeType="clickEffect">
                                  <p:stCondLst>
                                    <p:cond delay="0"/>
                                  </p:stCondLst>
                                  <p:childTnLst>
                                    <p:set>
                                      <p:cBhvr>
                                        <p:cTn id="82" dur="1" fill="hold">
                                          <p:stCondLst>
                                            <p:cond delay="0"/>
                                          </p:stCondLst>
                                        </p:cTn>
                                        <p:tgtEl>
                                          <p:spTgt spid="32"/>
                                        </p:tgtEl>
                                        <p:attrNameLst>
                                          <p:attrName>style.visibility</p:attrName>
                                        </p:attrNameLst>
                                      </p:cBhvr>
                                      <p:to>
                                        <p:strVal val="visible"/>
                                      </p:to>
                                    </p:set>
                                    <p:animEffect transition="in" filter="fade">
                                      <p:cBhvr>
                                        <p:cTn id="83" dur="1000"/>
                                        <p:tgtEl>
                                          <p:spTgt spid="32"/>
                                        </p:tgtEl>
                                      </p:cBhvr>
                                    </p:animEffect>
                                    <p:anim calcmode="lin" valueType="num">
                                      <p:cBhvr>
                                        <p:cTn id="84" dur="1000" fill="hold"/>
                                        <p:tgtEl>
                                          <p:spTgt spid="32"/>
                                        </p:tgtEl>
                                        <p:attrNameLst>
                                          <p:attrName>ppt_x</p:attrName>
                                        </p:attrNameLst>
                                      </p:cBhvr>
                                      <p:tavLst>
                                        <p:tav tm="0">
                                          <p:val>
                                            <p:strVal val="#ppt_x"/>
                                          </p:val>
                                        </p:tav>
                                        <p:tav tm="100000">
                                          <p:val>
                                            <p:strVal val="#ppt_x"/>
                                          </p:val>
                                        </p:tav>
                                      </p:tavLst>
                                    </p:anim>
                                    <p:anim calcmode="lin" valueType="num">
                                      <p:cBhvr>
                                        <p:cTn id="85" dur="1000" fill="hold"/>
                                        <p:tgtEl>
                                          <p:spTgt spid="32"/>
                                        </p:tgtEl>
                                        <p:attrNameLst>
                                          <p:attrName>ppt_y</p:attrName>
                                        </p:attrNameLst>
                                      </p:cBhvr>
                                      <p:tavLst>
                                        <p:tav tm="0">
                                          <p:val>
                                            <p:strVal val="#ppt_y+.1"/>
                                          </p:val>
                                        </p:tav>
                                        <p:tav tm="100000">
                                          <p:val>
                                            <p:strVal val="#ppt_y"/>
                                          </p:val>
                                        </p:tav>
                                      </p:tavLst>
                                    </p:anim>
                                  </p:childTnLst>
                                </p:cTn>
                              </p:par>
                            </p:childTnLst>
                          </p:cTn>
                        </p:par>
                      </p:childTnLst>
                    </p:cTn>
                  </p:par>
                  <p:par>
                    <p:cTn id="86" fill="hold">
                      <p:stCondLst>
                        <p:cond delay="indefinite"/>
                      </p:stCondLst>
                      <p:childTnLst>
                        <p:par>
                          <p:cTn id="87" fill="hold">
                            <p:stCondLst>
                              <p:cond delay="0"/>
                            </p:stCondLst>
                            <p:childTnLst>
                              <p:par>
                                <p:cTn id="88" presetID="42" presetClass="entr" presetSubtype="0" fill="hold" nodeType="clickEffect">
                                  <p:stCondLst>
                                    <p:cond delay="0"/>
                                  </p:stCondLst>
                                  <p:childTnLst>
                                    <p:set>
                                      <p:cBhvr>
                                        <p:cTn id="89" dur="1" fill="hold">
                                          <p:stCondLst>
                                            <p:cond delay="0"/>
                                          </p:stCondLst>
                                        </p:cTn>
                                        <p:tgtEl>
                                          <p:spTgt spid="31"/>
                                        </p:tgtEl>
                                        <p:attrNameLst>
                                          <p:attrName>style.visibility</p:attrName>
                                        </p:attrNameLst>
                                      </p:cBhvr>
                                      <p:to>
                                        <p:strVal val="visible"/>
                                      </p:to>
                                    </p:set>
                                    <p:animEffect transition="in" filter="fade">
                                      <p:cBhvr>
                                        <p:cTn id="90" dur="1000"/>
                                        <p:tgtEl>
                                          <p:spTgt spid="31"/>
                                        </p:tgtEl>
                                      </p:cBhvr>
                                    </p:animEffect>
                                    <p:anim calcmode="lin" valueType="num">
                                      <p:cBhvr>
                                        <p:cTn id="91" dur="1000" fill="hold"/>
                                        <p:tgtEl>
                                          <p:spTgt spid="31"/>
                                        </p:tgtEl>
                                        <p:attrNameLst>
                                          <p:attrName>ppt_x</p:attrName>
                                        </p:attrNameLst>
                                      </p:cBhvr>
                                      <p:tavLst>
                                        <p:tav tm="0">
                                          <p:val>
                                            <p:strVal val="#ppt_x"/>
                                          </p:val>
                                        </p:tav>
                                        <p:tav tm="100000">
                                          <p:val>
                                            <p:strVal val="#ppt_x"/>
                                          </p:val>
                                        </p:tav>
                                      </p:tavLst>
                                    </p:anim>
                                    <p:anim calcmode="lin" valueType="num">
                                      <p:cBhvr>
                                        <p:cTn id="92" dur="1000" fill="hold"/>
                                        <p:tgtEl>
                                          <p:spTgt spid="31"/>
                                        </p:tgtEl>
                                        <p:attrNameLst>
                                          <p:attrName>ppt_y</p:attrName>
                                        </p:attrNameLst>
                                      </p:cBhvr>
                                      <p:tavLst>
                                        <p:tav tm="0">
                                          <p:val>
                                            <p:strVal val="#ppt_y+.1"/>
                                          </p:val>
                                        </p:tav>
                                        <p:tav tm="100000">
                                          <p:val>
                                            <p:strVal val="#ppt_y"/>
                                          </p:val>
                                        </p:tav>
                                      </p:tavLst>
                                    </p:anim>
                                  </p:childTnLst>
                                </p:cTn>
                              </p:par>
                            </p:childTnLst>
                          </p:cTn>
                        </p:par>
                      </p:childTnLst>
                    </p:cTn>
                  </p:par>
                  <p:par>
                    <p:cTn id="93" fill="hold">
                      <p:stCondLst>
                        <p:cond delay="indefinite"/>
                      </p:stCondLst>
                      <p:childTnLst>
                        <p:par>
                          <p:cTn id="94" fill="hold">
                            <p:stCondLst>
                              <p:cond delay="0"/>
                            </p:stCondLst>
                            <p:childTnLst>
                              <p:par>
                                <p:cTn id="95" presetID="42" presetClass="entr" presetSubtype="0" fill="hold" grpId="0" nodeType="clickEffect">
                                  <p:stCondLst>
                                    <p:cond delay="0"/>
                                  </p:stCondLst>
                                  <p:childTnLst>
                                    <p:set>
                                      <p:cBhvr>
                                        <p:cTn id="96" dur="1" fill="hold">
                                          <p:stCondLst>
                                            <p:cond delay="0"/>
                                          </p:stCondLst>
                                        </p:cTn>
                                        <p:tgtEl>
                                          <p:spTgt spid="33"/>
                                        </p:tgtEl>
                                        <p:attrNameLst>
                                          <p:attrName>style.visibility</p:attrName>
                                        </p:attrNameLst>
                                      </p:cBhvr>
                                      <p:to>
                                        <p:strVal val="visible"/>
                                      </p:to>
                                    </p:set>
                                    <p:animEffect transition="in" filter="fade">
                                      <p:cBhvr>
                                        <p:cTn id="97" dur="1000"/>
                                        <p:tgtEl>
                                          <p:spTgt spid="33"/>
                                        </p:tgtEl>
                                      </p:cBhvr>
                                    </p:animEffect>
                                    <p:anim calcmode="lin" valueType="num">
                                      <p:cBhvr>
                                        <p:cTn id="98" dur="1000" fill="hold"/>
                                        <p:tgtEl>
                                          <p:spTgt spid="33"/>
                                        </p:tgtEl>
                                        <p:attrNameLst>
                                          <p:attrName>ppt_x</p:attrName>
                                        </p:attrNameLst>
                                      </p:cBhvr>
                                      <p:tavLst>
                                        <p:tav tm="0">
                                          <p:val>
                                            <p:strVal val="#ppt_x"/>
                                          </p:val>
                                        </p:tav>
                                        <p:tav tm="100000">
                                          <p:val>
                                            <p:strVal val="#ppt_x"/>
                                          </p:val>
                                        </p:tav>
                                      </p:tavLst>
                                    </p:anim>
                                    <p:anim calcmode="lin" valueType="num">
                                      <p:cBhvr>
                                        <p:cTn id="99" dur="1000" fill="hold"/>
                                        <p:tgtEl>
                                          <p:spTgt spid="33"/>
                                        </p:tgtEl>
                                        <p:attrNameLst>
                                          <p:attrName>ppt_y</p:attrName>
                                        </p:attrNameLst>
                                      </p:cBhvr>
                                      <p:tavLst>
                                        <p:tav tm="0">
                                          <p:val>
                                            <p:strVal val="#ppt_y+.1"/>
                                          </p:val>
                                        </p:tav>
                                        <p:tav tm="100000">
                                          <p:val>
                                            <p:strVal val="#ppt_y"/>
                                          </p:val>
                                        </p:tav>
                                      </p:tavLst>
                                    </p:anim>
                                  </p:childTnLst>
                                </p:cTn>
                              </p:par>
                            </p:childTnLst>
                          </p:cTn>
                        </p:par>
                      </p:childTnLst>
                    </p:cTn>
                  </p:par>
                  <p:par>
                    <p:cTn id="100" fill="hold">
                      <p:stCondLst>
                        <p:cond delay="indefinite"/>
                      </p:stCondLst>
                      <p:childTnLst>
                        <p:par>
                          <p:cTn id="101" fill="hold">
                            <p:stCondLst>
                              <p:cond delay="0"/>
                            </p:stCondLst>
                            <p:childTnLst>
                              <p:par>
                                <p:cTn id="102" presetID="42" presetClass="entr" presetSubtype="0" fill="hold" nodeType="clickEffect">
                                  <p:stCondLst>
                                    <p:cond delay="0"/>
                                  </p:stCondLst>
                                  <p:childTnLst>
                                    <p:set>
                                      <p:cBhvr>
                                        <p:cTn id="103" dur="1" fill="hold">
                                          <p:stCondLst>
                                            <p:cond delay="0"/>
                                          </p:stCondLst>
                                        </p:cTn>
                                        <p:tgtEl>
                                          <p:spTgt spid="30"/>
                                        </p:tgtEl>
                                        <p:attrNameLst>
                                          <p:attrName>style.visibility</p:attrName>
                                        </p:attrNameLst>
                                      </p:cBhvr>
                                      <p:to>
                                        <p:strVal val="visible"/>
                                      </p:to>
                                    </p:set>
                                    <p:animEffect transition="in" filter="fade">
                                      <p:cBhvr>
                                        <p:cTn id="104" dur="1000"/>
                                        <p:tgtEl>
                                          <p:spTgt spid="30"/>
                                        </p:tgtEl>
                                      </p:cBhvr>
                                    </p:animEffect>
                                    <p:anim calcmode="lin" valueType="num">
                                      <p:cBhvr>
                                        <p:cTn id="105" dur="1000" fill="hold"/>
                                        <p:tgtEl>
                                          <p:spTgt spid="30"/>
                                        </p:tgtEl>
                                        <p:attrNameLst>
                                          <p:attrName>ppt_x</p:attrName>
                                        </p:attrNameLst>
                                      </p:cBhvr>
                                      <p:tavLst>
                                        <p:tav tm="0">
                                          <p:val>
                                            <p:strVal val="#ppt_x"/>
                                          </p:val>
                                        </p:tav>
                                        <p:tav tm="100000">
                                          <p:val>
                                            <p:strVal val="#ppt_x"/>
                                          </p:val>
                                        </p:tav>
                                      </p:tavLst>
                                    </p:anim>
                                    <p:anim calcmode="lin" valueType="num">
                                      <p:cBhvr>
                                        <p:cTn id="106" dur="1000" fill="hold"/>
                                        <p:tgtEl>
                                          <p:spTgt spid="30"/>
                                        </p:tgtEl>
                                        <p:attrNameLst>
                                          <p:attrName>ppt_y</p:attrName>
                                        </p:attrNameLst>
                                      </p:cBhvr>
                                      <p:tavLst>
                                        <p:tav tm="0">
                                          <p:val>
                                            <p:strVal val="#ppt_y+.1"/>
                                          </p:val>
                                        </p:tav>
                                        <p:tav tm="100000">
                                          <p:val>
                                            <p:strVal val="#ppt_y"/>
                                          </p:val>
                                        </p:tav>
                                      </p:tavLst>
                                    </p:anim>
                                  </p:childTnLst>
                                </p:cTn>
                              </p:par>
                            </p:childTnLst>
                          </p:cTn>
                        </p:par>
                      </p:childTnLst>
                    </p:cTn>
                  </p:par>
                  <p:par>
                    <p:cTn id="107" fill="hold">
                      <p:stCondLst>
                        <p:cond delay="indefinite"/>
                      </p:stCondLst>
                      <p:childTnLst>
                        <p:par>
                          <p:cTn id="108" fill="hold">
                            <p:stCondLst>
                              <p:cond delay="0"/>
                            </p:stCondLst>
                            <p:childTnLst>
                              <p:par>
                                <p:cTn id="109" presetID="42" presetClass="entr" presetSubtype="0" fill="hold" grpId="0" nodeType="clickEffect">
                                  <p:stCondLst>
                                    <p:cond delay="0"/>
                                  </p:stCondLst>
                                  <p:childTnLst>
                                    <p:set>
                                      <p:cBhvr>
                                        <p:cTn id="110" dur="1" fill="hold">
                                          <p:stCondLst>
                                            <p:cond delay="0"/>
                                          </p:stCondLst>
                                        </p:cTn>
                                        <p:tgtEl>
                                          <p:spTgt spid="104"/>
                                        </p:tgtEl>
                                        <p:attrNameLst>
                                          <p:attrName>style.visibility</p:attrName>
                                        </p:attrNameLst>
                                      </p:cBhvr>
                                      <p:to>
                                        <p:strVal val="visible"/>
                                      </p:to>
                                    </p:set>
                                    <p:animEffect transition="in" filter="fade">
                                      <p:cBhvr>
                                        <p:cTn id="111" dur="1000"/>
                                        <p:tgtEl>
                                          <p:spTgt spid="104"/>
                                        </p:tgtEl>
                                      </p:cBhvr>
                                    </p:animEffect>
                                    <p:anim calcmode="lin" valueType="num">
                                      <p:cBhvr>
                                        <p:cTn id="112" dur="1000" fill="hold"/>
                                        <p:tgtEl>
                                          <p:spTgt spid="104"/>
                                        </p:tgtEl>
                                        <p:attrNameLst>
                                          <p:attrName>ppt_x</p:attrName>
                                        </p:attrNameLst>
                                      </p:cBhvr>
                                      <p:tavLst>
                                        <p:tav tm="0">
                                          <p:val>
                                            <p:strVal val="#ppt_x"/>
                                          </p:val>
                                        </p:tav>
                                        <p:tav tm="100000">
                                          <p:val>
                                            <p:strVal val="#ppt_x"/>
                                          </p:val>
                                        </p:tav>
                                      </p:tavLst>
                                    </p:anim>
                                    <p:anim calcmode="lin" valueType="num">
                                      <p:cBhvr>
                                        <p:cTn id="113" dur="1000" fill="hold"/>
                                        <p:tgtEl>
                                          <p:spTgt spid="104"/>
                                        </p:tgtEl>
                                        <p:attrNameLst>
                                          <p:attrName>ppt_y</p:attrName>
                                        </p:attrNameLst>
                                      </p:cBhvr>
                                      <p:tavLst>
                                        <p:tav tm="0">
                                          <p:val>
                                            <p:strVal val="#ppt_y+.1"/>
                                          </p:val>
                                        </p:tav>
                                        <p:tav tm="100000">
                                          <p:val>
                                            <p:strVal val="#ppt_y"/>
                                          </p:val>
                                        </p:tav>
                                      </p:tavLst>
                                    </p:anim>
                                  </p:childTnLst>
                                </p:cTn>
                              </p:par>
                            </p:childTnLst>
                          </p:cTn>
                        </p:par>
                      </p:childTnLst>
                    </p:cTn>
                  </p:par>
                  <p:par>
                    <p:cTn id="114" fill="hold">
                      <p:stCondLst>
                        <p:cond delay="indefinite"/>
                      </p:stCondLst>
                      <p:childTnLst>
                        <p:par>
                          <p:cTn id="115" fill="hold">
                            <p:stCondLst>
                              <p:cond delay="0"/>
                            </p:stCondLst>
                            <p:childTnLst>
                              <p:par>
                                <p:cTn id="116" presetID="42" presetClass="entr" presetSubtype="0" fill="hold" grpId="0" nodeType="clickEffect">
                                  <p:stCondLst>
                                    <p:cond delay="0"/>
                                  </p:stCondLst>
                                  <p:childTnLst>
                                    <p:set>
                                      <p:cBhvr>
                                        <p:cTn id="117" dur="1" fill="hold">
                                          <p:stCondLst>
                                            <p:cond delay="0"/>
                                          </p:stCondLst>
                                        </p:cTn>
                                        <p:tgtEl>
                                          <p:spTgt spid="105"/>
                                        </p:tgtEl>
                                        <p:attrNameLst>
                                          <p:attrName>style.visibility</p:attrName>
                                        </p:attrNameLst>
                                      </p:cBhvr>
                                      <p:to>
                                        <p:strVal val="visible"/>
                                      </p:to>
                                    </p:set>
                                    <p:animEffect transition="in" filter="fade">
                                      <p:cBhvr>
                                        <p:cTn id="118" dur="1000"/>
                                        <p:tgtEl>
                                          <p:spTgt spid="105"/>
                                        </p:tgtEl>
                                      </p:cBhvr>
                                    </p:animEffect>
                                    <p:anim calcmode="lin" valueType="num">
                                      <p:cBhvr>
                                        <p:cTn id="119" dur="1000" fill="hold"/>
                                        <p:tgtEl>
                                          <p:spTgt spid="105"/>
                                        </p:tgtEl>
                                        <p:attrNameLst>
                                          <p:attrName>ppt_x</p:attrName>
                                        </p:attrNameLst>
                                      </p:cBhvr>
                                      <p:tavLst>
                                        <p:tav tm="0">
                                          <p:val>
                                            <p:strVal val="#ppt_x"/>
                                          </p:val>
                                        </p:tav>
                                        <p:tav tm="100000">
                                          <p:val>
                                            <p:strVal val="#ppt_x"/>
                                          </p:val>
                                        </p:tav>
                                      </p:tavLst>
                                    </p:anim>
                                    <p:anim calcmode="lin" valueType="num">
                                      <p:cBhvr>
                                        <p:cTn id="120" dur="1000" fill="hold"/>
                                        <p:tgtEl>
                                          <p:spTgt spid="105"/>
                                        </p:tgtEl>
                                        <p:attrNameLst>
                                          <p:attrName>ppt_y</p:attrName>
                                        </p:attrNameLst>
                                      </p:cBhvr>
                                      <p:tavLst>
                                        <p:tav tm="0">
                                          <p:val>
                                            <p:strVal val="#ppt_y+.1"/>
                                          </p:val>
                                        </p:tav>
                                        <p:tav tm="100000">
                                          <p:val>
                                            <p:strVal val="#ppt_y"/>
                                          </p:val>
                                        </p:tav>
                                      </p:tavLst>
                                    </p:anim>
                                  </p:childTnLst>
                                </p:cTn>
                              </p:par>
                            </p:childTnLst>
                          </p:cTn>
                        </p:par>
                      </p:childTnLst>
                    </p:cTn>
                  </p:par>
                  <p:par>
                    <p:cTn id="121" fill="hold">
                      <p:stCondLst>
                        <p:cond delay="indefinite"/>
                      </p:stCondLst>
                      <p:childTnLst>
                        <p:par>
                          <p:cTn id="122" fill="hold">
                            <p:stCondLst>
                              <p:cond delay="0"/>
                            </p:stCondLst>
                            <p:childTnLst>
                              <p:par>
                                <p:cTn id="123" presetID="6" presetClass="entr" presetSubtype="16" fill="hold" nodeType="clickEffect">
                                  <p:stCondLst>
                                    <p:cond delay="0"/>
                                  </p:stCondLst>
                                  <p:childTnLst>
                                    <p:set>
                                      <p:cBhvr>
                                        <p:cTn id="124" dur="1" fill="hold">
                                          <p:stCondLst>
                                            <p:cond delay="0"/>
                                          </p:stCondLst>
                                        </p:cTn>
                                        <p:tgtEl>
                                          <p:spTgt spid="106"/>
                                        </p:tgtEl>
                                        <p:attrNameLst>
                                          <p:attrName>style.visibility</p:attrName>
                                        </p:attrNameLst>
                                      </p:cBhvr>
                                      <p:to>
                                        <p:strVal val="visible"/>
                                      </p:to>
                                    </p:set>
                                    <p:animEffect transition="in" filter="circle(in)">
                                      <p:cBhvr>
                                        <p:cTn id="125" dur="2000"/>
                                        <p:tgtEl>
                                          <p:spTgt spid="106"/>
                                        </p:tgtEl>
                                      </p:cBhvr>
                                    </p:animEffect>
                                  </p:childTnLst>
                                </p:cTn>
                              </p:par>
                            </p:childTnLst>
                          </p:cTn>
                        </p:par>
                      </p:childTnLst>
                    </p:cTn>
                  </p:par>
                  <p:par>
                    <p:cTn id="126" fill="hold">
                      <p:stCondLst>
                        <p:cond delay="indefinite"/>
                      </p:stCondLst>
                      <p:childTnLst>
                        <p:par>
                          <p:cTn id="127" fill="hold">
                            <p:stCondLst>
                              <p:cond delay="0"/>
                            </p:stCondLst>
                            <p:childTnLst>
                              <p:par>
                                <p:cTn id="128" presetID="42" presetClass="entr" presetSubtype="0" fill="hold" grpId="0" nodeType="clickEffect">
                                  <p:stCondLst>
                                    <p:cond delay="0"/>
                                  </p:stCondLst>
                                  <p:childTnLst>
                                    <p:set>
                                      <p:cBhvr>
                                        <p:cTn id="129" dur="1" fill="hold">
                                          <p:stCondLst>
                                            <p:cond delay="0"/>
                                          </p:stCondLst>
                                        </p:cTn>
                                        <p:tgtEl>
                                          <p:spTgt spid="109"/>
                                        </p:tgtEl>
                                        <p:attrNameLst>
                                          <p:attrName>style.visibility</p:attrName>
                                        </p:attrNameLst>
                                      </p:cBhvr>
                                      <p:to>
                                        <p:strVal val="visible"/>
                                      </p:to>
                                    </p:set>
                                    <p:animEffect transition="in" filter="fade">
                                      <p:cBhvr>
                                        <p:cTn id="130" dur="1000"/>
                                        <p:tgtEl>
                                          <p:spTgt spid="109"/>
                                        </p:tgtEl>
                                      </p:cBhvr>
                                    </p:animEffect>
                                    <p:anim calcmode="lin" valueType="num">
                                      <p:cBhvr>
                                        <p:cTn id="131" dur="1000" fill="hold"/>
                                        <p:tgtEl>
                                          <p:spTgt spid="109"/>
                                        </p:tgtEl>
                                        <p:attrNameLst>
                                          <p:attrName>ppt_x</p:attrName>
                                        </p:attrNameLst>
                                      </p:cBhvr>
                                      <p:tavLst>
                                        <p:tav tm="0">
                                          <p:val>
                                            <p:strVal val="#ppt_x"/>
                                          </p:val>
                                        </p:tav>
                                        <p:tav tm="100000">
                                          <p:val>
                                            <p:strVal val="#ppt_x"/>
                                          </p:val>
                                        </p:tav>
                                      </p:tavLst>
                                    </p:anim>
                                    <p:anim calcmode="lin" valueType="num">
                                      <p:cBhvr>
                                        <p:cTn id="132" dur="1000" fill="hold"/>
                                        <p:tgtEl>
                                          <p:spTgt spid="109"/>
                                        </p:tgtEl>
                                        <p:attrNameLst>
                                          <p:attrName>ppt_y</p:attrName>
                                        </p:attrNameLst>
                                      </p:cBhvr>
                                      <p:tavLst>
                                        <p:tav tm="0">
                                          <p:val>
                                            <p:strVal val="#ppt_y+.1"/>
                                          </p:val>
                                        </p:tav>
                                        <p:tav tm="100000">
                                          <p:val>
                                            <p:strVal val="#ppt_y"/>
                                          </p:val>
                                        </p:tav>
                                      </p:tavLst>
                                    </p:anim>
                                  </p:childTnLst>
                                </p:cTn>
                              </p:par>
                            </p:childTnLst>
                          </p:cTn>
                        </p:par>
                      </p:childTnLst>
                    </p:cTn>
                  </p:par>
                  <p:par>
                    <p:cTn id="133" fill="hold">
                      <p:stCondLst>
                        <p:cond delay="indefinite"/>
                      </p:stCondLst>
                      <p:childTnLst>
                        <p:par>
                          <p:cTn id="134" fill="hold">
                            <p:stCondLst>
                              <p:cond delay="0"/>
                            </p:stCondLst>
                            <p:childTnLst>
                              <p:par>
                                <p:cTn id="135" presetID="42" presetClass="entr" presetSubtype="0" fill="hold" nodeType="clickEffect">
                                  <p:stCondLst>
                                    <p:cond delay="0"/>
                                  </p:stCondLst>
                                  <p:childTnLst>
                                    <p:set>
                                      <p:cBhvr>
                                        <p:cTn id="136" dur="1" fill="hold">
                                          <p:stCondLst>
                                            <p:cond delay="0"/>
                                          </p:stCondLst>
                                        </p:cTn>
                                        <p:tgtEl>
                                          <p:spTgt spid="108"/>
                                        </p:tgtEl>
                                        <p:attrNameLst>
                                          <p:attrName>style.visibility</p:attrName>
                                        </p:attrNameLst>
                                      </p:cBhvr>
                                      <p:to>
                                        <p:strVal val="visible"/>
                                      </p:to>
                                    </p:set>
                                    <p:animEffect transition="in" filter="fade">
                                      <p:cBhvr>
                                        <p:cTn id="137" dur="1000"/>
                                        <p:tgtEl>
                                          <p:spTgt spid="108"/>
                                        </p:tgtEl>
                                      </p:cBhvr>
                                    </p:animEffect>
                                    <p:anim calcmode="lin" valueType="num">
                                      <p:cBhvr>
                                        <p:cTn id="138" dur="1000" fill="hold"/>
                                        <p:tgtEl>
                                          <p:spTgt spid="108"/>
                                        </p:tgtEl>
                                        <p:attrNameLst>
                                          <p:attrName>ppt_x</p:attrName>
                                        </p:attrNameLst>
                                      </p:cBhvr>
                                      <p:tavLst>
                                        <p:tav tm="0">
                                          <p:val>
                                            <p:strVal val="#ppt_x"/>
                                          </p:val>
                                        </p:tav>
                                        <p:tav tm="100000">
                                          <p:val>
                                            <p:strVal val="#ppt_x"/>
                                          </p:val>
                                        </p:tav>
                                      </p:tavLst>
                                    </p:anim>
                                    <p:anim calcmode="lin" valueType="num">
                                      <p:cBhvr>
                                        <p:cTn id="139" dur="1000" fill="hold"/>
                                        <p:tgtEl>
                                          <p:spTgt spid="108"/>
                                        </p:tgtEl>
                                        <p:attrNameLst>
                                          <p:attrName>ppt_y</p:attrName>
                                        </p:attrNameLst>
                                      </p:cBhvr>
                                      <p:tavLst>
                                        <p:tav tm="0">
                                          <p:val>
                                            <p:strVal val="#ppt_y+.1"/>
                                          </p:val>
                                        </p:tav>
                                        <p:tav tm="100000">
                                          <p:val>
                                            <p:strVal val="#ppt_y"/>
                                          </p:val>
                                        </p:tav>
                                      </p:tavLst>
                                    </p:anim>
                                  </p:childTnLst>
                                </p:cTn>
                              </p:par>
                            </p:childTnLst>
                          </p:cTn>
                        </p:par>
                      </p:childTnLst>
                    </p:cTn>
                  </p:par>
                  <p:par>
                    <p:cTn id="140" fill="hold">
                      <p:stCondLst>
                        <p:cond delay="indefinite"/>
                      </p:stCondLst>
                      <p:childTnLst>
                        <p:par>
                          <p:cTn id="141" fill="hold">
                            <p:stCondLst>
                              <p:cond delay="0"/>
                            </p:stCondLst>
                            <p:childTnLst>
                              <p:par>
                                <p:cTn id="142" presetID="42" presetClass="entr" presetSubtype="0" fill="hold" grpId="0" nodeType="clickEffect">
                                  <p:stCondLst>
                                    <p:cond delay="0"/>
                                  </p:stCondLst>
                                  <p:childTnLst>
                                    <p:set>
                                      <p:cBhvr>
                                        <p:cTn id="143" dur="1" fill="hold">
                                          <p:stCondLst>
                                            <p:cond delay="0"/>
                                          </p:stCondLst>
                                        </p:cTn>
                                        <p:tgtEl>
                                          <p:spTgt spid="110"/>
                                        </p:tgtEl>
                                        <p:attrNameLst>
                                          <p:attrName>style.visibility</p:attrName>
                                        </p:attrNameLst>
                                      </p:cBhvr>
                                      <p:to>
                                        <p:strVal val="visible"/>
                                      </p:to>
                                    </p:set>
                                    <p:animEffect transition="in" filter="fade">
                                      <p:cBhvr>
                                        <p:cTn id="144" dur="1000"/>
                                        <p:tgtEl>
                                          <p:spTgt spid="110"/>
                                        </p:tgtEl>
                                      </p:cBhvr>
                                    </p:animEffect>
                                    <p:anim calcmode="lin" valueType="num">
                                      <p:cBhvr>
                                        <p:cTn id="145" dur="1000" fill="hold"/>
                                        <p:tgtEl>
                                          <p:spTgt spid="110"/>
                                        </p:tgtEl>
                                        <p:attrNameLst>
                                          <p:attrName>ppt_x</p:attrName>
                                        </p:attrNameLst>
                                      </p:cBhvr>
                                      <p:tavLst>
                                        <p:tav tm="0">
                                          <p:val>
                                            <p:strVal val="#ppt_x"/>
                                          </p:val>
                                        </p:tav>
                                        <p:tav tm="100000">
                                          <p:val>
                                            <p:strVal val="#ppt_x"/>
                                          </p:val>
                                        </p:tav>
                                      </p:tavLst>
                                    </p:anim>
                                    <p:anim calcmode="lin" valueType="num">
                                      <p:cBhvr>
                                        <p:cTn id="146" dur="1000" fill="hold"/>
                                        <p:tgtEl>
                                          <p:spTgt spid="110"/>
                                        </p:tgtEl>
                                        <p:attrNameLst>
                                          <p:attrName>ppt_y</p:attrName>
                                        </p:attrNameLst>
                                      </p:cBhvr>
                                      <p:tavLst>
                                        <p:tav tm="0">
                                          <p:val>
                                            <p:strVal val="#ppt_y+.1"/>
                                          </p:val>
                                        </p:tav>
                                        <p:tav tm="100000">
                                          <p:val>
                                            <p:strVal val="#ppt_y"/>
                                          </p:val>
                                        </p:tav>
                                      </p:tavLst>
                                    </p:anim>
                                  </p:childTnLst>
                                </p:cTn>
                              </p:par>
                            </p:childTnLst>
                          </p:cTn>
                        </p:par>
                      </p:childTnLst>
                    </p:cTn>
                  </p:par>
                  <p:par>
                    <p:cTn id="147" fill="hold">
                      <p:stCondLst>
                        <p:cond delay="indefinite"/>
                      </p:stCondLst>
                      <p:childTnLst>
                        <p:par>
                          <p:cTn id="148" fill="hold">
                            <p:stCondLst>
                              <p:cond delay="0"/>
                            </p:stCondLst>
                            <p:childTnLst>
                              <p:par>
                                <p:cTn id="149" presetID="6" presetClass="entr" presetSubtype="16" fill="hold" nodeType="clickEffect">
                                  <p:stCondLst>
                                    <p:cond delay="0"/>
                                  </p:stCondLst>
                                  <p:childTnLst>
                                    <p:set>
                                      <p:cBhvr>
                                        <p:cTn id="150" dur="1" fill="hold">
                                          <p:stCondLst>
                                            <p:cond delay="0"/>
                                          </p:stCondLst>
                                        </p:cTn>
                                        <p:tgtEl>
                                          <p:spTgt spid="107"/>
                                        </p:tgtEl>
                                        <p:attrNameLst>
                                          <p:attrName>style.visibility</p:attrName>
                                        </p:attrNameLst>
                                      </p:cBhvr>
                                      <p:to>
                                        <p:strVal val="visible"/>
                                      </p:to>
                                    </p:set>
                                    <p:animEffect transition="in" filter="circle(in)">
                                      <p:cBhvr>
                                        <p:cTn id="151" dur="2000"/>
                                        <p:tgtEl>
                                          <p:spTgt spid="107"/>
                                        </p:tgtEl>
                                      </p:cBhvr>
                                    </p:animEffect>
                                  </p:childTnLst>
                                </p:cTn>
                              </p:par>
                            </p:childTnLst>
                          </p:cTn>
                        </p:par>
                      </p:childTnLst>
                    </p:cTn>
                  </p:par>
                  <p:par>
                    <p:cTn id="152" fill="hold">
                      <p:stCondLst>
                        <p:cond delay="indefinite"/>
                      </p:stCondLst>
                      <p:childTnLst>
                        <p:par>
                          <p:cTn id="153" fill="hold">
                            <p:stCondLst>
                              <p:cond delay="0"/>
                            </p:stCondLst>
                            <p:childTnLst>
                              <p:par>
                                <p:cTn id="154" presetID="42" presetClass="entr" presetSubtype="0" fill="hold" grpId="0" nodeType="clickEffect">
                                  <p:stCondLst>
                                    <p:cond delay="0"/>
                                  </p:stCondLst>
                                  <p:childTnLst>
                                    <p:set>
                                      <p:cBhvr>
                                        <p:cTn id="155" dur="1" fill="hold">
                                          <p:stCondLst>
                                            <p:cond delay="0"/>
                                          </p:stCondLst>
                                        </p:cTn>
                                        <p:tgtEl>
                                          <p:spTgt spid="111"/>
                                        </p:tgtEl>
                                        <p:attrNameLst>
                                          <p:attrName>style.visibility</p:attrName>
                                        </p:attrNameLst>
                                      </p:cBhvr>
                                      <p:to>
                                        <p:strVal val="visible"/>
                                      </p:to>
                                    </p:set>
                                    <p:animEffect transition="in" filter="fade">
                                      <p:cBhvr>
                                        <p:cTn id="156" dur="1000"/>
                                        <p:tgtEl>
                                          <p:spTgt spid="111"/>
                                        </p:tgtEl>
                                      </p:cBhvr>
                                    </p:animEffect>
                                    <p:anim calcmode="lin" valueType="num">
                                      <p:cBhvr>
                                        <p:cTn id="157" dur="1000" fill="hold"/>
                                        <p:tgtEl>
                                          <p:spTgt spid="111"/>
                                        </p:tgtEl>
                                        <p:attrNameLst>
                                          <p:attrName>ppt_x</p:attrName>
                                        </p:attrNameLst>
                                      </p:cBhvr>
                                      <p:tavLst>
                                        <p:tav tm="0">
                                          <p:val>
                                            <p:strVal val="#ppt_x"/>
                                          </p:val>
                                        </p:tav>
                                        <p:tav tm="100000">
                                          <p:val>
                                            <p:strVal val="#ppt_x"/>
                                          </p:val>
                                        </p:tav>
                                      </p:tavLst>
                                    </p:anim>
                                    <p:anim calcmode="lin" valueType="num">
                                      <p:cBhvr>
                                        <p:cTn id="158" dur="1000" fill="hold"/>
                                        <p:tgtEl>
                                          <p:spTgt spid="111"/>
                                        </p:tgtEl>
                                        <p:attrNameLst>
                                          <p:attrName>ppt_y</p:attrName>
                                        </p:attrNameLst>
                                      </p:cBhvr>
                                      <p:tavLst>
                                        <p:tav tm="0">
                                          <p:val>
                                            <p:strVal val="#ppt_y+.1"/>
                                          </p:val>
                                        </p:tav>
                                        <p:tav tm="100000">
                                          <p:val>
                                            <p:strVal val="#ppt_y"/>
                                          </p:val>
                                        </p:tav>
                                      </p:tavLst>
                                    </p:anim>
                                  </p:childTnLst>
                                </p:cTn>
                              </p:par>
                            </p:childTnLst>
                          </p:cTn>
                        </p:par>
                      </p:childTnLst>
                    </p:cTn>
                  </p:par>
                  <p:par>
                    <p:cTn id="159" fill="hold">
                      <p:stCondLst>
                        <p:cond delay="indefinite"/>
                      </p:stCondLst>
                      <p:childTnLst>
                        <p:par>
                          <p:cTn id="160" fill="hold">
                            <p:stCondLst>
                              <p:cond delay="0"/>
                            </p:stCondLst>
                            <p:childTnLst>
                              <p:par>
                                <p:cTn id="161" presetID="42" presetClass="entr" presetSubtype="0" fill="hold" grpId="0" nodeType="clickEffect">
                                  <p:stCondLst>
                                    <p:cond delay="0"/>
                                  </p:stCondLst>
                                  <p:childTnLst>
                                    <p:set>
                                      <p:cBhvr>
                                        <p:cTn id="162" dur="1" fill="hold">
                                          <p:stCondLst>
                                            <p:cond delay="0"/>
                                          </p:stCondLst>
                                        </p:cTn>
                                        <p:tgtEl>
                                          <p:spTgt spid="112"/>
                                        </p:tgtEl>
                                        <p:attrNameLst>
                                          <p:attrName>style.visibility</p:attrName>
                                        </p:attrNameLst>
                                      </p:cBhvr>
                                      <p:to>
                                        <p:strVal val="visible"/>
                                      </p:to>
                                    </p:set>
                                    <p:animEffect transition="in" filter="fade">
                                      <p:cBhvr>
                                        <p:cTn id="163" dur="1000"/>
                                        <p:tgtEl>
                                          <p:spTgt spid="112"/>
                                        </p:tgtEl>
                                      </p:cBhvr>
                                    </p:animEffect>
                                    <p:anim calcmode="lin" valueType="num">
                                      <p:cBhvr>
                                        <p:cTn id="164" dur="1000" fill="hold"/>
                                        <p:tgtEl>
                                          <p:spTgt spid="112"/>
                                        </p:tgtEl>
                                        <p:attrNameLst>
                                          <p:attrName>ppt_x</p:attrName>
                                        </p:attrNameLst>
                                      </p:cBhvr>
                                      <p:tavLst>
                                        <p:tav tm="0">
                                          <p:val>
                                            <p:strVal val="#ppt_x"/>
                                          </p:val>
                                        </p:tav>
                                        <p:tav tm="100000">
                                          <p:val>
                                            <p:strVal val="#ppt_x"/>
                                          </p:val>
                                        </p:tav>
                                      </p:tavLst>
                                    </p:anim>
                                    <p:anim calcmode="lin" valueType="num">
                                      <p:cBhvr>
                                        <p:cTn id="165" dur="1000" fill="hold"/>
                                        <p:tgtEl>
                                          <p:spTgt spid="112"/>
                                        </p:tgtEl>
                                        <p:attrNameLst>
                                          <p:attrName>ppt_y</p:attrName>
                                        </p:attrNameLst>
                                      </p:cBhvr>
                                      <p:tavLst>
                                        <p:tav tm="0">
                                          <p:val>
                                            <p:strVal val="#ppt_y+.1"/>
                                          </p:val>
                                        </p:tav>
                                        <p:tav tm="100000">
                                          <p:val>
                                            <p:strVal val="#ppt_y"/>
                                          </p:val>
                                        </p:tav>
                                      </p:tavLst>
                                    </p:anim>
                                  </p:childTnLst>
                                </p:cTn>
                              </p:par>
                            </p:childTnLst>
                          </p:cTn>
                        </p:par>
                      </p:childTnLst>
                    </p:cTn>
                  </p:par>
                  <p:par>
                    <p:cTn id="166" fill="hold">
                      <p:stCondLst>
                        <p:cond delay="indefinite"/>
                      </p:stCondLst>
                      <p:childTnLst>
                        <p:par>
                          <p:cTn id="167" fill="hold">
                            <p:stCondLst>
                              <p:cond delay="0"/>
                            </p:stCondLst>
                            <p:childTnLst>
                              <p:par>
                                <p:cTn id="168" presetID="6" presetClass="entr" presetSubtype="16" fill="hold" nodeType="clickEffect">
                                  <p:stCondLst>
                                    <p:cond delay="0"/>
                                  </p:stCondLst>
                                  <p:childTnLst>
                                    <p:set>
                                      <p:cBhvr>
                                        <p:cTn id="169" dur="1" fill="hold">
                                          <p:stCondLst>
                                            <p:cond delay="0"/>
                                          </p:stCondLst>
                                        </p:cTn>
                                        <p:tgtEl>
                                          <p:spTgt spid="134"/>
                                        </p:tgtEl>
                                        <p:attrNameLst>
                                          <p:attrName>style.visibility</p:attrName>
                                        </p:attrNameLst>
                                      </p:cBhvr>
                                      <p:to>
                                        <p:strVal val="visible"/>
                                      </p:to>
                                    </p:set>
                                    <p:animEffect transition="in" filter="circle(in)">
                                      <p:cBhvr>
                                        <p:cTn id="170" dur="2000"/>
                                        <p:tgtEl>
                                          <p:spTgt spid="134"/>
                                        </p:tgtEl>
                                      </p:cBhvr>
                                    </p:animEffect>
                                  </p:childTnLst>
                                </p:cTn>
                              </p:par>
                            </p:childTnLst>
                          </p:cTn>
                        </p:par>
                      </p:childTnLst>
                    </p:cTn>
                  </p:par>
                  <p:par>
                    <p:cTn id="171" fill="hold">
                      <p:stCondLst>
                        <p:cond delay="indefinite"/>
                      </p:stCondLst>
                      <p:childTnLst>
                        <p:par>
                          <p:cTn id="172" fill="hold">
                            <p:stCondLst>
                              <p:cond delay="0"/>
                            </p:stCondLst>
                            <p:childTnLst>
                              <p:par>
                                <p:cTn id="173" presetID="6" presetClass="entr" presetSubtype="16" fill="hold" grpId="0" nodeType="clickEffect">
                                  <p:stCondLst>
                                    <p:cond delay="0"/>
                                  </p:stCondLst>
                                  <p:childTnLst>
                                    <p:set>
                                      <p:cBhvr>
                                        <p:cTn id="174" dur="1" fill="hold">
                                          <p:stCondLst>
                                            <p:cond delay="0"/>
                                          </p:stCondLst>
                                        </p:cTn>
                                        <p:tgtEl>
                                          <p:spTgt spid="135"/>
                                        </p:tgtEl>
                                        <p:attrNameLst>
                                          <p:attrName>style.visibility</p:attrName>
                                        </p:attrNameLst>
                                      </p:cBhvr>
                                      <p:to>
                                        <p:strVal val="visible"/>
                                      </p:to>
                                    </p:set>
                                    <p:animEffect transition="in" filter="circle(in)">
                                      <p:cBhvr>
                                        <p:cTn id="175" dur="2000"/>
                                        <p:tgtEl>
                                          <p:spTgt spid="135"/>
                                        </p:tgtEl>
                                      </p:cBhvr>
                                    </p:animEffect>
                                  </p:childTnLst>
                                </p:cTn>
                              </p:par>
                            </p:childTnLst>
                          </p:cTn>
                        </p:par>
                      </p:childTnLst>
                    </p:cTn>
                  </p:par>
                  <p:par>
                    <p:cTn id="176" fill="hold">
                      <p:stCondLst>
                        <p:cond delay="indefinite"/>
                      </p:stCondLst>
                      <p:childTnLst>
                        <p:par>
                          <p:cTn id="177" fill="hold">
                            <p:stCondLst>
                              <p:cond delay="0"/>
                            </p:stCondLst>
                            <p:childTnLst>
                              <p:par>
                                <p:cTn id="178" presetID="6" presetClass="entr" presetSubtype="16" fill="hold" grpId="0" nodeType="clickEffect">
                                  <p:stCondLst>
                                    <p:cond delay="0"/>
                                  </p:stCondLst>
                                  <p:childTnLst>
                                    <p:set>
                                      <p:cBhvr>
                                        <p:cTn id="179" dur="1" fill="hold">
                                          <p:stCondLst>
                                            <p:cond delay="0"/>
                                          </p:stCondLst>
                                        </p:cTn>
                                        <p:tgtEl>
                                          <p:spTgt spid="136"/>
                                        </p:tgtEl>
                                        <p:attrNameLst>
                                          <p:attrName>style.visibility</p:attrName>
                                        </p:attrNameLst>
                                      </p:cBhvr>
                                      <p:to>
                                        <p:strVal val="visible"/>
                                      </p:to>
                                    </p:set>
                                    <p:animEffect transition="in" filter="circle(in)">
                                      <p:cBhvr>
                                        <p:cTn id="180" dur="2000"/>
                                        <p:tgtEl>
                                          <p:spTgt spid="136"/>
                                        </p:tgtEl>
                                      </p:cBhvr>
                                    </p:animEffect>
                                  </p:childTnLst>
                                </p:cTn>
                              </p:par>
                            </p:childTnLst>
                          </p:cTn>
                        </p:par>
                      </p:childTnLst>
                    </p:cTn>
                  </p:par>
                  <p:par>
                    <p:cTn id="181" fill="hold">
                      <p:stCondLst>
                        <p:cond delay="indefinite"/>
                      </p:stCondLst>
                      <p:childTnLst>
                        <p:par>
                          <p:cTn id="182" fill="hold">
                            <p:stCondLst>
                              <p:cond delay="0"/>
                            </p:stCondLst>
                            <p:childTnLst>
                              <p:par>
                                <p:cTn id="183" presetID="6" presetClass="entr" presetSubtype="16" fill="hold" nodeType="clickEffect">
                                  <p:stCondLst>
                                    <p:cond delay="0"/>
                                  </p:stCondLst>
                                  <p:childTnLst>
                                    <p:set>
                                      <p:cBhvr>
                                        <p:cTn id="184" dur="1" fill="hold">
                                          <p:stCondLst>
                                            <p:cond delay="0"/>
                                          </p:stCondLst>
                                        </p:cTn>
                                        <p:tgtEl>
                                          <p:spTgt spid="137"/>
                                        </p:tgtEl>
                                        <p:attrNameLst>
                                          <p:attrName>style.visibility</p:attrName>
                                        </p:attrNameLst>
                                      </p:cBhvr>
                                      <p:to>
                                        <p:strVal val="visible"/>
                                      </p:to>
                                    </p:set>
                                    <p:animEffect transition="in" filter="circle(in)">
                                      <p:cBhvr>
                                        <p:cTn id="185" dur="2000"/>
                                        <p:tgtEl>
                                          <p:spTgt spid="137"/>
                                        </p:tgtEl>
                                      </p:cBhvr>
                                    </p:animEffect>
                                  </p:childTnLst>
                                </p:cTn>
                              </p:par>
                            </p:childTnLst>
                          </p:cTn>
                        </p:par>
                      </p:childTnLst>
                    </p:cTn>
                  </p:par>
                  <p:par>
                    <p:cTn id="186" fill="hold">
                      <p:stCondLst>
                        <p:cond delay="indefinite"/>
                      </p:stCondLst>
                      <p:childTnLst>
                        <p:par>
                          <p:cTn id="187" fill="hold">
                            <p:stCondLst>
                              <p:cond delay="0"/>
                            </p:stCondLst>
                            <p:childTnLst>
                              <p:par>
                                <p:cTn id="188" presetID="42" presetClass="entr" presetSubtype="0" fill="hold" nodeType="clickEffect">
                                  <p:stCondLst>
                                    <p:cond delay="0"/>
                                  </p:stCondLst>
                                  <p:childTnLst>
                                    <p:set>
                                      <p:cBhvr>
                                        <p:cTn id="189" dur="1" fill="hold">
                                          <p:stCondLst>
                                            <p:cond delay="0"/>
                                          </p:stCondLst>
                                        </p:cTn>
                                        <p:tgtEl>
                                          <p:spTgt spid="138"/>
                                        </p:tgtEl>
                                        <p:attrNameLst>
                                          <p:attrName>style.visibility</p:attrName>
                                        </p:attrNameLst>
                                      </p:cBhvr>
                                      <p:to>
                                        <p:strVal val="visible"/>
                                      </p:to>
                                    </p:set>
                                    <p:animEffect transition="in" filter="fade">
                                      <p:cBhvr>
                                        <p:cTn id="190" dur="1000"/>
                                        <p:tgtEl>
                                          <p:spTgt spid="138"/>
                                        </p:tgtEl>
                                      </p:cBhvr>
                                    </p:animEffect>
                                    <p:anim calcmode="lin" valueType="num">
                                      <p:cBhvr>
                                        <p:cTn id="191" dur="1000" fill="hold"/>
                                        <p:tgtEl>
                                          <p:spTgt spid="138"/>
                                        </p:tgtEl>
                                        <p:attrNameLst>
                                          <p:attrName>ppt_x</p:attrName>
                                        </p:attrNameLst>
                                      </p:cBhvr>
                                      <p:tavLst>
                                        <p:tav tm="0">
                                          <p:val>
                                            <p:strVal val="#ppt_x"/>
                                          </p:val>
                                        </p:tav>
                                        <p:tav tm="100000">
                                          <p:val>
                                            <p:strVal val="#ppt_x"/>
                                          </p:val>
                                        </p:tav>
                                      </p:tavLst>
                                    </p:anim>
                                    <p:anim calcmode="lin" valueType="num">
                                      <p:cBhvr>
                                        <p:cTn id="192" dur="1000" fill="hold"/>
                                        <p:tgtEl>
                                          <p:spTgt spid="138"/>
                                        </p:tgtEl>
                                        <p:attrNameLst>
                                          <p:attrName>ppt_y</p:attrName>
                                        </p:attrNameLst>
                                      </p:cBhvr>
                                      <p:tavLst>
                                        <p:tav tm="0">
                                          <p:val>
                                            <p:strVal val="#ppt_y+.1"/>
                                          </p:val>
                                        </p:tav>
                                        <p:tav tm="100000">
                                          <p:val>
                                            <p:strVal val="#ppt_y"/>
                                          </p:val>
                                        </p:tav>
                                      </p:tavLst>
                                    </p:anim>
                                  </p:childTnLst>
                                </p:cTn>
                              </p:par>
                            </p:childTnLst>
                          </p:cTn>
                        </p:par>
                      </p:childTnLst>
                    </p:cTn>
                  </p:par>
                  <p:par>
                    <p:cTn id="193" fill="hold">
                      <p:stCondLst>
                        <p:cond delay="indefinite"/>
                      </p:stCondLst>
                      <p:childTnLst>
                        <p:par>
                          <p:cTn id="194" fill="hold">
                            <p:stCondLst>
                              <p:cond delay="0"/>
                            </p:stCondLst>
                            <p:childTnLst>
                              <p:par>
                                <p:cTn id="195" presetID="42" presetClass="entr" presetSubtype="0" fill="hold" nodeType="clickEffect">
                                  <p:stCondLst>
                                    <p:cond delay="0"/>
                                  </p:stCondLst>
                                  <p:childTnLst>
                                    <p:set>
                                      <p:cBhvr>
                                        <p:cTn id="196" dur="1" fill="hold">
                                          <p:stCondLst>
                                            <p:cond delay="0"/>
                                          </p:stCondLst>
                                        </p:cTn>
                                        <p:tgtEl>
                                          <p:spTgt spid="146"/>
                                        </p:tgtEl>
                                        <p:attrNameLst>
                                          <p:attrName>style.visibility</p:attrName>
                                        </p:attrNameLst>
                                      </p:cBhvr>
                                      <p:to>
                                        <p:strVal val="visible"/>
                                      </p:to>
                                    </p:set>
                                    <p:animEffect transition="in" filter="fade">
                                      <p:cBhvr>
                                        <p:cTn id="197" dur="1000"/>
                                        <p:tgtEl>
                                          <p:spTgt spid="146"/>
                                        </p:tgtEl>
                                      </p:cBhvr>
                                    </p:animEffect>
                                    <p:anim calcmode="lin" valueType="num">
                                      <p:cBhvr>
                                        <p:cTn id="198" dur="1000" fill="hold"/>
                                        <p:tgtEl>
                                          <p:spTgt spid="146"/>
                                        </p:tgtEl>
                                        <p:attrNameLst>
                                          <p:attrName>ppt_x</p:attrName>
                                        </p:attrNameLst>
                                      </p:cBhvr>
                                      <p:tavLst>
                                        <p:tav tm="0">
                                          <p:val>
                                            <p:strVal val="#ppt_x"/>
                                          </p:val>
                                        </p:tav>
                                        <p:tav tm="100000">
                                          <p:val>
                                            <p:strVal val="#ppt_x"/>
                                          </p:val>
                                        </p:tav>
                                      </p:tavLst>
                                    </p:anim>
                                    <p:anim calcmode="lin" valueType="num">
                                      <p:cBhvr>
                                        <p:cTn id="199" dur="1000" fill="hold"/>
                                        <p:tgtEl>
                                          <p:spTgt spid="146"/>
                                        </p:tgtEl>
                                        <p:attrNameLst>
                                          <p:attrName>ppt_y</p:attrName>
                                        </p:attrNameLst>
                                      </p:cBhvr>
                                      <p:tavLst>
                                        <p:tav tm="0">
                                          <p:val>
                                            <p:strVal val="#ppt_y+.1"/>
                                          </p:val>
                                        </p:tav>
                                        <p:tav tm="100000">
                                          <p:val>
                                            <p:strVal val="#ppt_y"/>
                                          </p:val>
                                        </p:tav>
                                      </p:tavLst>
                                    </p:anim>
                                  </p:childTnLst>
                                </p:cTn>
                              </p:par>
                            </p:childTnLst>
                          </p:cTn>
                        </p:par>
                      </p:childTnLst>
                    </p:cTn>
                  </p:par>
                  <p:par>
                    <p:cTn id="200" fill="hold">
                      <p:stCondLst>
                        <p:cond delay="indefinite"/>
                      </p:stCondLst>
                      <p:childTnLst>
                        <p:par>
                          <p:cTn id="201" fill="hold">
                            <p:stCondLst>
                              <p:cond delay="0"/>
                            </p:stCondLst>
                            <p:childTnLst>
                              <p:par>
                                <p:cTn id="202" presetID="42" presetClass="entr" presetSubtype="0" fill="hold" nodeType="clickEffect">
                                  <p:stCondLst>
                                    <p:cond delay="0"/>
                                  </p:stCondLst>
                                  <p:childTnLst>
                                    <p:set>
                                      <p:cBhvr>
                                        <p:cTn id="203" dur="1" fill="hold">
                                          <p:stCondLst>
                                            <p:cond delay="0"/>
                                          </p:stCondLst>
                                        </p:cTn>
                                        <p:tgtEl>
                                          <p:spTgt spid="147"/>
                                        </p:tgtEl>
                                        <p:attrNameLst>
                                          <p:attrName>style.visibility</p:attrName>
                                        </p:attrNameLst>
                                      </p:cBhvr>
                                      <p:to>
                                        <p:strVal val="visible"/>
                                      </p:to>
                                    </p:set>
                                    <p:animEffect transition="in" filter="fade">
                                      <p:cBhvr>
                                        <p:cTn id="204" dur="1000"/>
                                        <p:tgtEl>
                                          <p:spTgt spid="147"/>
                                        </p:tgtEl>
                                      </p:cBhvr>
                                    </p:animEffect>
                                    <p:anim calcmode="lin" valueType="num">
                                      <p:cBhvr>
                                        <p:cTn id="205" dur="1000" fill="hold"/>
                                        <p:tgtEl>
                                          <p:spTgt spid="147"/>
                                        </p:tgtEl>
                                        <p:attrNameLst>
                                          <p:attrName>ppt_x</p:attrName>
                                        </p:attrNameLst>
                                      </p:cBhvr>
                                      <p:tavLst>
                                        <p:tav tm="0">
                                          <p:val>
                                            <p:strVal val="#ppt_x"/>
                                          </p:val>
                                        </p:tav>
                                        <p:tav tm="100000">
                                          <p:val>
                                            <p:strVal val="#ppt_x"/>
                                          </p:val>
                                        </p:tav>
                                      </p:tavLst>
                                    </p:anim>
                                    <p:anim calcmode="lin" valueType="num">
                                      <p:cBhvr>
                                        <p:cTn id="206" dur="1000" fill="hold"/>
                                        <p:tgtEl>
                                          <p:spTgt spid="147"/>
                                        </p:tgtEl>
                                        <p:attrNameLst>
                                          <p:attrName>ppt_y</p:attrName>
                                        </p:attrNameLst>
                                      </p:cBhvr>
                                      <p:tavLst>
                                        <p:tav tm="0">
                                          <p:val>
                                            <p:strVal val="#ppt_y+.1"/>
                                          </p:val>
                                        </p:tav>
                                        <p:tav tm="100000">
                                          <p:val>
                                            <p:strVal val="#ppt_y"/>
                                          </p:val>
                                        </p:tav>
                                      </p:tavLst>
                                    </p:anim>
                                  </p:childTnLst>
                                </p:cTn>
                              </p:par>
                            </p:childTnLst>
                          </p:cTn>
                        </p:par>
                      </p:childTnLst>
                    </p:cTn>
                  </p:par>
                  <p:par>
                    <p:cTn id="207" fill="hold">
                      <p:stCondLst>
                        <p:cond delay="indefinite"/>
                      </p:stCondLst>
                      <p:childTnLst>
                        <p:par>
                          <p:cTn id="208" fill="hold">
                            <p:stCondLst>
                              <p:cond delay="0"/>
                            </p:stCondLst>
                            <p:childTnLst>
                              <p:par>
                                <p:cTn id="209" presetID="42" presetClass="entr" presetSubtype="0" fill="hold" nodeType="clickEffect">
                                  <p:stCondLst>
                                    <p:cond delay="0"/>
                                  </p:stCondLst>
                                  <p:childTnLst>
                                    <p:set>
                                      <p:cBhvr>
                                        <p:cTn id="210" dur="1" fill="hold">
                                          <p:stCondLst>
                                            <p:cond delay="0"/>
                                          </p:stCondLst>
                                        </p:cTn>
                                        <p:tgtEl>
                                          <p:spTgt spid="148"/>
                                        </p:tgtEl>
                                        <p:attrNameLst>
                                          <p:attrName>style.visibility</p:attrName>
                                        </p:attrNameLst>
                                      </p:cBhvr>
                                      <p:to>
                                        <p:strVal val="visible"/>
                                      </p:to>
                                    </p:set>
                                    <p:animEffect transition="in" filter="fade">
                                      <p:cBhvr>
                                        <p:cTn id="211" dur="1000"/>
                                        <p:tgtEl>
                                          <p:spTgt spid="148"/>
                                        </p:tgtEl>
                                      </p:cBhvr>
                                    </p:animEffect>
                                    <p:anim calcmode="lin" valueType="num">
                                      <p:cBhvr>
                                        <p:cTn id="212" dur="1000" fill="hold"/>
                                        <p:tgtEl>
                                          <p:spTgt spid="148"/>
                                        </p:tgtEl>
                                        <p:attrNameLst>
                                          <p:attrName>ppt_x</p:attrName>
                                        </p:attrNameLst>
                                      </p:cBhvr>
                                      <p:tavLst>
                                        <p:tav tm="0">
                                          <p:val>
                                            <p:strVal val="#ppt_x"/>
                                          </p:val>
                                        </p:tav>
                                        <p:tav tm="100000">
                                          <p:val>
                                            <p:strVal val="#ppt_x"/>
                                          </p:val>
                                        </p:tav>
                                      </p:tavLst>
                                    </p:anim>
                                    <p:anim calcmode="lin" valueType="num">
                                      <p:cBhvr>
                                        <p:cTn id="213" dur="1000" fill="hold"/>
                                        <p:tgtEl>
                                          <p:spTgt spid="148"/>
                                        </p:tgtEl>
                                        <p:attrNameLst>
                                          <p:attrName>ppt_y</p:attrName>
                                        </p:attrNameLst>
                                      </p:cBhvr>
                                      <p:tavLst>
                                        <p:tav tm="0">
                                          <p:val>
                                            <p:strVal val="#ppt_y+.1"/>
                                          </p:val>
                                        </p:tav>
                                        <p:tav tm="100000">
                                          <p:val>
                                            <p:strVal val="#ppt_y"/>
                                          </p:val>
                                        </p:tav>
                                      </p:tavLst>
                                    </p:anim>
                                  </p:childTnLst>
                                </p:cTn>
                              </p:par>
                            </p:childTnLst>
                          </p:cTn>
                        </p:par>
                      </p:childTnLst>
                    </p:cTn>
                  </p:par>
                  <p:par>
                    <p:cTn id="214" fill="hold">
                      <p:stCondLst>
                        <p:cond delay="indefinite"/>
                      </p:stCondLst>
                      <p:childTnLst>
                        <p:par>
                          <p:cTn id="215" fill="hold">
                            <p:stCondLst>
                              <p:cond delay="0"/>
                            </p:stCondLst>
                            <p:childTnLst>
                              <p:par>
                                <p:cTn id="216" presetID="42" presetClass="entr" presetSubtype="0" fill="hold" grpId="0" nodeType="clickEffect">
                                  <p:stCondLst>
                                    <p:cond delay="0"/>
                                  </p:stCondLst>
                                  <p:childTnLst>
                                    <p:set>
                                      <p:cBhvr>
                                        <p:cTn id="217" dur="1" fill="hold">
                                          <p:stCondLst>
                                            <p:cond delay="0"/>
                                          </p:stCondLst>
                                        </p:cTn>
                                        <p:tgtEl>
                                          <p:spTgt spid="149"/>
                                        </p:tgtEl>
                                        <p:attrNameLst>
                                          <p:attrName>style.visibility</p:attrName>
                                        </p:attrNameLst>
                                      </p:cBhvr>
                                      <p:to>
                                        <p:strVal val="visible"/>
                                      </p:to>
                                    </p:set>
                                    <p:animEffect transition="in" filter="fade">
                                      <p:cBhvr>
                                        <p:cTn id="218" dur="1000"/>
                                        <p:tgtEl>
                                          <p:spTgt spid="149"/>
                                        </p:tgtEl>
                                      </p:cBhvr>
                                    </p:animEffect>
                                    <p:anim calcmode="lin" valueType="num">
                                      <p:cBhvr>
                                        <p:cTn id="219" dur="1000" fill="hold"/>
                                        <p:tgtEl>
                                          <p:spTgt spid="149"/>
                                        </p:tgtEl>
                                        <p:attrNameLst>
                                          <p:attrName>ppt_x</p:attrName>
                                        </p:attrNameLst>
                                      </p:cBhvr>
                                      <p:tavLst>
                                        <p:tav tm="0">
                                          <p:val>
                                            <p:strVal val="#ppt_x"/>
                                          </p:val>
                                        </p:tav>
                                        <p:tav tm="100000">
                                          <p:val>
                                            <p:strVal val="#ppt_x"/>
                                          </p:val>
                                        </p:tav>
                                      </p:tavLst>
                                    </p:anim>
                                    <p:anim calcmode="lin" valueType="num">
                                      <p:cBhvr>
                                        <p:cTn id="220" dur="1000" fill="hold"/>
                                        <p:tgtEl>
                                          <p:spTgt spid="149"/>
                                        </p:tgtEl>
                                        <p:attrNameLst>
                                          <p:attrName>ppt_y</p:attrName>
                                        </p:attrNameLst>
                                      </p:cBhvr>
                                      <p:tavLst>
                                        <p:tav tm="0">
                                          <p:val>
                                            <p:strVal val="#ppt_y+.1"/>
                                          </p:val>
                                        </p:tav>
                                        <p:tav tm="100000">
                                          <p:val>
                                            <p:strVal val="#ppt_y"/>
                                          </p:val>
                                        </p:tav>
                                      </p:tavLst>
                                    </p:anim>
                                  </p:childTnLst>
                                </p:cTn>
                              </p:par>
                            </p:childTnLst>
                          </p:cTn>
                        </p:par>
                      </p:childTnLst>
                    </p:cTn>
                  </p:par>
                  <p:par>
                    <p:cTn id="221" fill="hold">
                      <p:stCondLst>
                        <p:cond delay="indefinite"/>
                      </p:stCondLst>
                      <p:childTnLst>
                        <p:par>
                          <p:cTn id="222" fill="hold">
                            <p:stCondLst>
                              <p:cond delay="0"/>
                            </p:stCondLst>
                            <p:childTnLst>
                              <p:par>
                                <p:cTn id="223" presetID="42" presetClass="entr" presetSubtype="0" fill="hold" nodeType="clickEffect">
                                  <p:stCondLst>
                                    <p:cond delay="0"/>
                                  </p:stCondLst>
                                  <p:childTnLst>
                                    <p:set>
                                      <p:cBhvr>
                                        <p:cTn id="224" dur="1" fill="hold">
                                          <p:stCondLst>
                                            <p:cond delay="0"/>
                                          </p:stCondLst>
                                        </p:cTn>
                                        <p:tgtEl>
                                          <p:spTgt spid="159"/>
                                        </p:tgtEl>
                                        <p:attrNameLst>
                                          <p:attrName>style.visibility</p:attrName>
                                        </p:attrNameLst>
                                      </p:cBhvr>
                                      <p:to>
                                        <p:strVal val="visible"/>
                                      </p:to>
                                    </p:set>
                                    <p:animEffect transition="in" filter="fade">
                                      <p:cBhvr>
                                        <p:cTn id="225" dur="1000"/>
                                        <p:tgtEl>
                                          <p:spTgt spid="159"/>
                                        </p:tgtEl>
                                      </p:cBhvr>
                                    </p:animEffect>
                                    <p:anim calcmode="lin" valueType="num">
                                      <p:cBhvr>
                                        <p:cTn id="226" dur="1000" fill="hold"/>
                                        <p:tgtEl>
                                          <p:spTgt spid="159"/>
                                        </p:tgtEl>
                                        <p:attrNameLst>
                                          <p:attrName>ppt_x</p:attrName>
                                        </p:attrNameLst>
                                      </p:cBhvr>
                                      <p:tavLst>
                                        <p:tav tm="0">
                                          <p:val>
                                            <p:strVal val="#ppt_x"/>
                                          </p:val>
                                        </p:tav>
                                        <p:tav tm="100000">
                                          <p:val>
                                            <p:strVal val="#ppt_x"/>
                                          </p:val>
                                        </p:tav>
                                      </p:tavLst>
                                    </p:anim>
                                    <p:anim calcmode="lin" valueType="num">
                                      <p:cBhvr>
                                        <p:cTn id="227" dur="1000" fill="hold"/>
                                        <p:tgtEl>
                                          <p:spTgt spid="159"/>
                                        </p:tgtEl>
                                        <p:attrNameLst>
                                          <p:attrName>ppt_y</p:attrName>
                                        </p:attrNameLst>
                                      </p:cBhvr>
                                      <p:tavLst>
                                        <p:tav tm="0">
                                          <p:val>
                                            <p:strVal val="#ppt_y+.1"/>
                                          </p:val>
                                        </p:tav>
                                        <p:tav tm="100000">
                                          <p:val>
                                            <p:strVal val="#ppt_y"/>
                                          </p:val>
                                        </p:tav>
                                      </p:tavLst>
                                    </p:anim>
                                  </p:childTnLst>
                                </p:cTn>
                              </p:par>
                            </p:childTnLst>
                          </p:cTn>
                        </p:par>
                      </p:childTnLst>
                    </p:cTn>
                  </p:par>
                  <p:par>
                    <p:cTn id="228" fill="hold">
                      <p:stCondLst>
                        <p:cond delay="indefinite"/>
                      </p:stCondLst>
                      <p:childTnLst>
                        <p:par>
                          <p:cTn id="229" fill="hold">
                            <p:stCondLst>
                              <p:cond delay="0"/>
                            </p:stCondLst>
                            <p:childTnLst>
                              <p:par>
                                <p:cTn id="230" presetID="42" presetClass="entr" presetSubtype="0" fill="hold" grpId="0" nodeType="clickEffect">
                                  <p:stCondLst>
                                    <p:cond delay="0"/>
                                  </p:stCondLst>
                                  <p:childTnLst>
                                    <p:set>
                                      <p:cBhvr>
                                        <p:cTn id="231" dur="1" fill="hold">
                                          <p:stCondLst>
                                            <p:cond delay="0"/>
                                          </p:stCondLst>
                                        </p:cTn>
                                        <p:tgtEl>
                                          <p:spTgt spid="160"/>
                                        </p:tgtEl>
                                        <p:attrNameLst>
                                          <p:attrName>style.visibility</p:attrName>
                                        </p:attrNameLst>
                                      </p:cBhvr>
                                      <p:to>
                                        <p:strVal val="visible"/>
                                      </p:to>
                                    </p:set>
                                    <p:animEffect transition="in" filter="fade">
                                      <p:cBhvr>
                                        <p:cTn id="232" dur="1000"/>
                                        <p:tgtEl>
                                          <p:spTgt spid="160"/>
                                        </p:tgtEl>
                                      </p:cBhvr>
                                    </p:animEffect>
                                    <p:anim calcmode="lin" valueType="num">
                                      <p:cBhvr>
                                        <p:cTn id="233" dur="1000" fill="hold"/>
                                        <p:tgtEl>
                                          <p:spTgt spid="160"/>
                                        </p:tgtEl>
                                        <p:attrNameLst>
                                          <p:attrName>ppt_x</p:attrName>
                                        </p:attrNameLst>
                                      </p:cBhvr>
                                      <p:tavLst>
                                        <p:tav tm="0">
                                          <p:val>
                                            <p:strVal val="#ppt_x"/>
                                          </p:val>
                                        </p:tav>
                                        <p:tav tm="100000">
                                          <p:val>
                                            <p:strVal val="#ppt_x"/>
                                          </p:val>
                                        </p:tav>
                                      </p:tavLst>
                                    </p:anim>
                                    <p:anim calcmode="lin" valueType="num">
                                      <p:cBhvr>
                                        <p:cTn id="234" dur="1000" fill="hold"/>
                                        <p:tgtEl>
                                          <p:spTgt spid="160"/>
                                        </p:tgtEl>
                                        <p:attrNameLst>
                                          <p:attrName>ppt_y</p:attrName>
                                        </p:attrNameLst>
                                      </p:cBhvr>
                                      <p:tavLst>
                                        <p:tav tm="0">
                                          <p:val>
                                            <p:strVal val="#ppt_y+.1"/>
                                          </p:val>
                                        </p:tav>
                                        <p:tav tm="100000">
                                          <p:val>
                                            <p:strVal val="#ppt_y"/>
                                          </p:val>
                                        </p:tav>
                                      </p:tavLst>
                                    </p:anim>
                                  </p:childTnLst>
                                </p:cTn>
                              </p:par>
                            </p:childTnLst>
                          </p:cTn>
                        </p:par>
                      </p:childTnLst>
                    </p:cTn>
                  </p:par>
                  <p:par>
                    <p:cTn id="235" fill="hold">
                      <p:stCondLst>
                        <p:cond delay="indefinite"/>
                      </p:stCondLst>
                      <p:childTnLst>
                        <p:par>
                          <p:cTn id="236" fill="hold">
                            <p:stCondLst>
                              <p:cond delay="0"/>
                            </p:stCondLst>
                            <p:childTnLst>
                              <p:par>
                                <p:cTn id="237" presetID="42" presetClass="entr" presetSubtype="0" fill="hold" nodeType="clickEffect">
                                  <p:stCondLst>
                                    <p:cond delay="0"/>
                                  </p:stCondLst>
                                  <p:childTnLst>
                                    <p:set>
                                      <p:cBhvr>
                                        <p:cTn id="238" dur="1" fill="hold">
                                          <p:stCondLst>
                                            <p:cond delay="0"/>
                                          </p:stCondLst>
                                        </p:cTn>
                                        <p:tgtEl>
                                          <p:spTgt spid="150"/>
                                        </p:tgtEl>
                                        <p:attrNameLst>
                                          <p:attrName>style.visibility</p:attrName>
                                        </p:attrNameLst>
                                      </p:cBhvr>
                                      <p:to>
                                        <p:strVal val="visible"/>
                                      </p:to>
                                    </p:set>
                                    <p:animEffect transition="in" filter="fade">
                                      <p:cBhvr>
                                        <p:cTn id="239" dur="1000"/>
                                        <p:tgtEl>
                                          <p:spTgt spid="150"/>
                                        </p:tgtEl>
                                      </p:cBhvr>
                                    </p:animEffect>
                                    <p:anim calcmode="lin" valueType="num">
                                      <p:cBhvr>
                                        <p:cTn id="240" dur="1000" fill="hold"/>
                                        <p:tgtEl>
                                          <p:spTgt spid="150"/>
                                        </p:tgtEl>
                                        <p:attrNameLst>
                                          <p:attrName>ppt_x</p:attrName>
                                        </p:attrNameLst>
                                      </p:cBhvr>
                                      <p:tavLst>
                                        <p:tav tm="0">
                                          <p:val>
                                            <p:strVal val="#ppt_x"/>
                                          </p:val>
                                        </p:tav>
                                        <p:tav tm="100000">
                                          <p:val>
                                            <p:strVal val="#ppt_x"/>
                                          </p:val>
                                        </p:tav>
                                      </p:tavLst>
                                    </p:anim>
                                    <p:anim calcmode="lin" valueType="num">
                                      <p:cBhvr>
                                        <p:cTn id="241" dur="1000" fill="hold"/>
                                        <p:tgtEl>
                                          <p:spTgt spid="150"/>
                                        </p:tgtEl>
                                        <p:attrNameLst>
                                          <p:attrName>ppt_y</p:attrName>
                                        </p:attrNameLst>
                                      </p:cBhvr>
                                      <p:tavLst>
                                        <p:tav tm="0">
                                          <p:val>
                                            <p:strVal val="#ppt_y+.1"/>
                                          </p:val>
                                        </p:tav>
                                        <p:tav tm="100000">
                                          <p:val>
                                            <p:strVal val="#ppt_y"/>
                                          </p:val>
                                        </p:tav>
                                      </p:tavLst>
                                    </p:anim>
                                  </p:childTnLst>
                                </p:cTn>
                              </p:par>
                            </p:childTnLst>
                          </p:cTn>
                        </p:par>
                      </p:childTnLst>
                    </p:cTn>
                  </p:par>
                  <p:par>
                    <p:cTn id="242" fill="hold">
                      <p:stCondLst>
                        <p:cond delay="indefinite"/>
                      </p:stCondLst>
                      <p:childTnLst>
                        <p:par>
                          <p:cTn id="243" fill="hold">
                            <p:stCondLst>
                              <p:cond delay="0"/>
                            </p:stCondLst>
                            <p:childTnLst>
                              <p:par>
                                <p:cTn id="244" presetID="42" presetClass="entr" presetSubtype="0" fill="hold" grpId="0" nodeType="clickEffect">
                                  <p:stCondLst>
                                    <p:cond delay="0"/>
                                  </p:stCondLst>
                                  <p:childTnLst>
                                    <p:set>
                                      <p:cBhvr>
                                        <p:cTn id="245" dur="1" fill="hold">
                                          <p:stCondLst>
                                            <p:cond delay="0"/>
                                          </p:stCondLst>
                                        </p:cTn>
                                        <p:tgtEl>
                                          <p:spTgt spid="161"/>
                                        </p:tgtEl>
                                        <p:attrNameLst>
                                          <p:attrName>style.visibility</p:attrName>
                                        </p:attrNameLst>
                                      </p:cBhvr>
                                      <p:to>
                                        <p:strVal val="visible"/>
                                      </p:to>
                                    </p:set>
                                    <p:animEffect transition="in" filter="fade">
                                      <p:cBhvr>
                                        <p:cTn id="246" dur="1000"/>
                                        <p:tgtEl>
                                          <p:spTgt spid="161"/>
                                        </p:tgtEl>
                                      </p:cBhvr>
                                    </p:animEffect>
                                    <p:anim calcmode="lin" valueType="num">
                                      <p:cBhvr>
                                        <p:cTn id="247" dur="1000" fill="hold"/>
                                        <p:tgtEl>
                                          <p:spTgt spid="161"/>
                                        </p:tgtEl>
                                        <p:attrNameLst>
                                          <p:attrName>ppt_x</p:attrName>
                                        </p:attrNameLst>
                                      </p:cBhvr>
                                      <p:tavLst>
                                        <p:tav tm="0">
                                          <p:val>
                                            <p:strVal val="#ppt_x"/>
                                          </p:val>
                                        </p:tav>
                                        <p:tav tm="100000">
                                          <p:val>
                                            <p:strVal val="#ppt_x"/>
                                          </p:val>
                                        </p:tav>
                                      </p:tavLst>
                                    </p:anim>
                                    <p:anim calcmode="lin" valueType="num">
                                      <p:cBhvr>
                                        <p:cTn id="248" dur="1000" fill="hold"/>
                                        <p:tgtEl>
                                          <p:spTgt spid="161"/>
                                        </p:tgtEl>
                                        <p:attrNameLst>
                                          <p:attrName>ppt_y</p:attrName>
                                        </p:attrNameLst>
                                      </p:cBhvr>
                                      <p:tavLst>
                                        <p:tav tm="0">
                                          <p:val>
                                            <p:strVal val="#ppt_y+.1"/>
                                          </p:val>
                                        </p:tav>
                                        <p:tav tm="100000">
                                          <p:val>
                                            <p:strVal val="#ppt_y"/>
                                          </p:val>
                                        </p:tav>
                                      </p:tavLst>
                                    </p:anim>
                                  </p:childTnLst>
                                </p:cTn>
                              </p:par>
                            </p:childTnLst>
                          </p:cTn>
                        </p:par>
                      </p:childTnLst>
                    </p:cTn>
                  </p:par>
                  <p:par>
                    <p:cTn id="249" fill="hold">
                      <p:stCondLst>
                        <p:cond delay="indefinite"/>
                      </p:stCondLst>
                      <p:childTnLst>
                        <p:par>
                          <p:cTn id="250" fill="hold">
                            <p:stCondLst>
                              <p:cond delay="0"/>
                            </p:stCondLst>
                            <p:childTnLst>
                              <p:par>
                                <p:cTn id="251" presetID="42" presetClass="entr" presetSubtype="0" fill="hold" nodeType="clickEffect">
                                  <p:stCondLst>
                                    <p:cond delay="0"/>
                                  </p:stCondLst>
                                  <p:childTnLst>
                                    <p:set>
                                      <p:cBhvr>
                                        <p:cTn id="252" dur="1" fill="hold">
                                          <p:stCondLst>
                                            <p:cond delay="0"/>
                                          </p:stCondLst>
                                        </p:cTn>
                                        <p:tgtEl>
                                          <p:spTgt spid="163"/>
                                        </p:tgtEl>
                                        <p:attrNameLst>
                                          <p:attrName>style.visibility</p:attrName>
                                        </p:attrNameLst>
                                      </p:cBhvr>
                                      <p:to>
                                        <p:strVal val="visible"/>
                                      </p:to>
                                    </p:set>
                                    <p:animEffect transition="in" filter="fade">
                                      <p:cBhvr>
                                        <p:cTn id="253" dur="1000"/>
                                        <p:tgtEl>
                                          <p:spTgt spid="163"/>
                                        </p:tgtEl>
                                      </p:cBhvr>
                                    </p:animEffect>
                                    <p:anim calcmode="lin" valueType="num">
                                      <p:cBhvr>
                                        <p:cTn id="254" dur="1000" fill="hold"/>
                                        <p:tgtEl>
                                          <p:spTgt spid="163"/>
                                        </p:tgtEl>
                                        <p:attrNameLst>
                                          <p:attrName>ppt_x</p:attrName>
                                        </p:attrNameLst>
                                      </p:cBhvr>
                                      <p:tavLst>
                                        <p:tav tm="0">
                                          <p:val>
                                            <p:strVal val="#ppt_x"/>
                                          </p:val>
                                        </p:tav>
                                        <p:tav tm="100000">
                                          <p:val>
                                            <p:strVal val="#ppt_x"/>
                                          </p:val>
                                        </p:tav>
                                      </p:tavLst>
                                    </p:anim>
                                    <p:anim calcmode="lin" valueType="num">
                                      <p:cBhvr>
                                        <p:cTn id="255" dur="1000" fill="hold"/>
                                        <p:tgtEl>
                                          <p:spTgt spid="163"/>
                                        </p:tgtEl>
                                        <p:attrNameLst>
                                          <p:attrName>ppt_y</p:attrName>
                                        </p:attrNameLst>
                                      </p:cBhvr>
                                      <p:tavLst>
                                        <p:tav tm="0">
                                          <p:val>
                                            <p:strVal val="#ppt_y+.1"/>
                                          </p:val>
                                        </p:tav>
                                        <p:tav tm="100000">
                                          <p:val>
                                            <p:strVal val="#ppt_y"/>
                                          </p:val>
                                        </p:tav>
                                      </p:tavLst>
                                    </p:anim>
                                  </p:childTnLst>
                                </p:cTn>
                              </p:par>
                            </p:childTnLst>
                          </p:cTn>
                        </p:par>
                      </p:childTnLst>
                    </p:cTn>
                  </p:par>
                  <p:par>
                    <p:cTn id="256" fill="hold">
                      <p:stCondLst>
                        <p:cond delay="indefinite"/>
                      </p:stCondLst>
                      <p:childTnLst>
                        <p:par>
                          <p:cTn id="257" fill="hold">
                            <p:stCondLst>
                              <p:cond delay="0"/>
                            </p:stCondLst>
                            <p:childTnLst>
                              <p:par>
                                <p:cTn id="258" presetID="42" presetClass="entr" presetSubtype="0" fill="hold" grpId="0" nodeType="clickEffect">
                                  <p:stCondLst>
                                    <p:cond delay="0"/>
                                  </p:stCondLst>
                                  <p:childTnLst>
                                    <p:set>
                                      <p:cBhvr>
                                        <p:cTn id="259" dur="1" fill="hold">
                                          <p:stCondLst>
                                            <p:cond delay="0"/>
                                          </p:stCondLst>
                                        </p:cTn>
                                        <p:tgtEl>
                                          <p:spTgt spid="164"/>
                                        </p:tgtEl>
                                        <p:attrNameLst>
                                          <p:attrName>style.visibility</p:attrName>
                                        </p:attrNameLst>
                                      </p:cBhvr>
                                      <p:to>
                                        <p:strVal val="visible"/>
                                      </p:to>
                                    </p:set>
                                    <p:animEffect transition="in" filter="fade">
                                      <p:cBhvr>
                                        <p:cTn id="260" dur="1000"/>
                                        <p:tgtEl>
                                          <p:spTgt spid="164"/>
                                        </p:tgtEl>
                                      </p:cBhvr>
                                    </p:animEffect>
                                    <p:anim calcmode="lin" valueType="num">
                                      <p:cBhvr>
                                        <p:cTn id="261" dur="1000" fill="hold"/>
                                        <p:tgtEl>
                                          <p:spTgt spid="164"/>
                                        </p:tgtEl>
                                        <p:attrNameLst>
                                          <p:attrName>ppt_x</p:attrName>
                                        </p:attrNameLst>
                                      </p:cBhvr>
                                      <p:tavLst>
                                        <p:tav tm="0">
                                          <p:val>
                                            <p:strVal val="#ppt_x"/>
                                          </p:val>
                                        </p:tav>
                                        <p:tav tm="100000">
                                          <p:val>
                                            <p:strVal val="#ppt_x"/>
                                          </p:val>
                                        </p:tav>
                                      </p:tavLst>
                                    </p:anim>
                                    <p:anim calcmode="lin" valueType="num">
                                      <p:cBhvr>
                                        <p:cTn id="262" dur="1000" fill="hold"/>
                                        <p:tgtEl>
                                          <p:spTgt spid="164"/>
                                        </p:tgtEl>
                                        <p:attrNameLst>
                                          <p:attrName>ppt_y</p:attrName>
                                        </p:attrNameLst>
                                      </p:cBhvr>
                                      <p:tavLst>
                                        <p:tav tm="0">
                                          <p:val>
                                            <p:strVal val="#ppt_y+.1"/>
                                          </p:val>
                                        </p:tav>
                                        <p:tav tm="100000">
                                          <p:val>
                                            <p:strVal val="#ppt_y"/>
                                          </p:val>
                                        </p:tav>
                                      </p:tavLst>
                                    </p:anim>
                                  </p:childTnLst>
                                </p:cTn>
                              </p:par>
                            </p:childTnLst>
                          </p:cTn>
                        </p:par>
                      </p:childTnLst>
                    </p:cTn>
                  </p:par>
                  <p:par>
                    <p:cTn id="263" fill="hold">
                      <p:stCondLst>
                        <p:cond delay="indefinite"/>
                      </p:stCondLst>
                      <p:childTnLst>
                        <p:par>
                          <p:cTn id="264" fill="hold">
                            <p:stCondLst>
                              <p:cond delay="0"/>
                            </p:stCondLst>
                            <p:childTnLst>
                              <p:par>
                                <p:cTn id="265" presetID="42" presetClass="entr" presetSubtype="0" fill="hold" nodeType="clickEffect">
                                  <p:stCondLst>
                                    <p:cond delay="0"/>
                                  </p:stCondLst>
                                  <p:childTnLst>
                                    <p:set>
                                      <p:cBhvr>
                                        <p:cTn id="266" dur="1" fill="hold">
                                          <p:stCondLst>
                                            <p:cond delay="0"/>
                                          </p:stCondLst>
                                        </p:cTn>
                                        <p:tgtEl>
                                          <p:spTgt spid="162"/>
                                        </p:tgtEl>
                                        <p:attrNameLst>
                                          <p:attrName>style.visibility</p:attrName>
                                        </p:attrNameLst>
                                      </p:cBhvr>
                                      <p:to>
                                        <p:strVal val="visible"/>
                                      </p:to>
                                    </p:set>
                                    <p:animEffect transition="in" filter="fade">
                                      <p:cBhvr>
                                        <p:cTn id="267" dur="1000"/>
                                        <p:tgtEl>
                                          <p:spTgt spid="162"/>
                                        </p:tgtEl>
                                      </p:cBhvr>
                                    </p:animEffect>
                                    <p:anim calcmode="lin" valueType="num">
                                      <p:cBhvr>
                                        <p:cTn id="268" dur="1000" fill="hold"/>
                                        <p:tgtEl>
                                          <p:spTgt spid="162"/>
                                        </p:tgtEl>
                                        <p:attrNameLst>
                                          <p:attrName>ppt_x</p:attrName>
                                        </p:attrNameLst>
                                      </p:cBhvr>
                                      <p:tavLst>
                                        <p:tav tm="0">
                                          <p:val>
                                            <p:strVal val="#ppt_x"/>
                                          </p:val>
                                        </p:tav>
                                        <p:tav tm="100000">
                                          <p:val>
                                            <p:strVal val="#ppt_x"/>
                                          </p:val>
                                        </p:tav>
                                      </p:tavLst>
                                    </p:anim>
                                    <p:anim calcmode="lin" valueType="num">
                                      <p:cBhvr>
                                        <p:cTn id="269" dur="1000" fill="hold"/>
                                        <p:tgtEl>
                                          <p:spTgt spid="162"/>
                                        </p:tgtEl>
                                        <p:attrNameLst>
                                          <p:attrName>ppt_y</p:attrName>
                                        </p:attrNameLst>
                                      </p:cBhvr>
                                      <p:tavLst>
                                        <p:tav tm="0">
                                          <p:val>
                                            <p:strVal val="#ppt_y+.1"/>
                                          </p:val>
                                        </p:tav>
                                        <p:tav tm="100000">
                                          <p:val>
                                            <p:strVal val="#ppt_y"/>
                                          </p:val>
                                        </p:tav>
                                      </p:tavLst>
                                    </p:anim>
                                  </p:childTnLst>
                                </p:cTn>
                              </p:par>
                            </p:childTnLst>
                          </p:cTn>
                        </p:par>
                      </p:childTnLst>
                    </p:cTn>
                  </p:par>
                  <p:par>
                    <p:cTn id="270" fill="hold">
                      <p:stCondLst>
                        <p:cond delay="indefinite"/>
                      </p:stCondLst>
                      <p:childTnLst>
                        <p:par>
                          <p:cTn id="271" fill="hold">
                            <p:stCondLst>
                              <p:cond delay="0"/>
                            </p:stCondLst>
                            <p:childTnLst>
                              <p:par>
                                <p:cTn id="272" presetID="42" presetClass="entr" presetSubtype="0" fill="hold" grpId="0" nodeType="clickEffect">
                                  <p:stCondLst>
                                    <p:cond delay="0"/>
                                  </p:stCondLst>
                                  <p:childTnLst>
                                    <p:set>
                                      <p:cBhvr>
                                        <p:cTn id="273" dur="1" fill="hold">
                                          <p:stCondLst>
                                            <p:cond delay="0"/>
                                          </p:stCondLst>
                                        </p:cTn>
                                        <p:tgtEl>
                                          <p:spTgt spid="165"/>
                                        </p:tgtEl>
                                        <p:attrNameLst>
                                          <p:attrName>style.visibility</p:attrName>
                                        </p:attrNameLst>
                                      </p:cBhvr>
                                      <p:to>
                                        <p:strVal val="visible"/>
                                      </p:to>
                                    </p:set>
                                    <p:animEffect transition="in" filter="fade">
                                      <p:cBhvr>
                                        <p:cTn id="274" dur="1000"/>
                                        <p:tgtEl>
                                          <p:spTgt spid="165"/>
                                        </p:tgtEl>
                                      </p:cBhvr>
                                    </p:animEffect>
                                    <p:anim calcmode="lin" valueType="num">
                                      <p:cBhvr>
                                        <p:cTn id="275" dur="1000" fill="hold"/>
                                        <p:tgtEl>
                                          <p:spTgt spid="165"/>
                                        </p:tgtEl>
                                        <p:attrNameLst>
                                          <p:attrName>ppt_x</p:attrName>
                                        </p:attrNameLst>
                                      </p:cBhvr>
                                      <p:tavLst>
                                        <p:tav tm="0">
                                          <p:val>
                                            <p:strVal val="#ppt_x"/>
                                          </p:val>
                                        </p:tav>
                                        <p:tav tm="100000">
                                          <p:val>
                                            <p:strVal val="#ppt_x"/>
                                          </p:val>
                                        </p:tav>
                                      </p:tavLst>
                                    </p:anim>
                                    <p:anim calcmode="lin" valueType="num">
                                      <p:cBhvr>
                                        <p:cTn id="276" dur="1000" fill="hold"/>
                                        <p:tgtEl>
                                          <p:spTgt spid="165"/>
                                        </p:tgtEl>
                                        <p:attrNameLst>
                                          <p:attrName>ppt_y</p:attrName>
                                        </p:attrNameLst>
                                      </p:cBhvr>
                                      <p:tavLst>
                                        <p:tav tm="0">
                                          <p:val>
                                            <p:strVal val="#ppt_y+.1"/>
                                          </p:val>
                                        </p:tav>
                                        <p:tav tm="100000">
                                          <p:val>
                                            <p:strVal val="#ppt_y"/>
                                          </p:val>
                                        </p:tav>
                                      </p:tavLst>
                                    </p:anim>
                                  </p:childTnLst>
                                </p:cTn>
                              </p:par>
                            </p:childTnLst>
                          </p:cTn>
                        </p:par>
                      </p:childTnLst>
                    </p:cTn>
                  </p:par>
                  <p:par>
                    <p:cTn id="277" fill="hold">
                      <p:stCondLst>
                        <p:cond delay="indefinite"/>
                      </p:stCondLst>
                      <p:childTnLst>
                        <p:par>
                          <p:cTn id="278" fill="hold">
                            <p:stCondLst>
                              <p:cond delay="0"/>
                            </p:stCondLst>
                            <p:childTnLst>
                              <p:par>
                                <p:cTn id="279" presetID="42" presetClass="entr" presetSubtype="0" fill="hold" nodeType="clickEffect">
                                  <p:stCondLst>
                                    <p:cond delay="0"/>
                                  </p:stCondLst>
                                  <p:childTnLst>
                                    <p:set>
                                      <p:cBhvr>
                                        <p:cTn id="280" dur="1" fill="hold">
                                          <p:stCondLst>
                                            <p:cond delay="0"/>
                                          </p:stCondLst>
                                        </p:cTn>
                                        <p:tgtEl>
                                          <p:spTgt spid="166"/>
                                        </p:tgtEl>
                                        <p:attrNameLst>
                                          <p:attrName>style.visibility</p:attrName>
                                        </p:attrNameLst>
                                      </p:cBhvr>
                                      <p:to>
                                        <p:strVal val="visible"/>
                                      </p:to>
                                    </p:set>
                                    <p:animEffect transition="in" filter="fade">
                                      <p:cBhvr>
                                        <p:cTn id="281" dur="1000"/>
                                        <p:tgtEl>
                                          <p:spTgt spid="166"/>
                                        </p:tgtEl>
                                      </p:cBhvr>
                                    </p:animEffect>
                                    <p:anim calcmode="lin" valueType="num">
                                      <p:cBhvr>
                                        <p:cTn id="282" dur="1000" fill="hold"/>
                                        <p:tgtEl>
                                          <p:spTgt spid="166"/>
                                        </p:tgtEl>
                                        <p:attrNameLst>
                                          <p:attrName>ppt_x</p:attrName>
                                        </p:attrNameLst>
                                      </p:cBhvr>
                                      <p:tavLst>
                                        <p:tav tm="0">
                                          <p:val>
                                            <p:strVal val="#ppt_x"/>
                                          </p:val>
                                        </p:tav>
                                        <p:tav tm="100000">
                                          <p:val>
                                            <p:strVal val="#ppt_x"/>
                                          </p:val>
                                        </p:tav>
                                      </p:tavLst>
                                    </p:anim>
                                    <p:anim calcmode="lin" valueType="num">
                                      <p:cBhvr>
                                        <p:cTn id="283" dur="1000" fill="hold"/>
                                        <p:tgtEl>
                                          <p:spTgt spid="166"/>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 grpId="0"/>
      <p:bldP spid="28" grpId="0"/>
      <p:bldP spid="32" grpId="0"/>
      <p:bldP spid="33" grpId="0"/>
      <p:bldP spid="104" grpId="0"/>
      <p:bldP spid="105" grpId="0"/>
      <p:bldP spid="109" grpId="0"/>
      <p:bldP spid="110" grpId="0"/>
      <p:bldP spid="111" grpId="0"/>
      <p:bldP spid="112" grpId="0"/>
      <p:bldP spid="135" grpId="0"/>
      <p:bldP spid="136" grpId="0"/>
      <p:bldP spid="149" grpId="0"/>
      <p:bldP spid="160" grpId="0"/>
      <p:bldP spid="161" grpId="0"/>
      <p:bldP spid="164" grpId="0"/>
      <p:bldP spid="165"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 name="Picture 10">
            <a:extLst>
              <a:ext uri="{FF2B5EF4-FFF2-40B4-BE49-F238E27FC236}">
                <a16:creationId xmlns:a16="http://schemas.microsoft.com/office/drawing/2014/main" id="{E66A8F3F-7643-C719-3594-13B70DD0C3EB}"/>
              </a:ext>
            </a:extLst>
          </p:cNvPr>
          <p:cNvPicPr>
            <a:picLocks noChangeAspect="1"/>
          </p:cNvPicPr>
          <p:nvPr/>
        </p:nvPicPr>
        <p:blipFill>
          <a:blip r:embed="rId3"/>
          <a:stretch>
            <a:fillRect/>
          </a:stretch>
        </p:blipFill>
        <p:spPr>
          <a:xfrm>
            <a:off x="9793866" y="637180"/>
            <a:ext cx="2090287" cy="1598901"/>
          </a:xfrm>
          <a:prstGeom prst="rect">
            <a:avLst/>
          </a:prstGeom>
        </p:spPr>
      </p:pic>
      <p:sp>
        <p:nvSpPr>
          <p:cNvPr id="13" name="TextBox 12">
            <a:extLst>
              <a:ext uri="{FF2B5EF4-FFF2-40B4-BE49-F238E27FC236}">
                <a16:creationId xmlns:a16="http://schemas.microsoft.com/office/drawing/2014/main" id="{B6FD738C-7F5D-6269-AC09-2D0FD9FEF2B3}"/>
              </a:ext>
            </a:extLst>
          </p:cNvPr>
          <p:cNvSpPr txBox="1"/>
          <p:nvPr/>
        </p:nvSpPr>
        <p:spPr>
          <a:xfrm>
            <a:off x="9656385" y="2293171"/>
            <a:ext cx="2365248" cy="523220"/>
          </a:xfrm>
          <a:prstGeom prst="rect">
            <a:avLst/>
          </a:prstGeom>
          <a:noFill/>
        </p:spPr>
        <p:txBody>
          <a:bodyPr wrap="square" rtlCol="0">
            <a:spAutoFit/>
          </a:bodyPr>
          <a:lstStyle/>
          <a:p>
            <a:pPr algn="ctr"/>
            <a:r>
              <a:rPr lang="en-US" sz="1400" b="1">
                <a:solidFill>
                  <a:srgbClr val="0070C0"/>
                </a:solidFill>
              </a:rPr>
              <a:t>HÌNH ẢNH VÂN GIAO THOA ÁNH SÁNG TRẮNG</a:t>
            </a:r>
          </a:p>
        </p:txBody>
      </p:sp>
      <p:sp>
        <p:nvSpPr>
          <p:cNvPr id="18" name="TextBox 17">
            <a:extLst>
              <a:ext uri="{FF2B5EF4-FFF2-40B4-BE49-F238E27FC236}">
                <a16:creationId xmlns:a16="http://schemas.microsoft.com/office/drawing/2014/main" id="{0FD41F63-D426-4936-6FA7-0AAF03A06A1A}"/>
              </a:ext>
            </a:extLst>
          </p:cNvPr>
          <p:cNvSpPr txBox="1"/>
          <p:nvPr/>
        </p:nvSpPr>
        <p:spPr>
          <a:xfrm>
            <a:off x="307847" y="575190"/>
            <a:ext cx="9236203" cy="2862322"/>
          </a:xfrm>
          <a:prstGeom prst="rect">
            <a:avLst/>
          </a:prstGeom>
          <a:noFill/>
        </p:spPr>
        <p:txBody>
          <a:bodyPr wrap="square" rtlCol="0">
            <a:spAutoFit/>
          </a:bodyPr>
          <a:lstStyle/>
          <a:p>
            <a:pPr algn="just"/>
            <a:r>
              <a:rPr lang="en-US">
                <a:latin typeface="Arial" panose="020B0604020202020204" pitchFamily="34" charset="0"/>
                <a:cs typeface="Arial" panose="020B0604020202020204" pitchFamily="34" charset="0"/>
              </a:rPr>
              <a:t>Nếu thay nguồn sáng đơn sắc S trong thí nghiệm của Young bằng nguồn ánh sáng trắng thì trên màn quan sát thu được một hệ vân cầu vồng. Đó là giao thoa của ánh sáng trắng. </a:t>
            </a:r>
          </a:p>
          <a:p>
            <a:pPr algn="just"/>
            <a:r>
              <a:rPr lang="en-US">
                <a:latin typeface="Arial" panose="020B0604020202020204" pitchFamily="34" charset="0"/>
                <a:cs typeface="Arial" panose="020B0604020202020204" pitchFamily="34" charset="0"/>
                <a:sym typeface="Wingdings" panose="05000000000000000000" pitchFamily="2" charset="2"/>
              </a:rPr>
              <a:t> </a:t>
            </a:r>
            <a:r>
              <a:rPr lang="en-US">
                <a:latin typeface="Arial" panose="020B0604020202020204" pitchFamily="34" charset="0"/>
                <a:cs typeface="Arial" panose="020B0604020202020204" pitchFamily="34" charset="0"/>
              </a:rPr>
              <a:t>Vân trung tâm là vân sáng màu trắng gọi là vân trắng giữa. Lí do: vân sáng trung tâm là nơi mọi ánh sáng đơn sắc đều thòa mãn điều kiện có cực đại giao thoa d</a:t>
            </a:r>
            <a:r>
              <a:rPr lang="en-US" baseline="-25000">
                <a:latin typeface="Arial" panose="020B0604020202020204" pitchFamily="34" charset="0"/>
                <a:cs typeface="Arial" panose="020B0604020202020204" pitchFamily="34" charset="0"/>
              </a:rPr>
              <a:t>2</a:t>
            </a:r>
            <a:r>
              <a:rPr lang="en-US">
                <a:latin typeface="Arial" panose="020B0604020202020204" pitchFamily="34" charset="0"/>
                <a:cs typeface="Arial" panose="020B0604020202020204" pitchFamily="34" charset="0"/>
              </a:rPr>
              <a:t> – d</a:t>
            </a:r>
            <a:r>
              <a:rPr lang="en-US" baseline="-25000">
                <a:latin typeface="Arial" panose="020B0604020202020204" pitchFamily="34" charset="0"/>
                <a:cs typeface="Arial" panose="020B0604020202020204" pitchFamily="34" charset="0"/>
              </a:rPr>
              <a:t>1</a:t>
            </a:r>
            <a:r>
              <a:rPr lang="en-US">
                <a:latin typeface="Arial" panose="020B0604020202020204" pitchFamily="34" charset="0"/>
                <a:cs typeface="Arial" panose="020B0604020202020204" pitchFamily="34" charset="0"/>
              </a:rPr>
              <a:t> = 0. </a:t>
            </a:r>
          </a:p>
          <a:p>
            <a:pPr algn="just"/>
            <a:r>
              <a:rPr lang="en-US">
                <a:latin typeface="Arial" panose="020B0604020202020204" pitchFamily="34" charset="0"/>
                <a:cs typeface="Arial" panose="020B0604020202020204" pitchFamily="34" charset="0"/>
                <a:sym typeface="Wingdings" panose="05000000000000000000" pitchFamily="2" charset="2"/>
              </a:rPr>
              <a:t> </a:t>
            </a:r>
            <a:r>
              <a:rPr lang="en-US">
                <a:latin typeface="Arial" panose="020B0604020202020204" pitchFamily="34" charset="0"/>
                <a:cs typeface="Arial" panose="020B0604020202020204" pitchFamily="34" charset="0"/>
              </a:rPr>
              <a:t>Các vân sáng hai bên có viền trong tím và viền ngoài đỏ. Lí do: khoảng vân tỉ lệ với bước sóng theo công thức i = </a:t>
            </a:r>
            <a:r>
              <a:rPr lang="en-US">
                <a:latin typeface="Arial" panose="020B0604020202020204" pitchFamily="34" charset="0"/>
                <a:cs typeface="Arial" panose="020B0604020202020204" pitchFamily="34" charset="0"/>
                <a:sym typeface="Symbol" panose="05050102010706020507" pitchFamily="18" charset="2"/>
              </a:rPr>
              <a:t>D/a, viền trong tím ứng với ánh sáng tím có  bước sóng nhỏ nhất và viền ngoài đỏ ứng với ánh sáng đỏ có bước sóng lớn nhất.</a:t>
            </a:r>
            <a:endParaRPr lang="en-US">
              <a:latin typeface="Arial" panose="020B0604020202020204" pitchFamily="34" charset="0"/>
              <a:cs typeface="Arial" panose="020B0604020202020204" pitchFamily="34" charset="0"/>
            </a:endParaRPr>
          </a:p>
          <a:p>
            <a:pPr algn="just"/>
            <a:r>
              <a:rPr lang="en-US">
                <a:latin typeface="Arial" panose="020B0604020202020204" pitchFamily="34" charset="0"/>
                <a:cs typeface="Arial" panose="020B0604020202020204" pitchFamily="34" charset="0"/>
                <a:sym typeface="Wingdings" panose="05000000000000000000" pitchFamily="2" charset="2"/>
              </a:rPr>
              <a:t></a:t>
            </a:r>
            <a:r>
              <a:rPr lang="en-US">
                <a:latin typeface="Arial" panose="020B0604020202020204" pitchFamily="34" charset="0"/>
                <a:cs typeface="Arial" panose="020B0604020202020204" pitchFamily="34" charset="0"/>
              </a:rPr>
              <a:t> Càng xa vân trắng giữa, các vân sáng có màu bàng bạc do các vân sáng có màu khác nhau và bậc khác nhau chồng chất lên nhau. </a:t>
            </a:r>
          </a:p>
        </p:txBody>
      </p:sp>
      <p:sp>
        <p:nvSpPr>
          <p:cNvPr id="3" name="TextBox 2">
            <a:extLst>
              <a:ext uri="{FF2B5EF4-FFF2-40B4-BE49-F238E27FC236}">
                <a16:creationId xmlns:a16="http://schemas.microsoft.com/office/drawing/2014/main" id="{0A5F571C-7701-105F-4EE1-F01D02011BF9}"/>
              </a:ext>
            </a:extLst>
          </p:cNvPr>
          <p:cNvSpPr txBox="1"/>
          <p:nvPr/>
        </p:nvSpPr>
        <p:spPr>
          <a:xfrm>
            <a:off x="307847" y="113525"/>
            <a:ext cx="8901838" cy="400110"/>
          </a:xfrm>
          <a:prstGeom prst="rect">
            <a:avLst/>
          </a:prstGeom>
          <a:noFill/>
        </p:spPr>
        <p:txBody>
          <a:bodyPr wrap="square" rtlCol="0">
            <a:spAutoFit/>
          </a:bodyPr>
          <a:lstStyle/>
          <a:p>
            <a:pPr lvl="0">
              <a:defRPr/>
            </a:pPr>
            <a:r>
              <a:rPr lang="en-US" altLang="ko-KR" sz="2000" b="1" kern="0">
                <a:solidFill>
                  <a:srgbClr val="FF0000"/>
                </a:solidFill>
              </a:rPr>
              <a:t>5.1.3. Giao thoa ánh sáng trắng</a:t>
            </a:r>
            <a:endParaRPr lang="en-US" altLang="ko-KR" sz="2000" b="1" kern="0" dirty="0">
              <a:solidFill>
                <a:srgbClr val="FF0000"/>
              </a:solidFill>
            </a:endParaRPr>
          </a:p>
        </p:txBody>
      </p:sp>
    </p:spTree>
    <p:extLst>
      <p:ext uri="{BB962C8B-B14F-4D97-AF65-F5344CB8AC3E}">
        <p14:creationId xmlns:p14="http://schemas.microsoft.com/office/powerpoint/2010/main" val="697247062"/>
      </p:ext>
    </p:extLst>
  </p:cSld>
  <p:clrMapOvr>
    <a:masterClrMapping/>
  </p:clrMapOvr>
  <mc:AlternateContent xmlns:mc="http://schemas.openxmlformats.org/markup-compatibility/2006" xmlns:p14="http://schemas.microsoft.com/office/powerpoint/2010/main">
    <mc:Choice Requires="p14">
      <p:transition spd="slow" p14:dur="1400">
        <p14:doors dir="ver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ntr" presetSubtype="16" fill="hold"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circle(in)">
                                      <p:cBhvr>
                                        <p:cTn id="7" dur="2000"/>
                                        <p:tgtEl>
                                          <p:spTgt spid="11"/>
                                        </p:tgtEl>
                                      </p:cBhvr>
                                    </p:animEffect>
                                  </p:childTnLst>
                                </p:cTn>
                              </p:par>
                              <p:par>
                                <p:cTn id="8" presetID="6" presetClass="entr" presetSubtype="16" fill="hold" grpId="0" nodeType="withEffect">
                                  <p:stCondLst>
                                    <p:cond delay="0"/>
                                  </p:stCondLst>
                                  <p:childTnLst>
                                    <p:set>
                                      <p:cBhvr>
                                        <p:cTn id="9" dur="1" fill="hold">
                                          <p:stCondLst>
                                            <p:cond delay="0"/>
                                          </p:stCondLst>
                                        </p:cTn>
                                        <p:tgtEl>
                                          <p:spTgt spid="13"/>
                                        </p:tgtEl>
                                        <p:attrNameLst>
                                          <p:attrName>style.visibility</p:attrName>
                                        </p:attrNameLst>
                                      </p:cBhvr>
                                      <p:to>
                                        <p:strVal val="visible"/>
                                      </p:to>
                                    </p:set>
                                    <p:animEffect transition="in" filter="circle(in)">
                                      <p:cBhvr>
                                        <p:cTn id="10" dur="2000"/>
                                        <p:tgtEl>
                                          <p:spTgt spid="13"/>
                                        </p:tgtEl>
                                      </p:cBhvr>
                                    </p:animEffect>
                                  </p:childTnLst>
                                </p:cTn>
                              </p:par>
                            </p:childTnLst>
                          </p:cTn>
                        </p:par>
                      </p:childTnLst>
                    </p:cTn>
                  </p:par>
                  <p:par>
                    <p:cTn id="11" fill="hold">
                      <p:stCondLst>
                        <p:cond delay="indefinite"/>
                      </p:stCondLst>
                      <p:childTnLst>
                        <p:par>
                          <p:cTn id="12" fill="hold">
                            <p:stCondLst>
                              <p:cond delay="0"/>
                            </p:stCondLst>
                            <p:childTnLst>
                              <p:par>
                                <p:cTn id="13" presetID="42" presetClass="entr" presetSubtype="0" fill="hold" nodeType="clickEffect">
                                  <p:stCondLst>
                                    <p:cond delay="0"/>
                                  </p:stCondLst>
                                  <p:childTnLst>
                                    <p:set>
                                      <p:cBhvr>
                                        <p:cTn id="14" dur="1" fill="hold">
                                          <p:stCondLst>
                                            <p:cond delay="0"/>
                                          </p:stCondLst>
                                        </p:cTn>
                                        <p:tgtEl>
                                          <p:spTgt spid="18">
                                            <p:txEl>
                                              <p:pRg st="0" end="0"/>
                                            </p:txEl>
                                          </p:spTgt>
                                        </p:tgtEl>
                                        <p:attrNameLst>
                                          <p:attrName>style.visibility</p:attrName>
                                        </p:attrNameLst>
                                      </p:cBhvr>
                                      <p:to>
                                        <p:strVal val="visible"/>
                                      </p:to>
                                    </p:set>
                                    <p:animEffect transition="in" filter="fade">
                                      <p:cBhvr>
                                        <p:cTn id="15" dur="1000"/>
                                        <p:tgtEl>
                                          <p:spTgt spid="18">
                                            <p:txEl>
                                              <p:pRg st="0" end="0"/>
                                            </p:txEl>
                                          </p:spTgt>
                                        </p:tgtEl>
                                      </p:cBhvr>
                                    </p:animEffect>
                                    <p:anim calcmode="lin" valueType="num">
                                      <p:cBhvr>
                                        <p:cTn id="16" dur="1000" fill="hold"/>
                                        <p:tgtEl>
                                          <p:spTgt spid="18">
                                            <p:txEl>
                                              <p:pRg st="0" end="0"/>
                                            </p:txEl>
                                          </p:spTgt>
                                        </p:tgtEl>
                                        <p:attrNameLst>
                                          <p:attrName>ppt_x</p:attrName>
                                        </p:attrNameLst>
                                      </p:cBhvr>
                                      <p:tavLst>
                                        <p:tav tm="0">
                                          <p:val>
                                            <p:strVal val="#ppt_x"/>
                                          </p:val>
                                        </p:tav>
                                        <p:tav tm="100000">
                                          <p:val>
                                            <p:strVal val="#ppt_x"/>
                                          </p:val>
                                        </p:tav>
                                      </p:tavLst>
                                    </p:anim>
                                    <p:anim calcmode="lin" valueType="num">
                                      <p:cBhvr>
                                        <p:cTn id="17" dur="1000" fill="hold"/>
                                        <p:tgtEl>
                                          <p:spTgt spid="18">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8" fill="hold">
                      <p:stCondLst>
                        <p:cond delay="indefinite"/>
                      </p:stCondLst>
                      <p:childTnLst>
                        <p:par>
                          <p:cTn id="19" fill="hold">
                            <p:stCondLst>
                              <p:cond delay="0"/>
                            </p:stCondLst>
                            <p:childTnLst>
                              <p:par>
                                <p:cTn id="20" presetID="42" presetClass="entr" presetSubtype="0" fill="hold" nodeType="clickEffect">
                                  <p:stCondLst>
                                    <p:cond delay="0"/>
                                  </p:stCondLst>
                                  <p:childTnLst>
                                    <p:set>
                                      <p:cBhvr>
                                        <p:cTn id="21" dur="1" fill="hold">
                                          <p:stCondLst>
                                            <p:cond delay="0"/>
                                          </p:stCondLst>
                                        </p:cTn>
                                        <p:tgtEl>
                                          <p:spTgt spid="18">
                                            <p:txEl>
                                              <p:pRg st="1" end="1"/>
                                            </p:txEl>
                                          </p:spTgt>
                                        </p:tgtEl>
                                        <p:attrNameLst>
                                          <p:attrName>style.visibility</p:attrName>
                                        </p:attrNameLst>
                                      </p:cBhvr>
                                      <p:to>
                                        <p:strVal val="visible"/>
                                      </p:to>
                                    </p:set>
                                    <p:animEffect transition="in" filter="fade">
                                      <p:cBhvr>
                                        <p:cTn id="22" dur="1000"/>
                                        <p:tgtEl>
                                          <p:spTgt spid="18">
                                            <p:txEl>
                                              <p:pRg st="1" end="1"/>
                                            </p:txEl>
                                          </p:spTgt>
                                        </p:tgtEl>
                                      </p:cBhvr>
                                    </p:animEffect>
                                    <p:anim calcmode="lin" valueType="num">
                                      <p:cBhvr>
                                        <p:cTn id="23" dur="1000" fill="hold"/>
                                        <p:tgtEl>
                                          <p:spTgt spid="18">
                                            <p:txEl>
                                              <p:pRg st="1" end="1"/>
                                            </p:txEl>
                                          </p:spTgt>
                                        </p:tgtEl>
                                        <p:attrNameLst>
                                          <p:attrName>ppt_x</p:attrName>
                                        </p:attrNameLst>
                                      </p:cBhvr>
                                      <p:tavLst>
                                        <p:tav tm="0">
                                          <p:val>
                                            <p:strVal val="#ppt_x"/>
                                          </p:val>
                                        </p:tav>
                                        <p:tav tm="100000">
                                          <p:val>
                                            <p:strVal val="#ppt_x"/>
                                          </p:val>
                                        </p:tav>
                                      </p:tavLst>
                                    </p:anim>
                                    <p:anim calcmode="lin" valueType="num">
                                      <p:cBhvr>
                                        <p:cTn id="24" dur="1000" fill="hold"/>
                                        <p:tgtEl>
                                          <p:spTgt spid="18">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25" fill="hold">
                      <p:stCondLst>
                        <p:cond delay="indefinite"/>
                      </p:stCondLst>
                      <p:childTnLst>
                        <p:par>
                          <p:cTn id="26" fill="hold">
                            <p:stCondLst>
                              <p:cond delay="0"/>
                            </p:stCondLst>
                            <p:childTnLst>
                              <p:par>
                                <p:cTn id="27" presetID="42" presetClass="entr" presetSubtype="0" fill="hold" nodeType="clickEffect">
                                  <p:stCondLst>
                                    <p:cond delay="0"/>
                                  </p:stCondLst>
                                  <p:childTnLst>
                                    <p:set>
                                      <p:cBhvr>
                                        <p:cTn id="28" dur="1" fill="hold">
                                          <p:stCondLst>
                                            <p:cond delay="0"/>
                                          </p:stCondLst>
                                        </p:cTn>
                                        <p:tgtEl>
                                          <p:spTgt spid="18">
                                            <p:txEl>
                                              <p:pRg st="2" end="2"/>
                                            </p:txEl>
                                          </p:spTgt>
                                        </p:tgtEl>
                                        <p:attrNameLst>
                                          <p:attrName>style.visibility</p:attrName>
                                        </p:attrNameLst>
                                      </p:cBhvr>
                                      <p:to>
                                        <p:strVal val="visible"/>
                                      </p:to>
                                    </p:set>
                                    <p:animEffect transition="in" filter="fade">
                                      <p:cBhvr>
                                        <p:cTn id="29" dur="1000"/>
                                        <p:tgtEl>
                                          <p:spTgt spid="18">
                                            <p:txEl>
                                              <p:pRg st="2" end="2"/>
                                            </p:txEl>
                                          </p:spTgt>
                                        </p:tgtEl>
                                      </p:cBhvr>
                                    </p:animEffect>
                                    <p:anim calcmode="lin" valueType="num">
                                      <p:cBhvr>
                                        <p:cTn id="30" dur="1000" fill="hold"/>
                                        <p:tgtEl>
                                          <p:spTgt spid="18">
                                            <p:txEl>
                                              <p:pRg st="2" end="2"/>
                                            </p:txEl>
                                          </p:spTgt>
                                        </p:tgtEl>
                                        <p:attrNameLst>
                                          <p:attrName>ppt_x</p:attrName>
                                        </p:attrNameLst>
                                      </p:cBhvr>
                                      <p:tavLst>
                                        <p:tav tm="0">
                                          <p:val>
                                            <p:strVal val="#ppt_x"/>
                                          </p:val>
                                        </p:tav>
                                        <p:tav tm="100000">
                                          <p:val>
                                            <p:strVal val="#ppt_x"/>
                                          </p:val>
                                        </p:tav>
                                      </p:tavLst>
                                    </p:anim>
                                    <p:anim calcmode="lin" valueType="num">
                                      <p:cBhvr>
                                        <p:cTn id="31" dur="1000" fill="hold"/>
                                        <p:tgtEl>
                                          <p:spTgt spid="18">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32" fill="hold">
                      <p:stCondLst>
                        <p:cond delay="indefinite"/>
                      </p:stCondLst>
                      <p:childTnLst>
                        <p:par>
                          <p:cTn id="33" fill="hold">
                            <p:stCondLst>
                              <p:cond delay="0"/>
                            </p:stCondLst>
                            <p:childTnLst>
                              <p:par>
                                <p:cTn id="34" presetID="42" presetClass="entr" presetSubtype="0" fill="hold" nodeType="clickEffect">
                                  <p:stCondLst>
                                    <p:cond delay="0"/>
                                  </p:stCondLst>
                                  <p:childTnLst>
                                    <p:set>
                                      <p:cBhvr>
                                        <p:cTn id="35" dur="1" fill="hold">
                                          <p:stCondLst>
                                            <p:cond delay="0"/>
                                          </p:stCondLst>
                                        </p:cTn>
                                        <p:tgtEl>
                                          <p:spTgt spid="18">
                                            <p:txEl>
                                              <p:pRg st="3" end="3"/>
                                            </p:txEl>
                                          </p:spTgt>
                                        </p:tgtEl>
                                        <p:attrNameLst>
                                          <p:attrName>style.visibility</p:attrName>
                                        </p:attrNameLst>
                                      </p:cBhvr>
                                      <p:to>
                                        <p:strVal val="visible"/>
                                      </p:to>
                                    </p:set>
                                    <p:animEffect transition="in" filter="fade">
                                      <p:cBhvr>
                                        <p:cTn id="36" dur="1000"/>
                                        <p:tgtEl>
                                          <p:spTgt spid="18">
                                            <p:txEl>
                                              <p:pRg st="3" end="3"/>
                                            </p:txEl>
                                          </p:spTgt>
                                        </p:tgtEl>
                                      </p:cBhvr>
                                    </p:animEffect>
                                    <p:anim calcmode="lin" valueType="num">
                                      <p:cBhvr>
                                        <p:cTn id="37" dur="1000" fill="hold"/>
                                        <p:tgtEl>
                                          <p:spTgt spid="18">
                                            <p:txEl>
                                              <p:pRg st="3" end="3"/>
                                            </p:txEl>
                                          </p:spTgt>
                                        </p:tgtEl>
                                        <p:attrNameLst>
                                          <p:attrName>ppt_x</p:attrName>
                                        </p:attrNameLst>
                                      </p:cBhvr>
                                      <p:tavLst>
                                        <p:tav tm="0">
                                          <p:val>
                                            <p:strVal val="#ppt_x"/>
                                          </p:val>
                                        </p:tav>
                                        <p:tav tm="100000">
                                          <p:val>
                                            <p:strVal val="#ppt_x"/>
                                          </p:val>
                                        </p:tav>
                                      </p:tavLst>
                                    </p:anim>
                                    <p:anim calcmode="lin" valueType="num">
                                      <p:cBhvr>
                                        <p:cTn id="38" dur="1000" fill="hold"/>
                                        <p:tgtEl>
                                          <p:spTgt spid="18">
                                            <p:txEl>
                                              <p:pRg st="3" end="3"/>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BD8E6726-0F2B-D915-4FFB-954E43BD4D81}"/>
              </a:ext>
            </a:extLst>
          </p:cNvPr>
          <p:cNvSpPr txBox="1"/>
          <p:nvPr/>
        </p:nvSpPr>
        <p:spPr>
          <a:xfrm>
            <a:off x="198119" y="168462"/>
            <a:ext cx="7883463" cy="400110"/>
          </a:xfrm>
          <a:prstGeom prst="rect">
            <a:avLst/>
          </a:prstGeom>
          <a:noFill/>
        </p:spPr>
        <p:txBody>
          <a:bodyPr wrap="square" rtlCol="0">
            <a:spAutoFit/>
          </a:bodyPr>
          <a:lstStyle/>
          <a:p>
            <a:pPr algn="just"/>
            <a:r>
              <a:rPr lang="en-US" sz="2000" b="1">
                <a:solidFill>
                  <a:srgbClr val="FF0000"/>
                </a:solidFill>
                <a:sym typeface="Wingdings" panose="05000000000000000000" pitchFamily="2" charset="2"/>
              </a:rPr>
              <a:t>5.1.4. </a:t>
            </a:r>
            <a:r>
              <a:rPr lang="en-US" sz="2000" b="1">
                <a:solidFill>
                  <a:srgbClr val="FF0000"/>
                </a:solidFill>
              </a:rPr>
              <a:t>Hiện tượng dịch chuyển hệ vân giao thoa: </a:t>
            </a:r>
          </a:p>
        </p:txBody>
      </p:sp>
      <p:grpSp>
        <p:nvGrpSpPr>
          <p:cNvPr id="3" name="Group 42">
            <a:extLst>
              <a:ext uri="{FF2B5EF4-FFF2-40B4-BE49-F238E27FC236}">
                <a16:creationId xmlns:a16="http://schemas.microsoft.com/office/drawing/2014/main" id="{051E5F62-DC6C-E8B9-FB9F-1C6AB213C891}"/>
              </a:ext>
            </a:extLst>
          </p:cNvPr>
          <p:cNvGrpSpPr>
            <a:grpSpLocks/>
          </p:cNvGrpSpPr>
          <p:nvPr/>
        </p:nvGrpSpPr>
        <p:grpSpPr bwMode="auto">
          <a:xfrm>
            <a:off x="7623048" y="195262"/>
            <a:ext cx="3976688" cy="2560638"/>
            <a:chOff x="4648485" y="577620"/>
            <a:chExt cx="3976635" cy="2560320"/>
          </a:xfrm>
        </p:grpSpPr>
        <p:cxnSp>
          <p:nvCxnSpPr>
            <p:cNvPr id="4" name="Straight Connector 3">
              <a:extLst>
                <a:ext uri="{FF2B5EF4-FFF2-40B4-BE49-F238E27FC236}">
                  <a16:creationId xmlns:a16="http://schemas.microsoft.com/office/drawing/2014/main" id="{66CE787E-FC08-ED81-B030-5EACC2A37A39}"/>
                </a:ext>
              </a:extLst>
            </p:cNvPr>
            <p:cNvCxnSpPr/>
            <p:nvPr/>
          </p:nvCxnSpPr>
          <p:spPr>
            <a:xfrm>
              <a:off x="5258077" y="1599843"/>
              <a:ext cx="0" cy="914286"/>
            </a:xfrm>
            <a:prstGeom prst="line">
              <a:avLst/>
            </a:prstGeom>
            <a:noFill/>
            <a:ln w="28575" cap="flat" cmpd="sng" algn="ctr">
              <a:solidFill>
                <a:srgbClr val="4F81BD"/>
              </a:solidFill>
              <a:prstDash val="solid"/>
            </a:ln>
            <a:effectLst/>
          </p:spPr>
        </p:cxnSp>
        <p:cxnSp>
          <p:nvCxnSpPr>
            <p:cNvPr id="5" name="Straight Connector 4">
              <a:extLst>
                <a:ext uri="{FF2B5EF4-FFF2-40B4-BE49-F238E27FC236}">
                  <a16:creationId xmlns:a16="http://schemas.microsoft.com/office/drawing/2014/main" id="{7CD66285-858D-C05D-5C47-EE6A9521A9E9}"/>
                </a:ext>
              </a:extLst>
            </p:cNvPr>
            <p:cNvCxnSpPr/>
            <p:nvPr/>
          </p:nvCxnSpPr>
          <p:spPr>
            <a:xfrm>
              <a:off x="4843745" y="1599843"/>
              <a:ext cx="0" cy="914286"/>
            </a:xfrm>
            <a:prstGeom prst="line">
              <a:avLst/>
            </a:prstGeom>
            <a:noFill/>
            <a:ln w="3175" cap="flat" cmpd="sng" algn="ctr">
              <a:solidFill>
                <a:sysClr val="windowText" lastClr="000000"/>
              </a:solidFill>
              <a:prstDash val="solid"/>
              <a:headEnd type="triangle" w="med" len="med"/>
              <a:tailEnd type="triangle" w="med" len="med"/>
            </a:ln>
            <a:effectLst/>
          </p:spPr>
        </p:cxnSp>
        <p:cxnSp>
          <p:nvCxnSpPr>
            <p:cNvPr id="6" name="Straight Connector 5">
              <a:extLst>
                <a:ext uri="{FF2B5EF4-FFF2-40B4-BE49-F238E27FC236}">
                  <a16:creationId xmlns:a16="http://schemas.microsoft.com/office/drawing/2014/main" id="{A2D1D6FC-6C34-47E0-86F4-504A40BE0933}"/>
                </a:ext>
              </a:extLst>
            </p:cNvPr>
            <p:cNvCxnSpPr/>
            <p:nvPr/>
          </p:nvCxnSpPr>
          <p:spPr>
            <a:xfrm>
              <a:off x="5258077" y="2056986"/>
              <a:ext cx="2743163" cy="0"/>
            </a:xfrm>
            <a:prstGeom prst="line">
              <a:avLst/>
            </a:prstGeom>
            <a:noFill/>
            <a:ln w="9525" cap="flat" cmpd="sng" algn="ctr">
              <a:solidFill>
                <a:sysClr val="windowText" lastClr="000000"/>
              </a:solidFill>
              <a:prstDash val="dash"/>
            </a:ln>
            <a:effectLst/>
          </p:spPr>
        </p:cxnSp>
        <p:cxnSp>
          <p:nvCxnSpPr>
            <p:cNvPr id="7" name="Straight Connector 6">
              <a:extLst>
                <a:ext uri="{FF2B5EF4-FFF2-40B4-BE49-F238E27FC236}">
                  <a16:creationId xmlns:a16="http://schemas.microsoft.com/office/drawing/2014/main" id="{6C4432DB-C262-9040-EAEE-0152FDD66CE2}"/>
                </a:ext>
              </a:extLst>
            </p:cNvPr>
            <p:cNvCxnSpPr/>
            <p:nvPr/>
          </p:nvCxnSpPr>
          <p:spPr>
            <a:xfrm flipH="1">
              <a:off x="7961554" y="577620"/>
              <a:ext cx="0" cy="2560320"/>
            </a:xfrm>
            <a:prstGeom prst="line">
              <a:avLst/>
            </a:prstGeom>
            <a:noFill/>
            <a:ln w="76200" cap="flat" cmpd="sng" algn="ctr">
              <a:solidFill>
                <a:srgbClr val="000099"/>
              </a:solidFill>
              <a:prstDash val="solid"/>
            </a:ln>
            <a:effectLst/>
          </p:spPr>
        </p:cxnSp>
        <p:cxnSp>
          <p:nvCxnSpPr>
            <p:cNvPr id="8" name="Straight Connector 7">
              <a:extLst>
                <a:ext uri="{FF2B5EF4-FFF2-40B4-BE49-F238E27FC236}">
                  <a16:creationId xmlns:a16="http://schemas.microsoft.com/office/drawing/2014/main" id="{979AF56C-A6AA-CC8F-B9CE-AD2320E8B535}"/>
                </a:ext>
              </a:extLst>
            </p:cNvPr>
            <p:cNvCxnSpPr/>
            <p:nvPr/>
          </p:nvCxnSpPr>
          <p:spPr>
            <a:xfrm flipV="1">
              <a:off x="5258077" y="1142700"/>
              <a:ext cx="2635215" cy="457143"/>
            </a:xfrm>
            <a:prstGeom prst="line">
              <a:avLst/>
            </a:prstGeom>
            <a:noFill/>
            <a:ln w="9525" cap="flat" cmpd="sng" algn="ctr">
              <a:solidFill>
                <a:sysClr val="windowText" lastClr="000000"/>
              </a:solidFill>
              <a:prstDash val="solid"/>
            </a:ln>
            <a:effectLst/>
          </p:spPr>
        </p:cxnSp>
        <p:cxnSp>
          <p:nvCxnSpPr>
            <p:cNvPr id="9" name="Straight Connector 8">
              <a:extLst>
                <a:ext uri="{FF2B5EF4-FFF2-40B4-BE49-F238E27FC236}">
                  <a16:creationId xmlns:a16="http://schemas.microsoft.com/office/drawing/2014/main" id="{07C076C1-D206-C24F-8ADC-63724D878FD1}"/>
                </a:ext>
              </a:extLst>
            </p:cNvPr>
            <p:cNvCxnSpPr/>
            <p:nvPr/>
          </p:nvCxnSpPr>
          <p:spPr>
            <a:xfrm flipV="1">
              <a:off x="5258077" y="1131589"/>
              <a:ext cx="2703477" cy="1382540"/>
            </a:xfrm>
            <a:prstGeom prst="line">
              <a:avLst/>
            </a:prstGeom>
            <a:noFill/>
            <a:ln w="9525" cap="flat" cmpd="sng" algn="ctr">
              <a:solidFill>
                <a:sysClr val="windowText" lastClr="000000"/>
              </a:solidFill>
              <a:prstDash val="solid"/>
            </a:ln>
            <a:effectLst/>
          </p:spPr>
        </p:cxnSp>
        <p:cxnSp>
          <p:nvCxnSpPr>
            <p:cNvPr id="10" name="Straight Connector 9">
              <a:extLst>
                <a:ext uri="{FF2B5EF4-FFF2-40B4-BE49-F238E27FC236}">
                  <a16:creationId xmlns:a16="http://schemas.microsoft.com/office/drawing/2014/main" id="{850E0579-C9A7-C7B5-EA51-4AAA3DE0A4E7}"/>
                </a:ext>
              </a:extLst>
            </p:cNvPr>
            <p:cNvCxnSpPr/>
            <p:nvPr/>
          </p:nvCxnSpPr>
          <p:spPr>
            <a:xfrm>
              <a:off x="5218390" y="2898257"/>
              <a:ext cx="2743163" cy="0"/>
            </a:xfrm>
            <a:prstGeom prst="line">
              <a:avLst/>
            </a:prstGeom>
            <a:noFill/>
            <a:ln w="9525" cap="flat" cmpd="sng" algn="ctr">
              <a:solidFill>
                <a:sysClr val="windowText" lastClr="000000"/>
              </a:solidFill>
              <a:prstDash val="solid"/>
              <a:headEnd type="triangle" w="med" len="med"/>
              <a:tailEnd type="triangle" w="med" len="med"/>
            </a:ln>
            <a:effectLst/>
          </p:spPr>
        </p:cxnSp>
        <p:sp>
          <p:nvSpPr>
            <p:cNvPr id="11" name="TextBox 38">
              <a:extLst>
                <a:ext uri="{FF2B5EF4-FFF2-40B4-BE49-F238E27FC236}">
                  <a16:creationId xmlns:a16="http://schemas.microsoft.com/office/drawing/2014/main" id="{B8B090AF-2E18-4275-5300-77816A575A94}"/>
                </a:ext>
              </a:extLst>
            </p:cNvPr>
            <p:cNvSpPr txBox="1">
              <a:spLocks noChangeArrowheads="1"/>
            </p:cNvSpPr>
            <p:nvPr/>
          </p:nvSpPr>
          <p:spPr bwMode="auto">
            <a:xfrm>
              <a:off x="6248400" y="2634348"/>
              <a:ext cx="419100" cy="461665"/>
            </a:xfrm>
            <a:prstGeom prst="rect">
              <a:avLst/>
            </a:prstGeom>
            <a:solidFill>
              <a:sysClr val="window" lastClr="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Calibri" panose="020F0502020204030204" pitchFamily="34" charset="0"/>
                  <a:cs typeface="Arial" panose="020B0604020202020204" pitchFamily="34" charset="0"/>
                </a:defRPr>
              </a:lvl1pPr>
              <a:lvl2pPr marL="742950" indent="-285750" eaLnBrk="0" hangingPunct="0">
                <a:defRPr>
                  <a:solidFill>
                    <a:schemeClr val="tx1"/>
                  </a:solidFill>
                  <a:latin typeface="Calibri" panose="020F0502020204030204" pitchFamily="34" charset="0"/>
                  <a:cs typeface="Arial" panose="020B0604020202020204" pitchFamily="34" charset="0"/>
                </a:defRPr>
              </a:lvl2pPr>
              <a:lvl3pPr marL="1143000" indent="-228600" eaLnBrk="0" hangingPunct="0">
                <a:defRPr>
                  <a:solidFill>
                    <a:schemeClr val="tx1"/>
                  </a:solidFill>
                  <a:latin typeface="Calibri" panose="020F0502020204030204" pitchFamily="34" charset="0"/>
                  <a:cs typeface="Arial" panose="020B0604020202020204" pitchFamily="34" charset="0"/>
                </a:defRPr>
              </a:lvl3pPr>
              <a:lvl4pPr marL="1600200" indent="-228600" eaLnBrk="0" hangingPunct="0">
                <a:defRPr>
                  <a:solidFill>
                    <a:schemeClr val="tx1"/>
                  </a:solidFill>
                  <a:latin typeface="Calibri" panose="020F0502020204030204" pitchFamily="34" charset="0"/>
                  <a:cs typeface="Arial" panose="020B0604020202020204" pitchFamily="34" charset="0"/>
                </a:defRPr>
              </a:lvl4pPr>
              <a:lvl5pPr marL="2057400" indent="-228600" eaLnBrk="0" hangingPunct="0">
                <a:defRPr>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9pPr>
            </a:lstStyle>
            <a:p>
              <a:pPr marL="0" marR="0" lvl="0" indent="0" defTabSz="914400" eaLnBrk="1" fontAlgn="base" latinLnBrk="0" hangingPunct="1">
                <a:lnSpc>
                  <a:spcPct val="100000"/>
                </a:lnSpc>
                <a:spcBef>
                  <a:spcPct val="0"/>
                </a:spcBef>
                <a:spcAft>
                  <a:spcPct val="0"/>
                </a:spcAft>
                <a:buClrTx/>
                <a:buSzTx/>
                <a:buFontTx/>
                <a:buNone/>
                <a:tabLst/>
                <a:defRPr/>
              </a:pPr>
              <a:r>
                <a:rPr kumimoji="0" lang="en-US" altLang="en-US" sz="2400" b="0" i="1" u="none" strike="noStrike" kern="0" cap="none" spc="0" normalizeH="0" baseline="0" noProof="0">
                  <a:ln>
                    <a:noFill/>
                  </a:ln>
                  <a:solidFill>
                    <a:srgbClr val="000000"/>
                  </a:solidFill>
                  <a:effectLst/>
                  <a:uLnTx/>
                  <a:uFillTx/>
                  <a:latin typeface="Calibri" panose="020F0502020204030204" pitchFamily="34" charset="0"/>
                  <a:cs typeface="Arial" panose="020B0604020202020204" pitchFamily="34" charset="0"/>
                </a:rPr>
                <a:t>D</a:t>
              </a:r>
            </a:p>
          </p:txBody>
        </p:sp>
        <p:sp>
          <p:nvSpPr>
            <p:cNvPr id="12" name="TextBox 45">
              <a:extLst>
                <a:ext uri="{FF2B5EF4-FFF2-40B4-BE49-F238E27FC236}">
                  <a16:creationId xmlns:a16="http://schemas.microsoft.com/office/drawing/2014/main" id="{2AF4FFD1-D1B1-7F96-5803-688C0DD4AC11}"/>
                </a:ext>
              </a:extLst>
            </p:cNvPr>
            <p:cNvSpPr txBox="1">
              <a:spLocks noChangeArrowheads="1"/>
            </p:cNvSpPr>
            <p:nvPr/>
          </p:nvSpPr>
          <p:spPr bwMode="auto">
            <a:xfrm>
              <a:off x="4648485" y="1827965"/>
              <a:ext cx="419100" cy="461665"/>
            </a:xfrm>
            <a:prstGeom prst="rect">
              <a:avLst/>
            </a:prstGeom>
            <a:solidFill>
              <a:sysClr val="window" lastClr="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Calibri" panose="020F0502020204030204" pitchFamily="34" charset="0"/>
                  <a:cs typeface="Arial" panose="020B0604020202020204" pitchFamily="34" charset="0"/>
                </a:defRPr>
              </a:lvl1pPr>
              <a:lvl2pPr marL="742950" indent="-285750" eaLnBrk="0" hangingPunct="0">
                <a:defRPr>
                  <a:solidFill>
                    <a:schemeClr val="tx1"/>
                  </a:solidFill>
                  <a:latin typeface="Calibri" panose="020F0502020204030204" pitchFamily="34" charset="0"/>
                  <a:cs typeface="Arial" panose="020B0604020202020204" pitchFamily="34" charset="0"/>
                </a:defRPr>
              </a:lvl2pPr>
              <a:lvl3pPr marL="1143000" indent="-228600" eaLnBrk="0" hangingPunct="0">
                <a:defRPr>
                  <a:solidFill>
                    <a:schemeClr val="tx1"/>
                  </a:solidFill>
                  <a:latin typeface="Calibri" panose="020F0502020204030204" pitchFamily="34" charset="0"/>
                  <a:cs typeface="Arial" panose="020B0604020202020204" pitchFamily="34" charset="0"/>
                </a:defRPr>
              </a:lvl3pPr>
              <a:lvl4pPr marL="1600200" indent="-228600" eaLnBrk="0" hangingPunct="0">
                <a:defRPr>
                  <a:solidFill>
                    <a:schemeClr val="tx1"/>
                  </a:solidFill>
                  <a:latin typeface="Calibri" panose="020F0502020204030204" pitchFamily="34" charset="0"/>
                  <a:cs typeface="Arial" panose="020B0604020202020204" pitchFamily="34" charset="0"/>
                </a:defRPr>
              </a:lvl4pPr>
              <a:lvl5pPr marL="2057400" indent="-228600" eaLnBrk="0" hangingPunct="0">
                <a:defRPr>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9pPr>
            </a:lstStyle>
            <a:p>
              <a:pPr marL="0" marR="0" lvl="0" indent="0" defTabSz="914400" eaLnBrk="1" fontAlgn="base" latinLnBrk="0" hangingPunct="1">
                <a:lnSpc>
                  <a:spcPct val="100000"/>
                </a:lnSpc>
                <a:spcBef>
                  <a:spcPct val="0"/>
                </a:spcBef>
                <a:spcAft>
                  <a:spcPct val="0"/>
                </a:spcAft>
                <a:buClrTx/>
                <a:buSzTx/>
                <a:buFontTx/>
                <a:buNone/>
                <a:tabLst/>
                <a:defRPr/>
              </a:pPr>
              <a:r>
                <a:rPr kumimoji="0" lang="en-US" altLang="en-US" sz="2400" b="0" i="1" u="none" strike="noStrike" kern="0" cap="none" spc="0" normalizeH="0" baseline="0" noProof="0">
                  <a:ln>
                    <a:noFill/>
                  </a:ln>
                  <a:solidFill>
                    <a:srgbClr val="000000"/>
                  </a:solidFill>
                  <a:effectLst/>
                  <a:uLnTx/>
                  <a:uFillTx/>
                  <a:latin typeface="Calibri" panose="020F0502020204030204" pitchFamily="34" charset="0"/>
                  <a:cs typeface="Arial" panose="020B0604020202020204" pitchFamily="34" charset="0"/>
                </a:rPr>
                <a:t>a</a:t>
              </a:r>
            </a:p>
          </p:txBody>
        </p:sp>
        <p:sp>
          <p:nvSpPr>
            <p:cNvPr id="13" name="TextBox 46">
              <a:extLst>
                <a:ext uri="{FF2B5EF4-FFF2-40B4-BE49-F238E27FC236}">
                  <a16:creationId xmlns:a16="http://schemas.microsoft.com/office/drawing/2014/main" id="{7BB986CC-E257-4843-E24E-DB84F833B680}"/>
                </a:ext>
              </a:extLst>
            </p:cNvPr>
            <p:cNvSpPr txBox="1">
              <a:spLocks noChangeArrowheads="1"/>
            </p:cNvSpPr>
            <p:nvPr/>
          </p:nvSpPr>
          <p:spPr bwMode="auto">
            <a:xfrm>
              <a:off x="6170388" y="901177"/>
              <a:ext cx="497112"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Calibri" panose="020F0502020204030204" pitchFamily="34" charset="0"/>
                  <a:cs typeface="Arial" panose="020B0604020202020204" pitchFamily="34" charset="0"/>
                </a:defRPr>
              </a:lvl1pPr>
              <a:lvl2pPr marL="742950" indent="-285750" eaLnBrk="0" hangingPunct="0">
                <a:defRPr>
                  <a:solidFill>
                    <a:schemeClr val="tx1"/>
                  </a:solidFill>
                  <a:latin typeface="Calibri" panose="020F0502020204030204" pitchFamily="34" charset="0"/>
                  <a:cs typeface="Arial" panose="020B0604020202020204" pitchFamily="34" charset="0"/>
                </a:defRPr>
              </a:lvl2pPr>
              <a:lvl3pPr marL="1143000" indent="-228600" eaLnBrk="0" hangingPunct="0">
                <a:defRPr>
                  <a:solidFill>
                    <a:schemeClr val="tx1"/>
                  </a:solidFill>
                  <a:latin typeface="Calibri" panose="020F0502020204030204" pitchFamily="34" charset="0"/>
                  <a:cs typeface="Arial" panose="020B0604020202020204" pitchFamily="34" charset="0"/>
                </a:defRPr>
              </a:lvl3pPr>
              <a:lvl4pPr marL="1600200" indent="-228600" eaLnBrk="0" hangingPunct="0">
                <a:defRPr>
                  <a:solidFill>
                    <a:schemeClr val="tx1"/>
                  </a:solidFill>
                  <a:latin typeface="Calibri" panose="020F0502020204030204" pitchFamily="34" charset="0"/>
                  <a:cs typeface="Arial" panose="020B0604020202020204" pitchFamily="34" charset="0"/>
                </a:defRPr>
              </a:lvl4pPr>
              <a:lvl5pPr marL="2057400" indent="-228600" eaLnBrk="0" hangingPunct="0">
                <a:defRPr>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9pPr>
            </a:lstStyle>
            <a:p>
              <a:pPr marL="0" marR="0" lvl="0" indent="0" defTabSz="914400" eaLnBrk="1" fontAlgn="base" latinLnBrk="0" hangingPunct="1">
                <a:lnSpc>
                  <a:spcPct val="100000"/>
                </a:lnSpc>
                <a:spcBef>
                  <a:spcPct val="0"/>
                </a:spcBef>
                <a:spcAft>
                  <a:spcPct val="0"/>
                </a:spcAft>
                <a:buClrTx/>
                <a:buSzTx/>
                <a:buFontTx/>
                <a:buNone/>
                <a:tabLst/>
                <a:defRPr/>
              </a:pPr>
              <a:r>
                <a:rPr kumimoji="0" lang="en-US" altLang="en-US" sz="2400" b="0" i="1" u="none" strike="noStrike" kern="0" cap="none" spc="0" normalizeH="0" baseline="0" noProof="0">
                  <a:ln>
                    <a:noFill/>
                  </a:ln>
                  <a:solidFill>
                    <a:srgbClr val="000000"/>
                  </a:solidFill>
                  <a:effectLst/>
                  <a:uLnTx/>
                  <a:uFillTx/>
                  <a:latin typeface="Calibri" panose="020F0502020204030204" pitchFamily="34" charset="0"/>
                  <a:cs typeface="Arial" panose="020B0604020202020204" pitchFamily="34" charset="0"/>
                </a:rPr>
                <a:t>d</a:t>
              </a:r>
              <a:r>
                <a:rPr kumimoji="0" lang="en-US" altLang="en-US" sz="2400" b="0" i="1" u="none" strike="noStrike" kern="0" cap="none" spc="0" normalizeH="0" baseline="-25000" noProof="0">
                  <a:ln>
                    <a:noFill/>
                  </a:ln>
                  <a:solidFill>
                    <a:srgbClr val="000000"/>
                  </a:solidFill>
                  <a:effectLst/>
                  <a:uLnTx/>
                  <a:uFillTx/>
                  <a:latin typeface="Calibri" panose="020F0502020204030204" pitchFamily="34" charset="0"/>
                  <a:cs typeface="Arial" panose="020B0604020202020204" pitchFamily="34" charset="0"/>
                </a:rPr>
                <a:t>1</a:t>
              </a:r>
              <a:endParaRPr kumimoji="0" lang="en-US" altLang="en-US" sz="2400" b="0" i="1" u="none" strike="noStrike" kern="0" cap="none" spc="0" normalizeH="0" baseline="0" noProof="0">
                <a:ln>
                  <a:noFill/>
                </a:ln>
                <a:solidFill>
                  <a:srgbClr val="000000"/>
                </a:solidFill>
                <a:effectLst/>
                <a:uLnTx/>
                <a:uFillTx/>
                <a:latin typeface="Calibri" panose="020F0502020204030204" pitchFamily="34" charset="0"/>
                <a:cs typeface="Arial" panose="020B0604020202020204" pitchFamily="34" charset="0"/>
              </a:endParaRPr>
            </a:p>
          </p:txBody>
        </p:sp>
        <p:sp>
          <p:nvSpPr>
            <p:cNvPr id="14" name="TextBox 47">
              <a:extLst>
                <a:ext uri="{FF2B5EF4-FFF2-40B4-BE49-F238E27FC236}">
                  <a16:creationId xmlns:a16="http://schemas.microsoft.com/office/drawing/2014/main" id="{FD351AF8-9516-E57F-4840-7C24B69473B8}"/>
                </a:ext>
              </a:extLst>
            </p:cNvPr>
            <p:cNvSpPr txBox="1">
              <a:spLocks noChangeArrowheads="1"/>
            </p:cNvSpPr>
            <p:nvPr/>
          </p:nvSpPr>
          <p:spPr bwMode="auto">
            <a:xfrm>
              <a:off x="6571344" y="1634985"/>
              <a:ext cx="497112"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Calibri" panose="020F0502020204030204" pitchFamily="34" charset="0"/>
                  <a:cs typeface="Arial" panose="020B0604020202020204" pitchFamily="34" charset="0"/>
                </a:defRPr>
              </a:lvl1pPr>
              <a:lvl2pPr marL="742950" indent="-285750" eaLnBrk="0" hangingPunct="0">
                <a:defRPr>
                  <a:solidFill>
                    <a:schemeClr val="tx1"/>
                  </a:solidFill>
                  <a:latin typeface="Calibri" panose="020F0502020204030204" pitchFamily="34" charset="0"/>
                  <a:cs typeface="Arial" panose="020B0604020202020204" pitchFamily="34" charset="0"/>
                </a:defRPr>
              </a:lvl2pPr>
              <a:lvl3pPr marL="1143000" indent="-228600" eaLnBrk="0" hangingPunct="0">
                <a:defRPr>
                  <a:solidFill>
                    <a:schemeClr val="tx1"/>
                  </a:solidFill>
                  <a:latin typeface="Calibri" panose="020F0502020204030204" pitchFamily="34" charset="0"/>
                  <a:cs typeface="Arial" panose="020B0604020202020204" pitchFamily="34" charset="0"/>
                </a:defRPr>
              </a:lvl3pPr>
              <a:lvl4pPr marL="1600200" indent="-228600" eaLnBrk="0" hangingPunct="0">
                <a:defRPr>
                  <a:solidFill>
                    <a:schemeClr val="tx1"/>
                  </a:solidFill>
                  <a:latin typeface="Calibri" panose="020F0502020204030204" pitchFamily="34" charset="0"/>
                  <a:cs typeface="Arial" panose="020B0604020202020204" pitchFamily="34" charset="0"/>
                </a:defRPr>
              </a:lvl4pPr>
              <a:lvl5pPr marL="2057400" indent="-228600" eaLnBrk="0" hangingPunct="0">
                <a:defRPr>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9pPr>
            </a:lstStyle>
            <a:p>
              <a:pPr marL="0" marR="0" lvl="0" indent="0" defTabSz="914400" eaLnBrk="1" fontAlgn="base" latinLnBrk="0" hangingPunct="1">
                <a:lnSpc>
                  <a:spcPct val="100000"/>
                </a:lnSpc>
                <a:spcBef>
                  <a:spcPct val="0"/>
                </a:spcBef>
                <a:spcAft>
                  <a:spcPct val="0"/>
                </a:spcAft>
                <a:buClrTx/>
                <a:buSzTx/>
                <a:buFontTx/>
                <a:buNone/>
                <a:tabLst/>
                <a:defRPr/>
              </a:pPr>
              <a:r>
                <a:rPr kumimoji="0" lang="en-US" altLang="en-US" sz="2400" b="0" i="1" u="none" strike="noStrike" kern="0" cap="none" spc="0" normalizeH="0" baseline="0" noProof="0">
                  <a:ln>
                    <a:noFill/>
                  </a:ln>
                  <a:solidFill>
                    <a:srgbClr val="000000"/>
                  </a:solidFill>
                  <a:effectLst/>
                  <a:uLnTx/>
                  <a:uFillTx/>
                  <a:latin typeface="Calibri" panose="020F0502020204030204" pitchFamily="34" charset="0"/>
                  <a:cs typeface="Arial" panose="020B0604020202020204" pitchFamily="34" charset="0"/>
                </a:rPr>
                <a:t>d</a:t>
              </a:r>
              <a:r>
                <a:rPr kumimoji="0" lang="en-US" altLang="en-US" sz="2400" b="0" i="1" u="none" strike="noStrike" kern="0" cap="none" spc="0" normalizeH="0" baseline="-25000" noProof="0">
                  <a:ln>
                    <a:noFill/>
                  </a:ln>
                  <a:solidFill>
                    <a:srgbClr val="000000"/>
                  </a:solidFill>
                  <a:effectLst/>
                  <a:uLnTx/>
                  <a:uFillTx/>
                  <a:latin typeface="Calibri" panose="020F0502020204030204" pitchFamily="34" charset="0"/>
                  <a:cs typeface="Arial" panose="020B0604020202020204" pitchFamily="34" charset="0"/>
                </a:rPr>
                <a:t>2</a:t>
              </a:r>
              <a:endParaRPr kumimoji="0" lang="en-US" altLang="en-US" sz="2400" b="0" i="1" u="none" strike="noStrike" kern="0" cap="none" spc="0" normalizeH="0" baseline="0" noProof="0">
                <a:ln>
                  <a:noFill/>
                </a:ln>
                <a:solidFill>
                  <a:srgbClr val="000000"/>
                </a:solidFill>
                <a:effectLst/>
                <a:uLnTx/>
                <a:uFillTx/>
                <a:latin typeface="Calibri" panose="020F0502020204030204" pitchFamily="34" charset="0"/>
                <a:cs typeface="Arial" panose="020B0604020202020204" pitchFamily="34" charset="0"/>
              </a:endParaRPr>
            </a:p>
          </p:txBody>
        </p:sp>
        <p:sp>
          <p:nvSpPr>
            <p:cNvPr id="15" name="TextBox 39">
              <a:extLst>
                <a:ext uri="{FF2B5EF4-FFF2-40B4-BE49-F238E27FC236}">
                  <a16:creationId xmlns:a16="http://schemas.microsoft.com/office/drawing/2014/main" id="{D2A37E42-718E-5478-43F9-6A6F03C0CDEF}"/>
                </a:ext>
              </a:extLst>
            </p:cNvPr>
            <p:cNvSpPr txBox="1">
              <a:spLocks noChangeArrowheads="1"/>
            </p:cNvSpPr>
            <p:nvPr/>
          </p:nvSpPr>
          <p:spPr bwMode="auto">
            <a:xfrm>
              <a:off x="4980501" y="1135746"/>
              <a:ext cx="571215"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Calibri" panose="020F0502020204030204" pitchFamily="34" charset="0"/>
                  <a:cs typeface="Arial" panose="020B0604020202020204" pitchFamily="34" charset="0"/>
                </a:defRPr>
              </a:lvl1pPr>
              <a:lvl2pPr marL="742950" indent="-285750" eaLnBrk="0" hangingPunct="0">
                <a:defRPr>
                  <a:solidFill>
                    <a:schemeClr val="tx1"/>
                  </a:solidFill>
                  <a:latin typeface="Calibri" panose="020F0502020204030204" pitchFamily="34" charset="0"/>
                  <a:cs typeface="Arial" panose="020B0604020202020204" pitchFamily="34" charset="0"/>
                </a:defRPr>
              </a:lvl2pPr>
              <a:lvl3pPr marL="1143000" indent="-228600" eaLnBrk="0" hangingPunct="0">
                <a:defRPr>
                  <a:solidFill>
                    <a:schemeClr val="tx1"/>
                  </a:solidFill>
                  <a:latin typeface="Calibri" panose="020F0502020204030204" pitchFamily="34" charset="0"/>
                  <a:cs typeface="Arial" panose="020B0604020202020204" pitchFamily="34" charset="0"/>
                </a:defRPr>
              </a:lvl3pPr>
              <a:lvl4pPr marL="1600200" indent="-228600" eaLnBrk="0" hangingPunct="0">
                <a:defRPr>
                  <a:solidFill>
                    <a:schemeClr val="tx1"/>
                  </a:solidFill>
                  <a:latin typeface="Calibri" panose="020F0502020204030204" pitchFamily="34" charset="0"/>
                  <a:cs typeface="Arial" panose="020B0604020202020204" pitchFamily="34" charset="0"/>
                </a:defRPr>
              </a:lvl4pPr>
              <a:lvl5pPr marL="2057400" indent="-228600" eaLnBrk="0" hangingPunct="0">
                <a:defRPr>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9pPr>
            </a:lstStyle>
            <a:p>
              <a:pPr marL="0" marR="0" lvl="0" indent="0" defTabSz="914400" eaLnBrk="1" fontAlgn="base" latinLnBrk="0" hangingPunct="1">
                <a:lnSpc>
                  <a:spcPct val="100000"/>
                </a:lnSpc>
                <a:spcBef>
                  <a:spcPct val="0"/>
                </a:spcBef>
                <a:spcAft>
                  <a:spcPct val="0"/>
                </a:spcAft>
                <a:buClrTx/>
                <a:buSzTx/>
                <a:buFontTx/>
                <a:buNone/>
                <a:tabLst/>
                <a:defRPr/>
              </a:pPr>
              <a:r>
                <a:rPr kumimoji="0" lang="en-US" altLang="en-US" sz="2400" b="0" i="0" u="none" strike="noStrike" kern="0" cap="none" spc="0" normalizeH="0" baseline="0" noProof="0">
                  <a:ln>
                    <a:noFill/>
                  </a:ln>
                  <a:solidFill>
                    <a:srgbClr val="000000"/>
                  </a:solidFill>
                  <a:effectLst/>
                  <a:uLnTx/>
                  <a:uFillTx/>
                  <a:latin typeface="Calibri" panose="020F0502020204030204" pitchFamily="34" charset="0"/>
                  <a:cs typeface="Arial" panose="020B0604020202020204" pitchFamily="34" charset="0"/>
                </a:rPr>
                <a:t>S</a:t>
              </a:r>
              <a:r>
                <a:rPr kumimoji="0" lang="en-US" altLang="en-US" sz="2400" b="0" i="0" u="none" strike="noStrike" kern="0" cap="none" spc="0" normalizeH="0" baseline="-25000" noProof="0">
                  <a:ln>
                    <a:noFill/>
                  </a:ln>
                  <a:solidFill>
                    <a:srgbClr val="000000"/>
                  </a:solidFill>
                  <a:effectLst/>
                  <a:uLnTx/>
                  <a:uFillTx/>
                  <a:latin typeface="Calibri" panose="020F0502020204030204" pitchFamily="34" charset="0"/>
                  <a:cs typeface="Arial" panose="020B0604020202020204" pitchFamily="34" charset="0"/>
                </a:rPr>
                <a:t>1</a:t>
              </a:r>
              <a:endParaRPr kumimoji="0" lang="en-US" altLang="en-US" sz="2400" b="0" i="0" u="none" strike="noStrike" kern="0" cap="none" spc="0" normalizeH="0" baseline="0" noProof="0">
                <a:ln>
                  <a:noFill/>
                </a:ln>
                <a:solidFill>
                  <a:srgbClr val="000000"/>
                </a:solidFill>
                <a:effectLst/>
                <a:uLnTx/>
                <a:uFillTx/>
                <a:latin typeface="Calibri" panose="020F0502020204030204" pitchFamily="34" charset="0"/>
                <a:cs typeface="Arial" panose="020B0604020202020204" pitchFamily="34" charset="0"/>
              </a:endParaRPr>
            </a:p>
          </p:txBody>
        </p:sp>
        <p:sp>
          <p:nvSpPr>
            <p:cNvPr id="16" name="TextBox 49">
              <a:extLst>
                <a:ext uri="{FF2B5EF4-FFF2-40B4-BE49-F238E27FC236}">
                  <a16:creationId xmlns:a16="http://schemas.microsoft.com/office/drawing/2014/main" id="{CAB16591-8BBE-D4BC-D984-8BED764E3D11}"/>
                </a:ext>
              </a:extLst>
            </p:cNvPr>
            <p:cNvSpPr txBox="1">
              <a:spLocks noChangeArrowheads="1"/>
            </p:cNvSpPr>
            <p:nvPr/>
          </p:nvSpPr>
          <p:spPr bwMode="auto">
            <a:xfrm>
              <a:off x="4959633" y="2356343"/>
              <a:ext cx="571215"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Calibri" panose="020F0502020204030204" pitchFamily="34" charset="0"/>
                  <a:cs typeface="Arial" panose="020B0604020202020204" pitchFamily="34" charset="0"/>
                </a:defRPr>
              </a:lvl1pPr>
              <a:lvl2pPr marL="742950" indent="-285750" eaLnBrk="0" hangingPunct="0">
                <a:defRPr>
                  <a:solidFill>
                    <a:schemeClr val="tx1"/>
                  </a:solidFill>
                  <a:latin typeface="Calibri" panose="020F0502020204030204" pitchFamily="34" charset="0"/>
                  <a:cs typeface="Arial" panose="020B0604020202020204" pitchFamily="34" charset="0"/>
                </a:defRPr>
              </a:lvl2pPr>
              <a:lvl3pPr marL="1143000" indent="-228600" eaLnBrk="0" hangingPunct="0">
                <a:defRPr>
                  <a:solidFill>
                    <a:schemeClr val="tx1"/>
                  </a:solidFill>
                  <a:latin typeface="Calibri" panose="020F0502020204030204" pitchFamily="34" charset="0"/>
                  <a:cs typeface="Arial" panose="020B0604020202020204" pitchFamily="34" charset="0"/>
                </a:defRPr>
              </a:lvl3pPr>
              <a:lvl4pPr marL="1600200" indent="-228600" eaLnBrk="0" hangingPunct="0">
                <a:defRPr>
                  <a:solidFill>
                    <a:schemeClr val="tx1"/>
                  </a:solidFill>
                  <a:latin typeface="Calibri" panose="020F0502020204030204" pitchFamily="34" charset="0"/>
                  <a:cs typeface="Arial" panose="020B0604020202020204" pitchFamily="34" charset="0"/>
                </a:defRPr>
              </a:lvl4pPr>
              <a:lvl5pPr marL="2057400" indent="-228600" eaLnBrk="0" hangingPunct="0">
                <a:defRPr>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9pPr>
            </a:lstStyle>
            <a:p>
              <a:pPr marL="0" marR="0" lvl="0" indent="0" defTabSz="914400" eaLnBrk="1" fontAlgn="base" latinLnBrk="0" hangingPunct="1">
                <a:lnSpc>
                  <a:spcPct val="100000"/>
                </a:lnSpc>
                <a:spcBef>
                  <a:spcPct val="0"/>
                </a:spcBef>
                <a:spcAft>
                  <a:spcPct val="0"/>
                </a:spcAft>
                <a:buClrTx/>
                <a:buSzTx/>
                <a:buFontTx/>
                <a:buNone/>
                <a:tabLst/>
                <a:defRPr/>
              </a:pPr>
              <a:r>
                <a:rPr kumimoji="0" lang="en-US" altLang="en-US" sz="2400" b="0" i="0" u="none" strike="noStrike" kern="0" cap="none" spc="0" normalizeH="0" baseline="0" noProof="0">
                  <a:ln>
                    <a:noFill/>
                  </a:ln>
                  <a:solidFill>
                    <a:srgbClr val="000000"/>
                  </a:solidFill>
                  <a:effectLst/>
                  <a:uLnTx/>
                  <a:uFillTx/>
                  <a:latin typeface="Calibri" panose="020F0502020204030204" pitchFamily="34" charset="0"/>
                  <a:cs typeface="Arial" panose="020B0604020202020204" pitchFamily="34" charset="0"/>
                </a:rPr>
                <a:t>S</a:t>
              </a:r>
              <a:r>
                <a:rPr kumimoji="0" lang="en-US" altLang="en-US" sz="2400" b="0" i="0" u="none" strike="noStrike" kern="0" cap="none" spc="0" normalizeH="0" baseline="-25000" noProof="0">
                  <a:ln>
                    <a:noFill/>
                  </a:ln>
                  <a:solidFill>
                    <a:srgbClr val="000000"/>
                  </a:solidFill>
                  <a:effectLst/>
                  <a:uLnTx/>
                  <a:uFillTx/>
                  <a:latin typeface="Calibri" panose="020F0502020204030204" pitchFamily="34" charset="0"/>
                  <a:cs typeface="Arial" panose="020B0604020202020204" pitchFamily="34" charset="0"/>
                </a:rPr>
                <a:t>2</a:t>
              </a:r>
              <a:endParaRPr kumimoji="0" lang="en-US" altLang="en-US" sz="2400" b="0" i="0" u="none" strike="noStrike" kern="0" cap="none" spc="0" normalizeH="0" baseline="0" noProof="0">
                <a:ln>
                  <a:noFill/>
                </a:ln>
                <a:solidFill>
                  <a:srgbClr val="000000"/>
                </a:solidFill>
                <a:effectLst/>
                <a:uLnTx/>
                <a:uFillTx/>
                <a:latin typeface="Calibri" panose="020F0502020204030204" pitchFamily="34" charset="0"/>
                <a:cs typeface="Arial" panose="020B0604020202020204" pitchFamily="34" charset="0"/>
              </a:endParaRPr>
            </a:p>
          </p:txBody>
        </p:sp>
        <p:sp>
          <p:nvSpPr>
            <p:cNvPr id="17" name="TextBox 40">
              <a:extLst>
                <a:ext uri="{FF2B5EF4-FFF2-40B4-BE49-F238E27FC236}">
                  <a16:creationId xmlns:a16="http://schemas.microsoft.com/office/drawing/2014/main" id="{A8BBF24C-8E8B-A706-C5AA-AA451D200A71}"/>
                </a:ext>
              </a:extLst>
            </p:cNvPr>
            <p:cNvSpPr txBox="1">
              <a:spLocks noChangeArrowheads="1"/>
            </p:cNvSpPr>
            <p:nvPr/>
          </p:nvSpPr>
          <p:spPr bwMode="auto">
            <a:xfrm>
              <a:off x="7939320" y="1827965"/>
              <a:ext cx="685800"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Calibri" panose="020F0502020204030204" pitchFamily="34" charset="0"/>
                  <a:cs typeface="Arial" panose="020B0604020202020204" pitchFamily="34" charset="0"/>
                </a:defRPr>
              </a:lvl1pPr>
              <a:lvl2pPr marL="742950" indent="-285750" eaLnBrk="0" hangingPunct="0">
                <a:defRPr>
                  <a:solidFill>
                    <a:schemeClr val="tx1"/>
                  </a:solidFill>
                  <a:latin typeface="Calibri" panose="020F0502020204030204" pitchFamily="34" charset="0"/>
                  <a:cs typeface="Arial" panose="020B0604020202020204" pitchFamily="34" charset="0"/>
                </a:defRPr>
              </a:lvl2pPr>
              <a:lvl3pPr marL="1143000" indent="-228600" eaLnBrk="0" hangingPunct="0">
                <a:defRPr>
                  <a:solidFill>
                    <a:schemeClr val="tx1"/>
                  </a:solidFill>
                  <a:latin typeface="Calibri" panose="020F0502020204030204" pitchFamily="34" charset="0"/>
                  <a:cs typeface="Arial" panose="020B0604020202020204" pitchFamily="34" charset="0"/>
                </a:defRPr>
              </a:lvl3pPr>
              <a:lvl4pPr marL="1600200" indent="-228600" eaLnBrk="0" hangingPunct="0">
                <a:defRPr>
                  <a:solidFill>
                    <a:schemeClr val="tx1"/>
                  </a:solidFill>
                  <a:latin typeface="Calibri" panose="020F0502020204030204" pitchFamily="34" charset="0"/>
                  <a:cs typeface="Arial" panose="020B0604020202020204" pitchFamily="34" charset="0"/>
                </a:defRPr>
              </a:lvl4pPr>
              <a:lvl5pPr marL="2057400" indent="-228600" eaLnBrk="0" hangingPunct="0">
                <a:defRPr>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9pPr>
            </a:lstStyle>
            <a:p>
              <a:pPr marL="0" marR="0" lvl="0" indent="0" defTabSz="914400" eaLnBrk="1" fontAlgn="base" latinLnBrk="0" hangingPunct="1">
                <a:lnSpc>
                  <a:spcPct val="100000"/>
                </a:lnSpc>
                <a:spcBef>
                  <a:spcPct val="0"/>
                </a:spcBef>
                <a:spcAft>
                  <a:spcPct val="0"/>
                </a:spcAft>
                <a:buClrTx/>
                <a:buSzTx/>
                <a:buFontTx/>
                <a:buNone/>
                <a:tabLst/>
                <a:defRPr/>
              </a:pPr>
              <a:r>
                <a:rPr kumimoji="0" lang="en-US" altLang="en-US" sz="2400" b="0" i="0" u="none" strike="noStrike" kern="0" cap="none" spc="0" normalizeH="0" baseline="0" noProof="0">
                  <a:ln>
                    <a:noFill/>
                  </a:ln>
                  <a:solidFill>
                    <a:srgbClr val="000000"/>
                  </a:solidFill>
                  <a:effectLst/>
                  <a:uLnTx/>
                  <a:uFillTx/>
                  <a:latin typeface="Calibri" panose="020F0502020204030204" pitchFamily="34" charset="0"/>
                  <a:cs typeface="Arial" panose="020B0604020202020204" pitchFamily="34" charset="0"/>
                </a:rPr>
                <a:t>O</a:t>
              </a:r>
            </a:p>
          </p:txBody>
        </p:sp>
        <p:sp>
          <p:nvSpPr>
            <p:cNvPr id="18" name="TextBox 51">
              <a:extLst>
                <a:ext uri="{FF2B5EF4-FFF2-40B4-BE49-F238E27FC236}">
                  <a16:creationId xmlns:a16="http://schemas.microsoft.com/office/drawing/2014/main" id="{86F04776-B1F3-5237-60DB-23FF95FBF257}"/>
                </a:ext>
              </a:extLst>
            </p:cNvPr>
            <p:cNvSpPr txBox="1">
              <a:spLocks noChangeArrowheads="1"/>
            </p:cNvSpPr>
            <p:nvPr/>
          </p:nvSpPr>
          <p:spPr bwMode="auto">
            <a:xfrm>
              <a:off x="7913925" y="859968"/>
              <a:ext cx="685800"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Calibri" panose="020F0502020204030204" pitchFamily="34" charset="0"/>
                  <a:cs typeface="Arial" panose="020B0604020202020204" pitchFamily="34" charset="0"/>
                </a:defRPr>
              </a:lvl1pPr>
              <a:lvl2pPr marL="742950" indent="-285750" eaLnBrk="0" hangingPunct="0">
                <a:defRPr>
                  <a:solidFill>
                    <a:schemeClr val="tx1"/>
                  </a:solidFill>
                  <a:latin typeface="Calibri" panose="020F0502020204030204" pitchFamily="34" charset="0"/>
                  <a:cs typeface="Arial" panose="020B0604020202020204" pitchFamily="34" charset="0"/>
                </a:defRPr>
              </a:lvl2pPr>
              <a:lvl3pPr marL="1143000" indent="-228600" eaLnBrk="0" hangingPunct="0">
                <a:defRPr>
                  <a:solidFill>
                    <a:schemeClr val="tx1"/>
                  </a:solidFill>
                  <a:latin typeface="Calibri" panose="020F0502020204030204" pitchFamily="34" charset="0"/>
                  <a:cs typeface="Arial" panose="020B0604020202020204" pitchFamily="34" charset="0"/>
                </a:defRPr>
              </a:lvl3pPr>
              <a:lvl4pPr marL="1600200" indent="-228600" eaLnBrk="0" hangingPunct="0">
                <a:defRPr>
                  <a:solidFill>
                    <a:schemeClr val="tx1"/>
                  </a:solidFill>
                  <a:latin typeface="Calibri" panose="020F0502020204030204" pitchFamily="34" charset="0"/>
                  <a:cs typeface="Arial" panose="020B0604020202020204" pitchFamily="34" charset="0"/>
                </a:defRPr>
              </a:lvl4pPr>
              <a:lvl5pPr marL="2057400" indent="-228600" eaLnBrk="0" hangingPunct="0">
                <a:defRPr>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9pPr>
            </a:lstStyle>
            <a:p>
              <a:pPr marL="0" marR="0" lvl="0" indent="0" defTabSz="914400" eaLnBrk="1" fontAlgn="base" latinLnBrk="0" hangingPunct="1">
                <a:lnSpc>
                  <a:spcPct val="100000"/>
                </a:lnSpc>
                <a:spcBef>
                  <a:spcPct val="0"/>
                </a:spcBef>
                <a:spcAft>
                  <a:spcPct val="0"/>
                </a:spcAft>
                <a:buClrTx/>
                <a:buSzTx/>
                <a:buFontTx/>
                <a:buNone/>
                <a:tabLst/>
                <a:defRPr/>
              </a:pPr>
              <a:r>
                <a:rPr kumimoji="0" lang="en-US" altLang="en-US" sz="2400" b="0" i="0" u="none" strike="noStrike" kern="0" cap="none" spc="0" normalizeH="0" baseline="0" noProof="0">
                  <a:ln>
                    <a:noFill/>
                  </a:ln>
                  <a:solidFill>
                    <a:srgbClr val="000000"/>
                  </a:solidFill>
                  <a:effectLst/>
                  <a:uLnTx/>
                  <a:uFillTx/>
                  <a:latin typeface="Calibri" panose="020F0502020204030204" pitchFamily="34" charset="0"/>
                  <a:cs typeface="Arial" panose="020B0604020202020204" pitchFamily="34" charset="0"/>
                </a:rPr>
                <a:t>M</a:t>
              </a:r>
            </a:p>
          </p:txBody>
        </p:sp>
        <p:sp>
          <p:nvSpPr>
            <p:cNvPr id="19" name="TextBox 53">
              <a:extLst>
                <a:ext uri="{FF2B5EF4-FFF2-40B4-BE49-F238E27FC236}">
                  <a16:creationId xmlns:a16="http://schemas.microsoft.com/office/drawing/2014/main" id="{9A998A00-4678-C299-7D03-CDB0C23ED8D1}"/>
                </a:ext>
              </a:extLst>
            </p:cNvPr>
            <p:cNvSpPr txBox="1">
              <a:spLocks noChangeArrowheads="1"/>
            </p:cNvSpPr>
            <p:nvPr/>
          </p:nvSpPr>
          <p:spPr bwMode="auto">
            <a:xfrm>
              <a:off x="7893972" y="1173320"/>
              <a:ext cx="685800"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Calibri" panose="020F0502020204030204" pitchFamily="34" charset="0"/>
                  <a:cs typeface="Arial" panose="020B0604020202020204" pitchFamily="34" charset="0"/>
                </a:defRPr>
              </a:lvl1pPr>
              <a:lvl2pPr marL="742950" indent="-285750" eaLnBrk="0" hangingPunct="0">
                <a:defRPr>
                  <a:solidFill>
                    <a:schemeClr val="tx1"/>
                  </a:solidFill>
                  <a:latin typeface="Calibri" panose="020F0502020204030204" pitchFamily="34" charset="0"/>
                  <a:cs typeface="Arial" panose="020B0604020202020204" pitchFamily="34" charset="0"/>
                </a:defRPr>
              </a:lvl2pPr>
              <a:lvl3pPr marL="1143000" indent="-228600" eaLnBrk="0" hangingPunct="0">
                <a:defRPr>
                  <a:solidFill>
                    <a:schemeClr val="tx1"/>
                  </a:solidFill>
                  <a:latin typeface="Calibri" panose="020F0502020204030204" pitchFamily="34" charset="0"/>
                  <a:cs typeface="Arial" panose="020B0604020202020204" pitchFamily="34" charset="0"/>
                </a:defRPr>
              </a:lvl3pPr>
              <a:lvl4pPr marL="1600200" indent="-228600" eaLnBrk="0" hangingPunct="0">
                <a:defRPr>
                  <a:solidFill>
                    <a:schemeClr val="tx1"/>
                  </a:solidFill>
                  <a:latin typeface="Calibri" panose="020F0502020204030204" pitchFamily="34" charset="0"/>
                  <a:cs typeface="Arial" panose="020B0604020202020204" pitchFamily="34" charset="0"/>
                </a:defRPr>
              </a:lvl4pPr>
              <a:lvl5pPr marL="2057400" indent="-228600" eaLnBrk="0" hangingPunct="0">
                <a:defRPr>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9pPr>
            </a:lstStyle>
            <a:p>
              <a:pPr marL="0" marR="0" lvl="0" indent="0" algn="ctr" defTabSz="914400" eaLnBrk="1" fontAlgn="base" latinLnBrk="0" hangingPunct="1">
                <a:lnSpc>
                  <a:spcPct val="100000"/>
                </a:lnSpc>
                <a:spcBef>
                  <a:spcPct val="0"/>
                </a:spcBef>
                <a:spcAft>
                  <a:spcPct val="0"/>
                </a:spcAft>
                <a:buClrTx/>
                <a:buSzTx/>
                <a:buFontTx/>
                <a:buNone/>
                <a:tabLst/>
                <a:defRPr/>
              </a:pPr>
              <a:r>
                <a:rPr kumimoji="0" lang="en-US" altLang="en-US" sz="2400" b="0" i="1" u="none" strike="noStrike" kern="0" cap="none" spc="0" normalizeH="0" baseline="0" noProof="0">
                  <a:ln>
                    <a:noFill/>
                  </a:ln>
                  <a:solidFill>
                    <a:srgbClr val="000000"/>
                  </a:solidFill>
                  <a:effectLst/>
                  <a:uLnTx/>
                  <a:uFillTx/>
                  <a:latin typeface="Calibri" panose="020F0502020204030204" pitchFamily="34" charset="0"/>
                  <a:cs typeface="Arial" panose="020B0604020202020204" pitchFamily="34" charset="0"/>
                </a:rPr>
                <a:t>x</a:t>
              </a:r>
            </a:p>
          </p:txBody>
        </p:sp>
      </p:grpSp>
      <p:sp>
        <p:nvSpPr>
          <p:cNvPr id="20" name="Rectangle 19">
            <a:extLst>
              <a:ext uri="{FF2B5EF4-FFF2-40B4-BE49-F238E27FC236}">
                <a16:creationId xmlns:a16="http://schemas.microsoft.com/office/drawing/2014/main" id="{7BFF7F07-A31C-AB6B-2DA4-71D096B8006B}"/>
              </a:ext>
            </a:extLst>
          </p:cNvPr>
          <p:cNvSpPr/>
          <p:nvPr/>
        </p:nvSpPr>
        <p:spPr>
          <a:xfrm>
            <a:off x="8526336" y="749300"/>
            <a:ext cx="315912" cy="725487"/>
          </a:xfrm>
          <a:prstGeom prst="rect">
            <a:avLst/>
          </a:prstGeom>
          <a:solidFill>
            <a:srgbClr val="4BACC6">
              <a:lumMod val="40000"/>
              <a:lumOff val="60000"/>
              <a:alpha val="86000"/>
            </a:srgbClr>
          </a:solidFill>
          <a:ln w="25400" cap="flat" cmpd="sng" algn="ctr">
            <a:solidFill>
              <a:srgbClr val="1F497D">
                <a:lumMod val="60000"/>
                <a:lumOff val="40000"/>
              </a:srgbClr>
            </a:solidFill>
            <a:prstDash val="solid"/>
          </a:ln>
          <a:effectLst/>
        </p:spPr>
        <p:txBody>
          <a:bodyPr anchor="ct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Calibri"/>
              <a:ea typeface="+mn-ea"/>
              <a:cs typeface="+mn-cs"/>
            </a:endParaRPr>
          </a:p>
        </p:txBody>
      </p:sp>
      <p:grpSp>
        <p:nvGrpSpPr>
          <p:cNvPr id="21" name="Group 20">
            <a:extLst>
              <a:ext uri="{FF2B5EF4-FFF2-40B4-BE49-F238E27FC236}">
                <a16:creationId xmlns:a16="http://schemas.microsoft.com/office/drawing/2014/main" id="{BC91823F-76D7-E9A2-6644-E9F97FFDF522}"/>
              </a:ext>
            </a:extLst>
          </p:cNvPr>
          <p:cNvGrpSpPr>
            <a:grpSpLocks/>
          </p:cNvGrpSpPr>
          <p:nvPr/>
        </p:nvGrpSpPr>
        <p:grpSpPr bwMode="auto">
          <a:xfrm>
            <a:off x="8129461" y="390525"/>
            <a:ext cx="1016000" cy="369887"/>
            <a:chOff x="4648485" y="4009572"/>
            <a:chExt cx="1015855" cy="369332"/>
          </a:xfrm>
        </p:grpSpPr>
        <p:cxnSp>
          <p:nvCxnSpPr>
            <p:cNvPr id="22" name="Straight Arrow Connector 21">
              <a:extLst>
                <a:ext uri="{FF2B5EF4-FFF2-40B4-BE49-F238E27FC236}">
                  <a16:creationId xmlns:a16="http://schemas.microsoft.com/office/drawing/2014/main" id="{8A987A09-B8A2-5427-0C0A-6BC81AD0A594}"/>
                </a:ext>
              </a:extLst>
            </p:cNvPr>
            <p:cNvCxnSpPr/>
            <p:nvPr/>
          </p:nvCxnSpPr>
          <p:spPr>
            <a:xfrm>
              <a:off x="4648485" y="4190275"/>
              <a:ext cx="419040" cy="0"/>
            </a:xfrm>
            <a:prstGeom prst="straightConnector1">
              <a:avLst/>
            </a:prstGeom>
            <a:noFill/>
            <a:ln w="9525" cap="flat" cmpd="sng" algn="ctr">
              <a:solidFill>
                <a:sysClr val="windowText" lastClr="000000"/>
              </a:solidFill>
              <a:prstDash val="solid"/>
              <a:headEnd type="none" w="med" len="med"/>
              <a:tailEnd type="triangle" w="med" len="med"/>
            </a:ln>
            <a:effectLst/>
          </p:spPr>
        </p:cxnSp>
        <p:cxnSp>
          <p:nvCxnSpPr>
            <p:cNvPr id="23" name="Straight Arrow Connector 22">
              <a:extLst>
                <a:ext uri="{FF2B5EF4-FFF2-40B4-BE49-F238E27FC236}">
                  <a16:creationId xmlns:a16="http://schemas.microsoft.com/office/drawing/2014/main" id="{3AA864D0-4EE2-8E47-2DE1-8443D4C2B2A3}"/>
                </a:ext>
              </a:extLst>
            </p:cNvPr>
            <p:cNvCxnSpPr/>
            <p:nvPr/>
          </p:nvCxnSpPr>
          <p:spPr>
            <a:xfrm rot="10800000">
              <a:off x="5245300" y="4195030"/>
              <a:ext cx="419040" cy="0"/>
            </a:xfrm>
            <a:prstGeom prst="straightConnector1">
              <a:avLst/>
            </a:prstGeom>
            <a:noFill/>
            <a:ln w="9525" cap="flat" cmpd="sng" algn="ctr">
              <a:solidFill>
                <a:sysClr val="windowText" lastClr="000000"/>
              </a:solidFill>
              <a:prstDash val="solid"/>
              <a:headEnd type="none" w="med" len="med"/>
              <a:tailEnd type="triangle" w="med" len="med"/>
            </a:ln>
            <a:effectLst/>
          </p:spPr>
        </p:cxnSp>
        <p:sp>
          <p:nvSpPr>
            <p:cNvPr id="24" name="TextBox 9">
              <a:extLst>
                <a:ext uri="{FF2B5EF4-FFF2-40B4-BE49-F238E27FC236}">
                  <a16:creationId xmlns:a16="http://schemas.microsoft.com/office/drawing/2014/main" id="{E7F19271-3179-1715-B4EB-ACEE535926B8}"/>
                </a:ext>
              </a:extLst>
            </p:cNvPr>
            <p:cNvSpPr txBox="1">
              <a:spLocks noChangeArrowheads="1"/>
            </p:cNvSpPr>
            <p:nvPr/>
          </p:nvSpPr>
          <p:spPr bwMode="auto">
            <a:xfrm>
              <a:off x="5024043" y="4009572"/>
              <a:ext cx="387204"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Calibri" panose="020F0502020204030204" pitchFamily="34" charset="0"/>
                  <a:cs typeface="Arial" panose="020B0604020202020204" pitchFamily="34" charset="0"/>
                </a:defRPr>
              </a:lvl1pPr>
              <a:lvl2pPr marL="742950" indent="-285750" eaLnBrk="0" hangingPunct="0">
                <a:defRPr>
                  <a:solidFill>
                    <a:schemeClr val="tx1"/>
                  </a:solidFill>
                  <a:latin typeface="Calibri" panose="020F0502020204030204" pitchFamily="34" charset="0"/>
                  <a:cs typeface="Arial" panose="020B0604020202020204" pitchFamily="34" charset="0"/>
                </a:defRPr>
              </a:lvl2pPr>
              <a:lvl3pPr marL="1143000" indent="-228600" eaLnBrk="0" hangingPunct="0">
                <a:defRPr>
                  <a:solidFill>
                    <a:schemeClr val="tx1"/>
                  </a:solidFill>
                  <a:latin typeface="Calibri" panose="020F0502020204030204" pitchFamily="34" charset="0"/>
                  <a:cs typeface="Arial" panose="020B0604020202020204" pitchFamily="34" charset="0"/>
                </a:defRPr>
              </a:lvl3pPr>
              <a:lvl4pPr marL="1600200" indent="-228600" eaLnBrk="0" hangingPunct="0">
                <a:defRPr>
                  <a:solidFill>
                    <a:schemeClr val="tx1"/>
                  </a:solidFill>
                  <a:latin typeface="Calibri" panose="020F0502020204030204" pitchFamily="34" charset="0"/>
                  <a:cs typeface="Arial" panose="020B0604020202020204" pitchFamily="34" charset="0"/>
                </a:defRPr>
              </a:lvl4pPr>
              <a:lvl5pPr marL="2057400" indent="-228600" eaLnBrk="0" hangingPunct="0">
                <a:defRPr>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9pPr>
            </a:lstStyle>
            <a:p>
              <a:pPr marL="0" marR="0" lvl="0" indent="0" defTabSz="914400" eaLnBrk="1" fontAlgn="base" latinLnBrk="0" hangingPunct="1">
                <a:lnSpc>
                  <a:spcPct val="100000"/>
                </a:lnSpc>
                <a:spcBef>
                  <a:spcPct val="0"/>
                </a:spcBef>
                <a:spcAft>
                  <a:spcPct val="0"/>
                </a:spcAft>
                <a:buClrTx/>
                <a:buSzTx/>
                <a:buFontTx/>
                <a:buNone/>
                <a:tabLst/>
                <a:defRPr/>
              </a:pPr>
              <a:r>
                <a:rPr kumimoji="0" lang="en-US" altLang="en-US" sz="1800" b="0" i="0" u="none" strike="noStrike" kern="0" cap="none" spc="0" normalizeH="0" baseline="0" noProof="0">
                  <a:ln>
                    <a:noFill/>
                  </a:ln>
                  <a:solidFill>
                    <a:srgbClr val="000000"/>
                  </a:solidFill>
                  <a:effectLst/>
                  <a:uLnTx/>
                  <a:uFillTx/>
                  <a:latin typeface="Calibri" panose="020F0502020204030204" pitchFamily="34" charset="0"/>
                  <a:cs typeface="Arial" panose="020B0604020202020204" pitchFamily="34" charset="0"/>
                </a:rPr>
                <a:t>e</a:t>
              </a:r>
            </a:p>
          </p:txBody>
        </p:sp>
      </p:grpSp>
      <p:sp>
        <p:nvSpPr>
          <p:cNvPr id="25" name="TextBox 24">
            <a:extLst>
              <a:ext uri="{FF2B5EF4-FFF2-40B4-BE49-F238E27FC236}">
                <a16:creationId xmlns:a16="http://schemas.microsoft.com/office/drawing/2014/main" id="{8FCA3E17-055C-41FD-0D46-FD13AA2988AF}"/>
              </a:ext>
            </a:extLst>
          </p:cNvPr>
          <p:cNvSpPr txBox="1">
            <a:spLocks noChangeArrowheads="1"/>
          </p:cNvSpPr>
          <p:nvPr/>
        </p:nvSpPr>
        <p:spPr bwMode="auto">
          <a:xfrm>
            <a:off x="8513636" y="1068387"/>
            <a:ext cx="311150"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Calibri" panose="020F0502020204030204" pitchFamily="34" charset="0"/>
                <a:cs typeface="Arial" panose="020B0604020202020204" pitchFamily="34" charset="0"/>
              </a:defRPr>
            </a:lvl1pPr>
            <a:lvl2pPr marL="742950" indent="-285750" eaLnBrk="0" hangingPunct="0">
              <a:defRPr>
                <a:solidFill>
                  <a:schemeClr val="tx1"/>
                </a:solidFill>
                <a:latin typeface="Calibri" panose="020F0502020204030204" pitchFamily="34" charset="0"/>
                <a:cs typeface="Arial" panose="020B0604020202020204" pitchFamily="34" charset="0"/>
              </a:defRPr>
            </a:lvl2pPr>
            <a:lvl3pPr marL="1143000" indent="-228600" eaLnBrk="0" hangingPunct="0">
              <a:defRPr>
                <a:solidFill>
                  <a:schemeClr val="tx1"/>
                </a:solidFill>
                <a:latin typeface="Calibri" panose="020F0502020204030204" pitchFamily="34" charset="0"/>
                <a:cs typeface="Arial" panose="020B0604020202020204" pitchFamily="34" charset="0"/>
              </a:defRPr>
            </a:lvl3pPr>
            <a:lvl4pPr marL="1600200" indent="-228600" eaLnBrk="0" hangingPunct="0">
              <a:defRPr>
                <a:solidFill>
                  <a:schemeClr val="tx1"/>
                </a:solidFill>
                <a:latin typeface="Calibri" panose="020F0502020204030204" pitchFamily="34" charset="0"/>
                <a:cs typeface="Arial" panose="020B0604020202020204" pitchFamily="34" charset="0"/>
              </a:defRPr>
            </a:lvl4pPr>
            <a:lvl5pPr marL="2057400" indent="-228600" eaLnBrk="0" hangingPunct="0">
              <a:defRPr>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9pPr>
          </a:lstStyle>
          <a:p>
            <a:pPr marL="0" marR="0" lvl="0" indent="0" defTabSz="914400" eaLnBrk="1" fontAlgn="base" latinLnBrk="0" hangingPunct="1">
              <a:lnSpc>
                <a:spcPct val="100000"/>
              </a:lnSpc>
              <a:spcBef>
                <a:spcPct val="0"/>
              </a:spcBef>
              <a:spcAft>
                <a:spcPct val="0"/>
              </a:spcAft>
              <a:buClrTx/>
              <a:buSzTx/>
              <a:buFontTx/>
              <a:buNone/>
              <a:tabLst/>
              <a:defRPr/>
            </a:pPr>
            <a:r>
              <a:rPr kumimoji="0" lang="en-US" altLang="en-US" sz="1800" b="0" i="0" u="none" strike="noStrike" kern="0" cap="none" spc="0" normalizeH="0" baseline="0" noProof="0">
                <a:ln>
                  <a:noFill/>
                </a:ln>
                <a:solidFill>
                  <a:srgbClr val="000000"/>
                </a:solidFill>
                <a:effectLst/>
                <a:uLnTx/>
                <a:uFillTx/>
                <a:latin typeface="Calibri" panose="020F0502020204030204" pitchFamily="34" charset="0"/>
                <a:cs typeface="Arial" panose="020B0604020202020204" pitchFamily="34" charset="0"/>
              </a:rPr>
              <a:t>n</a:t>
            </a:r>
          </a:p>
        </p:txBody>
      </p:sp>
      <p:sp>
        <p:nvSpPr>
          <p:cNvPr id="26" name="TextBox 25">
            <a:extLst>
              <a:ext uri="{FF2B5EF4-FFF2-40B4-BE49-F238E27FC236}">
                <a16:creationId xmlns:a16="http://schemas.microsoft.com/office/drawing/2014/main" id="{2C81CC17-2D83-6B5C-DDE8-C9822ECA9ADE}"/>
              </a:ext>
            </a:extLst>
          </p:cNvPr>
          <p:cNvSpPr txBox="1">
            <a:spLocks noChangeArrowheads="1"/>
          </p:cNvSpPr>
          <p:nvPr/>
        </p:nvSpPr>
        <p:spPr bwMode="auto">
          <a:xfrm>
            <a:off x="10920286" y="0"/>
            <a:ext cx="685800"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Calibri" panose="020F0502020204030204" pitchFamily="34" charset="0"/>
                <a:cs typeface="Arial" panose="020B0604020202020204" pitchFamily="34" charset="0"/>
              </a:defRPr>
            </a:lvl1pPr>
            <a:lvl2pPr marL="742950" indent="-285750" eaLnBrk="0" hangingPunct="0">
              <a:defRPr>
                <a:solidFill>
                  <a:schemeClr val="tx1"/>
                </a:solidFill>
                <a:latin typeface="Calibri" panose="020F0502020204030204" pitchFamily="34" charset="0"/>
                <a:cs typeface="Arial" panose="020B0604020202020204" pitchFamily="34" charset="0"/>
              </a:defRPr>
            </a:lvl2pPr>
            <a:lvl3pPr marL="1143000" indent="-228600" eaLnBrk="0" hangingPunct="0">
              <a:defRPr>
                <a:solidFill>
                  <a:schemeClr val="tx1"/>
                </a:solidFill>
                <a:latin typeface="Calibri" panose="020F0502020204030204" pitchFamily="34" charset="0"/>
                <a:cs typeface="Arial" panose="020B0604020202020204" pitchFamily="34" charset="0"/>
              </a:defRPr>
            </a:lvl3pPr>
            <a:lvl4pPr marL="1600200" indent="-228600" eaLnBrk="0" hangingPunct="0">
              <a:defRPr>
                <a:solidFill>
                  <a:schemeClr val="tx1"/>
                </a:solidFill>
                <a:latin typeface="Calibri" panose="020F0502020204030204" pitchFamily="34" charset="0"/>
                <a:cs typeface="Arial" panose="020B0604020202020204" pitchFamily="34" charset="0"/>
              </a:defRPr>
            </a:lvl4pPr>
            <a:lvl5pPr marL="2057400" indent="-228600" eaLnBrk="0" hangingPunct="0">
              <a:defRPr>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9pPr>
          </a:lstStyle>
          <a:p>
            <a:pPr marL="0" marR="0" lvl="0" indent="0" defTabSz="914400" eaLnBrk="1" fontAlgn="base" latinLnBrk="0" hangingPunct="1">
              <a:lnSpc>
                <a:spcPct val="100000"/>
              </a:lnSpc>
              <a:spcBef>
                <a:spcPct val="0"/>
              </a:spcBef>
              <a:spcAft>
                <a:spcPct val="0"/>
              </a:spcAft>
              <a:buClrTx/>
              <a:buSzTx/>
              <a:buFontTx/>
              <a:buNone/>
              <a:tabLst/>
              <a:defRPr/>
            </a:pPr>
            <a:r>
              <a:rPr kumimoji="0" lang="en-US" altLang="en-US" sz="2400" b="0" i="0" u="none" strike="noStrike" kern="0" cap="none" spc="0" normalizeH="0" baseline="0" noProof="0">
                <a:ln>
                  <a:noFill/>
                </a:ln>
                <a:solidFill>
                  <a:srgbClr val="000000"/>
                </a:solidFill>
                <a:effectLst/>
                <a:uLnTx/>
                <a:uFillTx/>
                <a:latin typeface="Calibri" panose="020F0502020204030204" pitchFamily="34" charset="0"/>
                <a:cs typeface="Arial" panose="020B0604020202020204" pitchFamily="34" charset="0"/>
              </a:rPr>
              <a:t>M</a:t>
            </a:r>
            <a:r>
              <a:rPr kumimoji="0" lang="en-US" altLang="en-US" sz="2400" b="0" i="0" u="none" strike="noStrike" kern="0" cap="none" spc="0" normalizeH="0" baseline="30000" noProof="0">
                <a:ln>
                  <a:noFill/>
                </a:ln>
                <a:solidFill>
                  <a:srgbClr val="000000"/>
                </a:solidFill>
                <a:effectLst/>
                <a:uLnTx/>
                <a:uFillTx/>
                <a:latin typeface="Calibri" panose="020F0502020204030204" pitchFamily="34" charset="0"/>
                <a:cs typeface="Arial" panose="020B0604020202020204" pitchFamily="34" charset="0"/>
              </a:rPr>
              <a:t>*</a:t>
            </a:r>
            <a:endParaRPr kumimoji="0" lang="en-US" altLang="en-US" sz="2400" b="0" i="0" u="none" strike="noStrike" kern="0" cap="none" spc="0" normalizeH="0" baseline="0" noProof="0">
              <a:ln>
                <a:noFill/>
              </a:ln>
              <a:solidFill>
                <a:srgbClr val="000000"/>
              </a:solidFill>
              <a:effectLst/>
              <a:uLnTx/>
              <a:uFillTx/>
              <a:latin typeface="Calibri" panose="020F0502020204030204" pitchFamily="34" charset="0"/>
              <a:cs typeface="Arial" panose="020B0604020202020204" pitchFamily="34" charset="0"/>
            </a:endParaRPr>
          </a:p>
        </p:txBody>
      </p:sp>
      <p:cxnSp>
        <p:nvCxnSpPr>
          <p:cNvPr id="27" name="Straight Connector 26">
            <a:extLst>
              <a:ext uri="{FF2B5EF4-FFF2-40B4-BE49-F238E27FC236}">
                <a16:creationId xmlns:a16="http://schemas.microsoft.com/office/drawing/2014/main" id="{8EC81465-D1B6-5A91-2E83-0144EFA3BAE4}"/>
              </a:ext>
            </a:extLst>
          </p:cNvPr>
          <p:cNvCxnSpPr/>
          <p:nvPr/>
        </p:nvCxnSpPr>
        <p:spPr>
          <a:xfrm>
            <a:off x="11336211" y="257175"/>
            <a:ext cx="0" cy="479425"/>
          </a:xfrm>
          <a:prstGeom prst="line">
            <a:avLst/>
          </a:prstGeom>
          <a:noFill/>
          <a:ln w="9525" cap="flat" cmpd="sng" algn="ctr">
            <a:solidFill>
              <a:srgbClr val="000099"/>
            </a:solidFill>
            <a:prstDash val="solid"/>
            <a:headEnd type="triangle" w="med" len="med"/>
            <a:tailEnd type="triangle" w="med" len="med"/>
          </a:ln>
          <a:effectLst/>
        </p:spPr>
      </p:cxnSp>
      <p:sp>
        <p:nvSpPr>
          <p:cNvPr id="28" name="TextBox 27">
            <a:extLst>
              <a:ext uri="{FF2B5EF4-FFF2-40B4-BE49-F238E27FC236}">
                <a16:creationId xmlns:a16="http://schemas.microsoft.com/office/drawing/2014/main" id="{2826E188-0BD4-3495-8B78-8453CF34DC06}"/>
              </a:ext>
            </a:extLst>
          </p:cNvPr>
          <p:cNvSpPr txBox="1">
            <a:spLocks noChangeArrowheads="1"/>
          </p:cNvSpPr>
          <p:nvPr/>
        </p:nvSpPr>
        <p:spPr bwMode="auto">
          <a:xfrm>
            <a:off x="11348911" y="282575"/>
            <a:ext cx="512762"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Calibri" panose="020F0502020204030204" pitchFamily="34" charset="0"/>
                <a:cs typeface="Arial" panose="020B0604020202020204" pitchFamily="34" charset="0"/>
              </a:defRPr>
            </a:lvl1pPr>
            <a:lvl2pPr marL="742950" indent="-285750" eaLnBrk="0" hangingPunct="0">
              <a:defRPr>
                <a:solidFill>
                  <a:schemeClr val="tx1"/>
                </a:solidFill>
                <a:latin typeface="Calibri" panose="020F0502020204030204" pitchFamily="34" charset="0"/>
                <a:cs typeface="Arial" panose="020B0604020202020204" pitchFamily="34" charset="0"/>
              </a:defRPr>
            </a:lvl2pPr>
            <a:lvl3pPr marL="1143000" indent="-228600" eaLnBrk="0" hangingPunct="0">
              <a:defRPr>
                <a:solidFill>
                  <a:schemeClr val="tx1"/>
                </a:solidFill>
                <a:latin typeface="Calibri" panose="020F0502020204030204" pitchFamily="34" charset="0"/>
                <a:cs typeface="Arial" panose="020B0604020202020204" pitchFamily="34" charset="0"/>
              </a:defRPr>
            </a:lvl3pPr>
            <a:lvl4pPr marL="1600200" indent="-228600" eaLnBrk="0" hangingPunct="0">
              <a:defRPr>
                <a:solidFill>
                  <a:schemeClr val="tx1"/>
                </a:solidFill>
                <a:latin typeface="Calibri" panose="020F0502020204030204" pitchFamily="34" charset="0"/>
                <a:cs typeface="Arial" panose="020B0604020202020204" pitchFamily="34" charset="0"/>
              </a:defRPr>
            </a:lvl4pPr>
            <a:lvl5pPr marL="2057400" indent="-228600" eaLnBrk="0" hangingPunct="0">
              <a:defRPr>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9pPr>
          </a:lstStyle>
          <a:p>
            <a:pPr marL="0" marR="0" lvl="0" indent="0" defTabSz="914400" eaLnBrk="1" fontAlgn="base" latinLnBrk="0" hangingPunct="1">
              <a:lnSpc>
                <a:spcPct val="100000"/>
              </a:lnSpc>
              <a:spcBef>
                <a:spcPct val="0"/>
              </a:spcBef>
              <a:spcAft>
                <a:spcPct val="0"/>
              </a:spcAft>
              <a:buClrTx/>
              <a:buSzTx/>
              <a:buFontTx/>
              <a:buNone/>
              <a:tabLst/>
              <a:defRPr/>
            </a:pPr>
            <a:r>
              <a:rPr kumimoji="0" lang="en-US" altLang="en-US" sz="1800" b="0" i="0" u="none" strike="noStrike" kern="0" cap="none" spc="0" normalizeH="0" baseline="0" noProof="0">
                <a:ln>
                  <a:noFill/>
                </a:ln>
                <a:solidFill>
                  <a:srgbClr val="000000"/>
                </a:solidFill>
                <a:effectLst/>
                <a:uLnTx/>
                <a:uFillTx/>
                <a:latin typeface="Calibri" panose="020F0502020204030204" pitchFamily="34" charset="0"/>
                <a:cs typeface="Arial" panose="020B0604020202020204" pitchFamily="34" charset="0"/>
                <a:sym typeface="Symbol" panose="05050102010706020507" pitchFamily="18" charset="2"/>
              </a:rPr>
              <a:t>x</a:t>
            </a:r>
            <a:endParaRPr kumimoji="0" lang="en-US" altLang="en-US" sz="1800" b="0" i="0" u="none" strike="noStrike" kern="0" cap="none" spc="0" normalizeH="0" baseline="0" noProof="0">
              <a:ln>
                <a:noFill/>
              </a:ln>
              <a:solidFill>
                <a:srgbClr val="000000"/>
              </a:solidFill>
              <a:effectLst/>
              <a:uLnTx/>
              <a:uFillTx/>
              <a:latin typeface="Calibri" panose="020F0502020204030204" pitchFamily="34" charset="0"/>
              <a:cs typeface="Arial" panose="020B0604020202020204" pitchFamily="34" charset="0"/>
            </a:endParaRPr>
          </a:p>
        </p:txBody>
      </p:sp>
      <p:sp>
        <p:nvSpPr>
          <p:cNvPr id="30" name="TextBox 29">
            <a:extLst>
              <a:ext uri="{FF2B5EF4-FFF2-40B4-BE49-F238E27FC236}">
                <a16:creationId xmlns:a16="http://schemas.microsoft.com/office/drawing/2014/main" id="{022EB392-8616-F46A-8605-FC6CC8FFE21B}"/>
              </a:ext>
            </a:extLst>
          </p:cNvPr>
          <p:cNvSpPr txBox="1"/>
          <p:nvPr/>
        </p:nvSpPr>
        <p:spPr>
          <a:xfrm>
            <a:off x="201485" y="496981"/>
            <a:ext cx="7231068" cy="584775"/>
          </a:xfrm>
          <a:prstGeom prst="rect">
            <a:avLst/>
          </a:prstGeom>
          <a:noFill/>
        </p:spPr>
        <p:txBody>
          <a:bodyPr wrap="square">
            <a:spAutoFit/>
          </a:bodyPr>
          <a:lstStyle/>
          <a:p>
            <a:r>
              <a:rPr kumimoji="0" lang="en-US" sz="1600" b="0" i="0" u="none" strike="noStrike" kern="1200" cap="none" spc="0" normalizeH="0" baseline="0" noProof="0">
                <a:ln>
                  <a:noFill/>
                </a:ln>
                <a:solidFill>
                  <a:prstClr val="black"/>
                </a:solidFill>
                <a:effectLst/>
                <a:uLnTx/>
                <a:uFillTx/>
                <a:ea typeface="+mn-ea"/>
                <a:cs typeface="+mn-cs"/>
              </a:rPr>
              <a:t>Nếu trước một khe (S</a:t>
            </a:r>
            <a:r>
              <a:rPr kumimoji="0" lang="en-US" sz="1600" b="0" i="0" u="none" strike="noStrike" kern="1200" cap="none" spc="0" normalizeH="0" baseline="-25000" noProof="0">
                <a:ln>
                  <a:noFill/>
                </a:ln>
                <a:solidFill>
                  <a:prstClr val="black"/>
                </a:solidFill>
                <a:effectLst/>
                <a:uLnTx/>
                <a:uFillTx/>
                <a:ea typeface="+mn-ea"/>
                <a:cs typeface="+mn-cs"/>
              </a:rPr>
              <a:t>1</a:t>
            </a:r>
            <a:r>
              <a:rPr kumimoji="0" lang="en-US" sz="1600" b="0" i="0" u="none" strike="noStrike" kern="1200" cap="none" spc="0" normalizeH="0" baseline="0" noProof="0">
                <a:ln>
                  <a:noFill/>
                </a:ln>
                <a:solidFill>
                  <a:prstClr val="black"/>
                </a:solidFill>
                <a:effectLst/>
                <a:uLnTx/>
                <a:uFillTx/>
                <a:ea typeface="+mn-ea"/>
                <a:cs typeface="+mn-cs"/>
              </a:rPr>
              <a:t>) ta đặt một bản mỏng hai mặt song song bề dày </a:t>
            </a:r>
            <a:r>
              <a:rPr kumimoji="0" lang="en-US" sz="1600" b="0" i="1" u="none" strike="noStrike" kern="1200" cap="none" spc="0" normalizeH="0" baseline="0" noProof="0">
                <a:ln>
                  <a:noFill/>
                </a:ln>
                <a:solidFill>
                  <a:prstClr val="black"/>
                </a:solidFill>
                <a:effectLst/>
                <a:uLnTx/>
                <a:uFillTx/>
                <a:ea typeface="+mn-ea"/>
                <a:cs typeface="+mn-cs"/>
              </a:rPr>
              <a:t>e</a:t>
            </a:r>
            <a:r>
              <a:rPr kumimoji="0" lang="en-US" sz="1600" b="0" i="0" u="none" strike="noStrike" kern="1200" cap="none" spc="0" normalizeH="0" baseline="0" noProof="0">
                <a:ln>
                  <a:noFill/>
                </a:ln>
                <a:solidFill>
                  <a:prstClr val="black"/>
                </a:solidFill>
                <a:effectLst/>
                <a:uLnTx/>
                <a:uFillTx/>
                <a:ea typeface="+mn-ea"/>
                <a:cs typeface="+mn-cs"/>
              </a:rPr>
              <a:t> chiết suất </a:t>
            </a:r>
            <a:r>
              <a:rPr kumimoji="0" lang="en-US" sz="1600" b="0" i="1" u="none" strike="noStrike" kern="1200" cap="none" spc="0" normalizeH="0" baseline="0" noProof="0">
                <a:ln>
                  <a:noFill/>
                </a:ln>
                <a:solidFill>
                  <a:prstClr val="black"/>
                </a:solidFill>
                <a:effectLst/>
                <a:uLnTx/>
                <a:uFillTx/>
                <a:ea typeface="+mn-ea"/>
                <a:cs typeface="+mn-cs"/>
              </a:rPr>
              <a:t>n</a:t>
            </a:r>
            <a:r>
              <a:rPr kumimoji="0" lang="en-US" sz="1600" b="0" i="0" u="none" strike="noStrike" kern="1200" cap="none" spc="0" normalizeH="0" baseline="0" noProof="0">
                <a:ln>
                  <a:noFill/>
                </a:ln>
                <a:solidFill>
                  <a:prstClr val="black"/>
                </a:solidFill>
                <a:effectLst/>
                <a:uLnTx/>
                <a:uFillTx/>
                <a:ea typeface="+mn-ea"/>
                <a:cs typeface="+mn-cs"/>
              </a:rPr>
              <a:t> thì toàn bộ hệ vân bị dời chỗ về phía khe đó (S</a:t>
            </a:r>
            <a:r>
              <a:rPr kumimoji="0" lang="en-US" sz="1600" b="0" i="0" u="none" strike="noStrike" kern="1200" cap="none" spc="0" normalizeH="0" baseline="-25000" noProof="0">
                <a:ln>
                  <a:noFill/>
                </a:ln>
                <a:solidFill>
                  <a:prstClr val="black"/>
                </a:solidFill>
                <a:effectLst/>
                <a:uLnTx/>
                <a:uFillTx/>
                <a:ea typeface="+mn-ea"/>
                <a:cs typeface="+mn-cs"/>
              </a:rPr>
              <a:t>1</a:t>
            </a:r>
            <a:r>
              <a:rPr kumimoji="0" lang="en-US" sz="1600" b="0" i="0" u="none" strike="noStrike" kern="1200" cap="none" spc="0" normalizeH="0" baseline="0" noProof="0">
                <a:ln>
                  <a:noFill/>
                </a:ln>
                <a:solidFill>
                  <a:prstClr val="black"/>
                </a:solidFill>
                <a:effectLst/>
                <a:uLnTx/>
                <a:uFillTx/>
                <a:ea typeface="+mn-ea"/>
                <a:cs typeface="+mn-cs"/>
              </a:rPr>
              <a:t>) một lượng là </a:t>
            </a:r>
            <a:r>
              <a:rPr kumimoji="0" lang="en-US" sz="1600" b="0" i="0" u="none" strike="noStrike" kern="1200" cap="none" spc="0" normalizeH="0" baseline="0" noProof="0">
                <a:ln>
                  <a:noFill/>
                </a:ln>
                <a:solidFill>
                  <a:prstClr val="black"/>
                </a:solidFill>
                <a:effectLst/>
                <a:uLnTx/>
                <a:uFillTx/>
                <a:ea typeface="+mn-ea"/>
                <a:cs typeface="+mn-cs"/>
                <a:sym typeface="Symbol"/>
              </a:rPr>
              <a:t></a:t>
            </a:r>
            <a:r>
              <a:rPr kumimoji="0" lang="en-US" sz="1600" b="0" i="1" u="none" strike="noStrike" kern="1200" cap="none" spc="0" normalizeH="0" baseline="0" noProof="0">
                <a:ln>
                  <a:noFill/>
                </a:ln>
                <a:solidFill>
                  <a:prstClr val="black"/>
                </a:solidFill>
                <a:effectLst/>
                <a:uLnTx/>
                <a:uFillTx/>
                <a:ea typeface="+mn-ea"/>
                <a:cs typeface="+mn-cs"/>
                <a:sym typeface="Symbol"/>
              </a:rPr>
              <a:t>x</a:t>
            </a:r>
            <a:endParaRPr lang="en-US" sz="1600" i="1"/>
          </a:p>
        </p:txBody>
      </p:sp>
      <p:sp>
        <p:nvSpPr>
          <p:cNvPr id="32" name="TextBox 31">
            <a:extLst>
              <a:ext uri="{FF2B5EF4-FFF2-40B4-BE49-F238E27FC236}">
                <a16:creationId xmlns:a16="http://schemas.microsoft.com/office/drawing/2014/main" id="{73213C21-EE68-D195-7EBA-3633ACE7022F}"/>
              </a:ext>
            </a:extLst>
          </p:cNvPr>
          <p:cNvSpPr txBox="1"/>
          <p:nvPr/>
        </p:nvSpPr>
        <p:spPr>
          <a:xfrm>
            <a:off x="208307" y="1145065"/>
            <a:ext cx="6883644" cy="338554"/>
          </a:xfrm>
          <a:prstGeom prst="rect">
            <a:avLst/>
          </a:prstGeom>
          <a:noFill/>
        </p:spPr>
        <p:txBody>
          <a:bodyPr wrap="square">
            <a:spAutoFit/>
          </a:bodyPr>
          <a:lstStyle/>
          <a:p>
            <a:pPr marL="0" marR="0" lvl="0" indent="0" algn="just" defTabSz="914400" rtl="0" eaLnBrk="1" fontAlgn="base" latinLnBrk="0" hangingPunct="1">
              <a:lnSpc>
                <a:spcPct val="100000"/>
              </a:lnSpc>
              <a:spcBef>
                <a:spcPct val="50000"/>
              </a:spcBef>
              <a:spcAft>
                <a:spcPct val="0"/>
              </a:spcAft>
              <a:buClrTx/>
              <a:buSzTx/>
              <a:buFontTx/>
              <a:buNone/>
              <a:tabLst/>
              <a:defRPr/>
            </a:pPr>
            <a:r>
              <a:rPr kumimoji="0" lang="en-US" sz="1600" b="1" i="1" u="none" strike="noStrike" kern="1200" cap="none" spc="0" normalizeH="0" baseline="0" noProof="0">
                <a:ln>
                  <a:noFill/>
                </a:ln>
                <a:solidFill>
                  <a:srgbClr val="FF0000"/>
                </a:solidFill>
                <a:effectLst/>
                <a:uLnTx/>
                <a:uFillTx/>
                <a:ea typeface="+mn-ea"/>
                <a:cs typeface="+mn-cs"/>
              </a:rPr>
              <a:t>Nguyên nhân: </a:t>
            </a:r>
            <a:r>
              <a:rPr kumimoji="0" lang="en-US" sz="1600" b="0" i="0" u="none" strike="noStrike" kern="1200" cap="none" spc="0" normalizeH="0" baseline="0" noProof="0">
                <a:ln>
                  <a:noFill/>
                </a:ln>
                <a:solidFill>
                  <a:prstClr val="black"/>
                </a:solidFill>
                <a:effectLst/>
                <a:uLnTx/>
                <a:uFillTx/>
                <a:ea typeface="+mn-ea"/>
                <a:cs typeface="+mn-cs"/>
              </a:rPr>
              <a:t>Do hiệu quang lộ từ hai nguồn đến điểm M trên màn khác 0.</a:t>
            </a:r>
            <a:endParaRPr kumimoji="0" lang="en-US" sz="1600" b="0" i="0" u="none" strike="noStrike" kern="1200" cap="none" spc="0" normalizeH="0" baseline="0" noProof="0" dirty="0">
              <a:ln>
                <a:noFill/>
              </a:ln>
              <a:solidFill>
                <a:prstClr val="black"/>
              </a:solidFill>
              <a:effectLst/>
              <a:uLnTx/>
              <a:uFillTx/>
              <a:ea typeface="+mn-ea"/>
              <a:cs typeface="+mn-cs"/>
              <a:sym typeface="Symbol" pitchFamily="18" charset="2"/>
            </a:endParaRPr>
          </a:p>
        </p:txBody>
      </p:sp>
      <p:sp>
        <p:nvSpPr>
          <p:cNvPr id="33" name="TextBox 32">
            <a:extLst>
              <a:ext uri="{FF2B5EF4-FFF2-40B4-BE49-F238E27FC236}">
                <a16:creationId xmlns:a16="http://schemas.microsoft.com/office/drawing/2014/main" id="{027F950F-9A7A-1497-4134-0F92165FF99A}"/>
              </a:ext>
            </a:extLst>
          </p:cNvPr>
          <p:cNvSpPr txBox="1"/>
          <p:nvPr/>
        </p:nvSpPr>
        <p:spPr>
          <a:xfrm>
            <a:off x="208307" y="1695628"/>
            <a:ext cx="1628197" cy="338554"/>
          </a:xfrm>
          <a:prstGeom prst="rect">
            <a:avLst/>
          </a:prstGeom>
          <a:noFill/>
        </p:spPr>
        <p:txBody>
          <a:bodyPr wrap="square">
            <a:spAutoFit/>
          </a:bodyPr>
          <a:lstStyle/>
          <a:p>
            <a:pPr marL="0" marR="0" lvl="0" indent="0" algn="just" defTabSz="914400" rtl="0" eaLnBrk="1" fontAlgn="base" latinLnBrk="0" hangingPunct="1">
              <a:lnSpc>
                <a:spcPct val="100000"/>
              </a:lnSpc>
              <a:spcBef>
                <a:spcPct val="50000"/>
              </a:spcBef>
              <a:spcAft>
                <a:spcPct val="0"/>
              </a:spcAft>
              <a:buClrTx/>
              <a:buSzTx/>
              <a:buFontTx/>
              <a:buNone/>
              <a:tabLst/>
              <a:defRPr/>
            </a:pPr>
            <a:r>
              <a:rPr lang="en-US" sz="1600" b="1" i="1">
                <a:solidFill>
                  <a:srgbClr val="FF0000"/>
                </a:solidFill>
              </a:rPr>
              <a:t>Độ dịch chuyển</a:t>
            </a:r>
            <a:r>
              <a:rPr kumimoji="0" lang="en-US" sz="1600" b="1" i="1" u="none" strike="noStrike" kern="1200" cap="none" spc="0" normalizeH="0" baseline="0" noProof="0">
                <a:ln>
                  <a:noFill/>
                </a:ln>
                <a:solidFill>
                  <a:srgbClr val="FF0000"/>
                </a:solidFill>
                <a:effectLst/>
                <a:uLnTx/>
                <a:uFillTx/>
                <a:ea typeface="+mn-ea"/>
                <a:cs typeface="+mn-cs"/>
              </a:rPr>
              <a:t>:</a:t>
            </a:r>
            <a:endParaRPr kumimoji="0" lang="en-US" sz="1600" b="0" i="0" u="none" strike="noStrike" kern="1200" cap="none" spc="0" normalizeH="0" baseline="0" noProof="0" dirty="0">
              <a:ln>
                <a:noFill/>
              </a:ln>
              <a:solidFill>
                <a:prstClr val="black"/>
              </a:solidFill>
              <a:effectLst/>
              <a:uLnTx/>
              <a:uFillTx/>
              <a:ea typeface="+mn-ea"/>
              <a:cs typeface="+mn-cs"/>
              <a:sym typeface="Symbol" pitchFamily="18" charset="2"/>
            </a:endParaRPr>
          </a:p>
        </p:txBody>
      </p:sp>
      <p:graphicFrame>
        <p:nvGraphicFramePr>
          <p:cNvPr id="34" name="Object 33">
            <a:extLst>
              <a:ext uri="{FF2B5EF4-FFF2-40B4-BE49-F238E27FC236}">
                <a16:creationId xmlns:a16="http://schemas.microsoft.com/office/drawing/2014/main" id="{827EEBE9-9EBC-2538-538F-FF1B002ABA95}"/>
              </a:ext>
            </a:extLst>
          </p:cNvPr>
          <p:cNvGraphicFramePr>
            <a:graphicFrameLocks noChangeAspect="1"/>
          </p:cNvGraphicFramePr>
          <p:nvPr>
            <p:extLst>
              <p:ext uri="{D42A27DB-BD31-4B8C-83A1-F6EECF244321}">
                <p14:modId xmlns:p14="http://schemas.microsoft.com/office/powerpoint/2010/main" val="950346791"/>
              </p:ext>
            </p:extLst>
          </p:nvPr>
        </p:nvGraphicFramePr>
        <p:xfrm>
          <a:off x="1737599" y="1600094"/>
          <a:ext cx="1511094" cy="604973"/>
        </p:xfrm>
        <a:graphic>
          <a:graphicData uri="http://schemas.openxmlformats.org/presentationml/2006/ole">
            <mc:AlternateContent xmlns:mc="http://schemas.openxmlformats.org/markup-compatibility/2006">
              <mc:Choice xmlns:v="urn:schemas-microsoft-com:vml" Requires="v">
                <p:oleObj name="Equation" r:id="rId2" imgW="1792330" imgH="717788" progId="Equation.DSMT4">
                  <p:embed/>
                </p:oleObj>
              </mc:Choice>
              <mc:Fallback>
                <p:oleObj name="Equation" r:id="rId2" imgW="1792330" imgH="717788" progId="Equation.DSMT4">
                  <p:embed/>
                  <p:pic>
                    <p:nvPicPr>
                      <p:cNvPr id="34" name="Object 33">
                        <a:extLst>
                          <a:ext uri="{FF2B5EF4-FFF2-40B4-BE49-F238E27FC236}">
                            <a16:creationId xmlns:a16="http://schemas.microsoft.com/office/drawing/2014/main" id="{827EEBE9-9EBC-2538-538F-FF1B002ABA95}"/>
                          </a:ext>
                        </a:extLst>
                      </p:cNvPr>
                      <p:cNvPicPr/>
                      <p:nvPr/>
                    </p:nvPicPr>
                    <p:blipFill>
                      <a:blip r:embed="rId3"/>
                      <a:stretch>
                        <a:fillRect/>
                      </a:stretch>
                    </p:blipFill>
                    <p:spPr>
                      <a:xfrm>
                        <a:off x="1737599" y="1600094"/>
                        <a:ext cx="1511094" cy="604973"/>
                      </a:xfrm>
                      <a:prstGeom prst="rect">
                        <a:avLst/>
                      </a:prstGeom>
                      <a:ln w="28575">
                        <a:solidFill>
                          <a:srgbClr val="00B0F0"/>
                        </a:solidFill>
                      </a:ln>
                    </p:spPr>
                  </p:pic>
                </p:oleObj>
              </mc:Fallback>
            </mc:AlternateContent>
          </a:graphicData>
        </a:graphic>
      </p:graphicFrame>
      <p:sp>
        <p:nvSpPr>
          <p:cNvPr id="35" name="TextBox 34">
            <a:extLst>
              <a:ext uri="{FF2B5EF4-FFF2-40B4-BE49-F238E27FC236}">
                <a16:creationId xmlns:a16="http://schemas.microsoft.com/office/drawing/2014/main" id="{D4FA6AE0-B626-D73F-2226-4787312DB1B4}"/>
              </a:ext>
            </a:extLst>
          </p:cNvPr>
          <p:cNvSpPr txBox="1"/>
          <p:nvPr/>
        </p:nvSpPr>
        <p:spPr>
          <a:xfrm>
            <a:off x="176215" y="2254893"/>
            <a:ext cx="6005127" cy="584775"/>
          </a:xfrm>
          <a:prstGeom prst="rect">
            <a:avLst/>
          </a:prstGeom>
          <a:noFill/>
        </p:spPr>
        <p:txBody>
          <a:bodyPr wrap="square">
            <a:spAutoFit/>
          </a:bodyPr>
          <a:lstStyle/>
          <a:p>
            <a:pPr algn="just"/>
            <a:r>
              <a:rPr kumimoji="0" lang="en-US" sz="1600" b="0" i="0" u="none" strike="noStrike" kern="1200" cap="none" spc="0" normalizeH="0" baseline="0" noProof="0">
                <a:ln>
                  <a:noFill/>
                </a:ln>
                <a:solidFill>
                  <a:prstClr val="black"/>
                </a:solidFill>
                <a:effectLst/>
                <a:uLnTx/>
                <a:uFillTx/>
                <a:ea typeface="+mn-ea"/>
                <a:cs typeface="+mn-cs"/>
              </a:rPr>
              <a:t>Thật</a:t>
            </a:r>
            <a:r>
              <a:rPr kumimoji="0" lang="en-US" sz="1600" b="0" i="0" u="none" strike="noStrike" kern="1200" cap="none" spc="0" normalizeH="0" noProof="0">
                <a:ln>
                  <a:noFill/>
                </a:ln>
                <a:solidFill>
                  <a:prstClr val="black"/>
                </a:solidFill>
                <a:effectLst/>
                <a:uLnTx/>
                <a:uFillTx/>
                <a:ea typeface="+mn-ea"/>
                <a:cs typeface="+mn-cs"/>
              </a:rPr>
              <a:t> vậy, theo khái niệm quang lộ, quang lộ của một tia sáng trên quãng đường hình học </a:t>
            </a:r>
            <a:r>
              <a:rPr kumimoji="0" lang="en-US" sz="1600" b="0" i="1" u="none" strike="noStrike" kern="1200" cap="none" spc="0" normalizeH="0" noProof="0">
                <a:ln>
                  <a:noFill/>
                </a:ln>
                <a:solidFill>
                  <a:prstClr val="black"/>
                </a:solidFill>
                <a:effectLst/>
                <a:uLnTx/>
                <a:uFillTx/>
                <a:ea typeface="+mn-ea"/>
                <a:cs typeface="+mn-cs"/>
              </a:rPr>
              <a:t>d</a:t>
            </a:r>
            <a:r>
              <a:rPr kumimoji="0" lang="en-US" sz="1600" b="0" u="none" strike="noStrike" kern="1200" cap="none" spc="0" normalizeH="0" noProof="0">
                <a:ln>
                  <a:noFill/>
                </a:ln>
                <a:solidFill>
                  <a:prstClr val="black"/>
                </a:solidFill>
                <a:effectLst/>
                <a:uLnTx/>
                <a:uFillTx/>
                <a:ea typeface="+mn-ea"/>
                <a:cs typeface="+mn-cs"/>
              </a:rPr>
              <a:t> trong môi trường có chiết suất </a:t>
            </a:r>
            <a:r>
              <a:rPr kumimoji="0" lang="en-US" sz="1600" b="0" i="1" u="none" strike="noStrike" kern="1200" cap="none" spc="0" normalizeH="0" noProof="0">
                <a:ln>
                  <a:noFill/>
                </a:ln>
                <a:solidFill>
                  <a:prstClr val="black"/>
                </a:solidFill>
                <a:effectLst/>
                <a:uLnTx/>
                <a:uFillTx/>
                <a:ea typeface="+mn-ea"/>
                <a:cs typeface="+mn-cs"/>
              </a:rPr>
              <a:t>n</a:t>
            </a:r>
            <a:r>
              <a:rPr kumimoji="0" lang="en-US" sz="1600" b="0" u="none" strike="noStrike" kern="1200" cap="none" spc="0" normalizeH="0" noProof="0">
                <a:ln>
                  <a:noFill/>
                </a:ln>
                <a:solidFill>
                  <a:prstClr val="black"/>
                </a:solidFill>
                <a:effectLst/>
                <a:uLnTx/>
                <a:uFillTx/>
                <a:ea typeface="+mn-ea"/>
                <a:cs typeface="+mn-cs"/>
              </a:rPr>
              <a:t> là đại lượng:</a:t>
            </a:r>
            <a:endParaRPr lang="en-US" sz="1600" i="1"/>
          </a:p>
        </p:txBody>
      </p:sp>
      <p:graphicFrame>
        <p:nvGraphicFramePr>
          <p:cNvPr id="36" name="Object 35">
            <a:extLst>
              <a:ext uri="{FF2B5EF4-FFF2-40B4-BE49-F238E27FC236}">
                <a16:creationId xmlns:a16="http://schemas.microsoft.com/office/drawing/2014/main" id="{4ED57617-B38B-5AB5-E994-990911A78CD2}"/>
              </a:ext>
            </a:extLst>
          </p:cNvPr>
          <p:cNvGraphicFramePr>
            <a:graphicFrameLocks noChangeAspect="1"/>
          </p:cNvGraphicFramePr>
          <p:nvPr>
            <p:extLst>
              <p:ext uri="{D42A27DB-BD31-4B8C-83A1-F6EECF244321}">
                <p14:modId xmlns:p14="http://schemas.microsoft.com/office/powerpoint/2010/main" val="1721659006"/>
              </p:ext>
            </p:extLst>
          </p:nvPr>
        </p:nvGraphicFramePr>
        <p:xfrm>
          <a:off x="6376869" y="2350105"/>
          <a:ext cx="943118" cy="338555"/>
        </p:xfrm>
        <a:graphic>
          <a:graphicData uri="http://schemas.openxmlformats.org/presentationml/2006/ole">
            <mc:AlternateContent xmlns:mc="http://schemas.openxmlformats.org/markup-compatibility/2006">
              <mc:Choice xmlns:v="urn:schemas-microsoft-com:vml" Requires="v">
                <p:oleObj name="Equation" r:id="rId4" imgW="495000" imgH="177480" progId="Equation.DSMT4">
                  <p:embed/>
                </p:oleObj>
              </mc:Choice>
              <mc:Fallback>
                <p:oleObj name="Equation" r:id="rId4" imgW="495000" imgH="177480" progId="Equation.DSMT4">
                  <p:embed/>
                  <p:pic>
                    <p:nvPicPr>
                      <p:cNvPr id="36" name="Object 35">
                        <a:extLst>
                          <a:ext uri="{FF2B5EF4-FFF2-40B4-BE49-F238E27FC236}">
                            <a16:creationId xmlns:a16="http://schemas.microsoft.com/office/drawing/2014/main" id="{4ED57617-B38B-5AB5-E994-990911A78CD2}"/>
                          </a:ext>
                        </a:extLst>
                      </p:cNvPr>
                      <p:cNvPicPr/>
                      <p:nvPr/>
                    </p:nvPicPr>
                    <p:blipFill>
                      <a:blip r:embed="rId5"/>
                      <a:stretch>
                        <a:fillRect/>
                      </a:stretch>
                    </p:blipFill>
                    <p:spPr>
                      <a:xfrm>
                        <a:off x="6376869" y="2350105"/>
                        <a:ext cx="943118" cy="338555"/>
                      </a:xfrm>
                      <a:prstGeom prst="rect">
                        <a:avLst/>
                      </a:prstGeom>
                      <a:ln w="28575">
                        <a:solidFill>
                          <a:srgbClr val="002060"/>
                        </a:solidFill>
                      </a:ln>
                    </p:spPr>
                  </p:pic>
                </p:oleObj>
              </mc:Fallback>
            </mc:AlternateContent>
          </a:graphicData>
        </a:graphic>
      </p:graphicFrame>
      <p:sp>
        <p:nvSpPr>
          <p:cNvPr id="37" name="TextBox 36">
            <a:extLst>
              <a:ext uri="{FF2B5EF4-FFF2-40B4-BE49-F238E27FC236}">
                <a16:creationId xmlns:a16="http://schemas.microsoft.com/office/drawing/2014/main" id="{B97907E7-9C44-1819-0105-D30314AFF416}"/>
              </a:ext>
            </a:extLst>
          </p:cNvPr>
          <p:cNvSpPr txBox="1"/>
          <p:nvPr/>
        </p:nvSpPr>
        <p:spPr>
          <a:xfrm>
            <a:off x="176215" y="2939108"/>
            <a:ext cx="6005127" cy="338554"/>
          </a:xfrm>
          <a:prstGeom prst="rect">
            <a:avLst/>
          </a:prstGeom>
          <a:noFill/>
        </p:spPr>
        <p:txBody>
          <a:bodyPr wrap="square">
            <a:spAutoFit/>
          </a:bodyPr>
          <a:lstStyle/>
          <a:p>
            <a:pPr algn="just"/>
            <a:r>
              <a:rPr kumimoji="0" lang="en-US" sz="1600" b="0" i="0" u="none" strike="noStrike" kern="1200" cap="none" spc="0" normalizeH="0" baseline="0" noProof="0">
                <a:ln>
                  <a:noFill/>
                </a:ln>
                <a:solidFill>
                  <a:prstClr val="black"/>
                </a:solidFill>
                <a:effectLst/>
                <a:uLnTx/>
                <a:uFillTx/>
                <a:ea typeface="+mn-ea"/>
                <a:cs typeface="+mn-cs"/>
              </a:rPr>
              <a:t>Quang lộ</a:t>
            </a:r>
            <a:r>
              <a:rPr kumimoji="0" lang="en-US" sz="1600" b="0" i="0" u="none" strike="noStrike" kern="1200" cap="none" spc="0" normalizeH="0" noProof="0">
                <a:ln>
                  <a:noFill/>
                </a:ln>
                <a:solidFill>
                  <a:prstClr val="black"/>
                </a:solidFill>
                <a:effectLst/>
                <a:uLnTx/>
                <a:uFillTx/>
                <a:ea typeface="+mn-ea"/>
                <a:cs typeface="+mn-cs"/>
              </a:rPr>
              <a:t> của tia sáng có quãng đường hình học </a:t>
            </a:r>
            <a:r>
              <a:rPr kumimoji="0" lang="en-US" sz="1600" b="0" i="1" u="none" strike="noStrike" kern="1200" cap="none" spc="0" normalizeH="0" noProof="0">
                <a:ln>
                  <a:noFill/>
                </a:ln>
                <a:solidFill>
                  <a:prstClr val="black"/>
                </a:solidFill>
                <a:effectLst/>
                <a:uLnTx/>
                <a:uFillTx/>
                <a:ea typeface="+mn-ea"/>
                <a:cs typeface="+mn-cs"/>
              </a:rPr>
              <a:t>d</a:t>
            </a:r>
            <a:r>
              <a:rPr kumimoji="0" lang="en-US" sz="1600" b="0" i="1" u="none" strike="noStrike" kern="1200" cap="none" spc="0" normalizeH="0" baseline="-25000" noProof="0">
                <a:ln>
                  <a:noFill/>
                </a:ln>
                <a:solidFill>
                  <a:prstClr val="black"/>
                </a:solidFill>
                <a:effectLst/>
                <a:uLnTx/>
                <a:uFillTx/>
                <a:ea typeface="+mn-ea"/>
                <a:cs typeface="+mn-cs"/>
              </a:rPr>
              <a:t>1</a:t>
            </a:r>
            <a:r>
              <a:rPr kumimoji="0" lang="en-US" sz="1600" b="0" i="0" u="none" strike="noStrike" kern="1200" cap="none" spc="0" normalizeH="0" noProof="0">
                <a:ln>
                  <a:noFill/>
                </a:ln>
                <a:solidFill>
                  <a:prstClr val="black"/>
                </a:solidFill>
                <a:effectLst/>
                <a:uLnTx/>
                <a:uFillTx/>
                <a:ea typeface="+mn-ea"/>
                <a:cs typeface="+mn-cs"/>
              </a:rPr>
              <a:t> là:</a:t>
            </a:r>
            <a:endParaRPr lang="en-US" sz="1600" i="1"/>
          </a:p>
        </p:txBody>
      </p:sp>
      <p:graphicFrame>
        <p:nvGraphicFramePr>
          <p:cNvPr id="38" name="Object 37">
            <a:extLst>
              <a:ext uri="{FF2B5EF4-FFF2-40B4-BE49-F238E27FC236}">
                <a16:creationId xmlns:a16="http://schemas.microsoft.com/office/drawing/2014/main" id="{F717B393-D98C-96FA-E705-80D20988FF69}"/>
              </a:ext>
            </a:extLst>
          </p:cNvPr>
          <p:cNvGraphicFramePr>
            <a:graphicFrameLocks noChangeAspect="1"/>
          </p:cNvGraphicFramePr>
          <p:nvPr>
            <p:extLst>
              <p:ext uri="{D42A27DB-BD31-4B8C-83A1-F6EECF244321}">
                <p14:modId xmlns:p14="http://schemas.microsoft.com/office/powerpoint/2010/main" val="280336723"/>
              </p:ext>
            </p:extLst>
          </p:nvPr>
        </p:nvGraphicFramePr>
        <p:xfrm>
          <a:off x="4989278" y="2923803"/>
          <a:ext cx="1631431" cy="338554"/>
        </p:xfrm>
        <a:graphic>
          <a:graphicData uri="http://schemas.openxmlformats.org/presentationml/2006/ole">
            <mc:AlternateContent xmlns:mc="http://schemas.openxmlformats.org/markup-compatibility/2006">
              <mc:Choice xmlns:v="urn:schemas-microsoft-com:vml" Requires="v">
                <p:oleObj name="Equation" r:id="rId6" imgW="1040948" imgH="215806" progId="Equation.3">
                  <p:embed/>
                </p:oleObj>
              </mc:Choice>
              <mc:Fallback>
                <p:oleObj name="Equation" r:id="rId6" imgW="1040948" imgH="215806" progId="Equation.3">
                  <p:embed/>
                  <p:pic>
                    <p:nvPicPr>
                      <p:cNvPr id="38" name="Object 37">
                        <a:extLst>
                          <a:ext uri="{FF2B5EF4-FFF2-40B4-BE49-F238E27FC236}">
                            <a16:creationId xmlns:a16="http://schemas.microsoft.com/office/drawing/2014/main" id="{F717B393-D98C-96FA-E705-80D20988FF69}"/>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4989278" y="2923803"/>
                        <a:ext cx="1631431" cy="338554"/>
                      </a:xfrm>
                      <a:prstGeom prst="rect">
                        <a:avLst/>
                      </a:prstGeom>
                      <a:noFill/>
                      <a:ln>
                        <a:noFill/>
                      </a:ln>
                    </p:spPr>
                  </p:pic>
                </p:oleObj>
              </mc:Fallback>
            </mc:AlternateContent>
          </a:graphicData>
        </a:graphic>
      </p:graphicFrame>
      <p:sp>
        <p:nvSpPr>
          <p:cNvPr id="39" name="TextBox 38">
            <a:extLst>
              <a:ext uri="{FF2B5EF4-FFF2-40B4-BE49-F238E27FC236}">
                <a16:creationId xmlns:a16="http://schemas.microsoft.com/office/drawing/2014/main" id="{FF17B71C-35F0-3F13-8AAB-BD34565610E7}"/>
              </a:ext>
            </a:extLst>
          </p:cNvPr>
          <p:cNvSpPr txBox="1"/>
          <p:nvPr/>
        </p:nvSpPr>
        <p:spPr>
          <a:xfrm>
            <a:off x="208307" y="3346491"/>
            <a:ext cx="6005127" cy="338554"/>
          </a:xfrm>
          <a:prstGeom prst="rect">
            <a:avLst/>
          </a:prstGeom>
          <a:noFill/>
        </p:spPr>
        <p:txBody>
          <a:bodyPr wrap="square">
            <a:spAutoFit/>
          </a:bodyPr>
          <a:lstStyle/>
          <a:p>
            <a:pPr algn="just"/>
            <a:r>
              <a:rPr kumimoji="0" lang="en-US" sz="1600" b="0" i="0" u="none" strike="noStrike" kern="1200" cap="none" spc="0" normalizeH="0" baseline="0" noProof="0">
                <a:ln>
                  <a:noFill/>
                </a:ln>
                <a:solidFill>
                  <a:prstClr val="black"/>
                </a:solidFill>
                <a:effectLst/>
                <a:uLnTx/>
                <a:uFillTx/>
                <a:ea typeface="+mn-ea"/>
                <a:cs typeface="+mn-cs"/>
              </a:rPr>
              <a:t>Quang lộ</a:t>
            </a:r>
            <a:r>
              <a:rPr kumimoji="0" lang="en-US" sz="1600" b="0" i="0" u="none" strike="noStrike" kern="1200" cap="none" spc="0" normalizeH="0" noProof="0">
                <a:ln>
                  <a:noFill/>
                </a:ln>
                <a:solidFill>
                  <a:prstClr val="black"/>
                </a:solidFill>
                <a:effectLst/>
                <a:uLnTx/>
                <a:uFillTx/>
                <a:ea typeface="+mn-ea"/>
                <a:cs typeface="+mn-cs"/>
              </a:rPr>
              <a:t> của tia sáng có quãng đường hình học </a:t>
            </a:r>
            <a:r>
              <a:rPr kumimoji="0" lang="en-US" sz="1600" b="0" i="1" u="none" strike="noStrike" kern="1200" cap="none" spc="0" normalizeH="0" noProof="0">
                <a:ln>
                  <a:noFill/>
                </a:ln>
                <a:solidFill>
                  <a:prstClr val="black"/>
                </a:solidFill>
                <a:effectLst/>
                <a:uLnTx/>
                <a:uFillTx/>
                <a:ea typeface="+mn-ea"/>
                <a:cs typeface="+mn-cs"/>
              </a:rPr>
              <a:t>d</a:t>
            </a:r>
            <a:r>
              <a:rPr kumimoji="0" lang="en-US" sz="1600" b="0" i="1" u="none" strike="noStrike" kern="1200" cap="none" spc="0" normalizeH="0" baseline="-25000" noProof="0">
                <a:ln>
                  <a:noFill/>
                </a:ln>
                <a:solidFill>
                  <a:prstClr val="black"/>
                </a:solidFill>
                <a:effectLst/>
                <a:uLnTx/>
                <a:uFillTx/>
                <a:ea typeface="+mn-ea"/>
                <a:cs typeface="+mn-cs"/>
              </a:rPr>
              <a:t>2</a:t>
            </a:r>
            <a:r>
              <a:rPr kumimoji="0" lang="en-US" sz="1600" b="0" i="0" u="none" strike="noStrike" kern="1200" cap="none" spc="0" normalizeH="0" noProof="0">
                <a:ln>
                  <a:noFill/>
                </a:ln>
                <a:solidFill>
                  <a:prstClr val="black"/>
                </a:solidFill>
                <a:effectLst/>
                <a:uLnTx/>
                <a:uFillTx/>
                <a:ea typeface="+mn-ea"/>
                <a:cs typeface="+mn-cs"/>
              </a:rPr>
              <a:t> là:</a:t>
            </a:r>
            <a:endParaRPr lang="en-US" sz="1600" i="1"/>
          </a:p>
        </p:txBody>
      </p:sp>
      <p:graphicFrame>
        <p:nvGraphicFramePr>
          <p:cNvPr id="40" name="Object 39">
            <a:extLst>
              <a:ext uri="{FF2B5EF4-FFF2-40B4-BE49-F238E27FC236}">
                <a16:creationId xmlns:a16="http://schemas.microsoft.com/office/drawing/2014/main" id="{0FCC346B-9820-F24F-1812-9B835B4AAC21}"/>
              </a:ext>
            </a:extLst>
          </p:cNvPr>
          <p:cNvGraphicFramePr>
            <a:graphicFrameLocks noChangeAspect="1"/>
          </p:cNvGraphicFramePr>
          <p:nvPr>
            <p:extLst>
              <p:ext uri="{D42A27DB-BD31-4B8C-83A1-F6EECF244321}">
                <p14:modId xmlns:p14="http://schemas.microsoft.com/office/powerpoint/2010/main" val="643329406"/>
              </p:ext>
            </p:extLst>
          </p:nvPr>
        </p:nvGraphicFramePr>
        <p:xfrm>
          <a:off x="4989278" y="3317779"/>
          <a:ext cx="756143" cy="338554"/>
        </p:xfrm>
        <a:graphic>
          <a:graphicData uri="http://schemas.openxmlformats.org/presentationml/2006/ole">
            <mc:AlternateContent xmlns:mc="http://schemas.openxmlformats.org/markup-compatibility/2006">
              <mc:Choice xmlns:v="urn:schemas-microsoft-com:vml" Requires="v">
                <p:oleObj name="Equation" r:id="rId8" imgW="482181" imgH="215713" progId="Equation.3">
                  <p:embed/>
                </p:oleObj>
              </mc:Choice>
              <mc:Fallback>
                <p:oleObj name="Equation" r:id="rId8" imgW="482181" imgH="215713" progId="Equation.3">
                  <p:embed/>
                  <p:pic>
                    <p:nvPicPr>
                      <p:cNvPr id="40" name="Object 39">
                        <a:extLst>
                          <a:ext uri="{FF2B5EF4-FFF2-40B4-BE49-F238E27FC236}">
                            <a16:creationId xmlns:a16="http://schemas.microsoft.com/office/drawing/2014/main" id="{0FCC346B-9820-F24F-1812-9B835B4AAC21}"/>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4989278" y="3317779"/>
                        <a:ext cx="756143" cy="338554"/>
                      </a:xfrm>
                      <a:prstGeom prst="rect">
                        <a:avLst/>
                      </a:prstGeom>
                      <a:noFill/>
                      <a:ln>
                        <a:noFill/>
                      </a:ln>
                    </p:spPr>
                  </p:pic>
                </p:oleObj>
              </mc:Fallback>
            </mc:AlternateContent>
          </a:graphicData>
        </a:graphic>
      </p:graphicFrame>
      <p:sp>
        <p:nvSpPr>
          <p:cNvPr id="41" name="TextBox 40">
            <a:extLst>
              <a:ext uri="{FF2B5EF4-FFF2-40B4-BE49-F238E27FC236}">
                <a16:creationId xmlns:a16="http://schemas.microsoft.com/office/drawing/2014/main" id="{902D4486-52F7-7C0A-E87A-4B114102C4FE}"/>
              </a:ext>
            </a:extLst>
          </p:cNvPr>
          <p:cNvSpPr txBox="1"/>
          <p:nvPr/>
        </p:nvSpPr>
        <p:spPr>
          <a:xfrm>
            <a:off x="208307" y="3769179"/>
            <a:ext cx="6005127" cy="338554"/>
          </a:xfrm>
          <a:prstGeom prst="rect">
            <a:avLst/>
          </a:prstGeom>
          <a:noFill/>
        </p:spPr>
        <p:txBody>
          <a:bodyPr wrap="square">
            <a:spAutoFit/>
          </a:bodyPr>
          <a:lstStyle/>
          <a:p>
            <a:pPr algn="just"/>
            <a:r>
              <a:rPr kumimoji="0" lang="en-US" sz="1600" b="0" i="0" u="none" strike="noStrike" kern="1200" cap="none" spc="0" normalizeH="0" baseline="0" noProof="0">
                <a:ln>
                  <a:noFill/>
                </a:ln>
                <a:solidFill>
                  <a:prstClr val="black"/>
                </a:solidFill>
                <a:effectLst/>
                <a:uLnTx/>
                <a:uFillTx/>
                <a:ea typeface="+mn-ea"/>
                <a:cs typeface="+mn-cs"/>
              </a:rPr>
              <a:t>Khi đó</a:t>
            </a:r>
            <a:r>
              <a:rPr kumimoji="0" lang="en-US" sz="1600" b="0" i="0" u="none" strike="noStrike" kern="1200" cap="none" spc="0" normalizeH="0" noProof="0">
                <a:ln>
                  <a:noFill/>
                </a:ln>
                <a:solidFill>
                  <a:prstClr val="black"/>
                </a:solidFill>
                <a:effectLst/>
                <a:uLnTx/>
                <a:uFillTx/>
                <a:ea typeface="+mn-ea"/>
                <a:cs typeface="+mn-cs"/>
              </a:rPr>
              <a:t> điều kiện cực đại giao thoa viết theo hiệu quang lộ là:</a:t>
            </a:r>
            <a:endParaRPr lang="en-US" sz="1600" i="1"/>
          </a:p>
        </p:txBody>
      </p:sp>
      <p:graphicFrame>
        <p:nvGraphicFramePr>
          <p:cNvPr id="42" name="Object 41">
            <a:extLst>
              <a:ext uri="{FF2B5EF4-FFF2-40B4-BE49-F238E27FC236}">
                <a16:creationId xmlns:a16="http://schemas.microsoft.com/office/drawing/2014/main" id="{E1EB4C9F-586B-4B1C-6DB2-D9B8F119363B}"/>
              </a:ext>
            </a:extLst>
          </p:cNvPr>
          <p:cNvGraphicFramePr>
            <a:graphicFrameLocks noChangeAspect="1"/>
          </p:cNvGraphicFramePr>
          <p:nvPr>
            <p:extLst>
              <p:ext uri="{D42A27DB-BD31-4B8C-83A1-F6EECF244321}">
                <p14:modId xmlns:p14="http://schemas.microsoft.com/office/powerpoint/2010/main" val="1833967233"/>
              </p:ext>
            </p:extLst>
          </p:nvPr>
        </p:nvGraphicFramePr>
        <p:xfrm>
          <a:off x="5367349" y="3768730"/>
          <a:ext cx="1348785" cy="376558"/>
        </p:xfrm>
        <a:graphic>
          <a:graphicData uri="http://schemas.openxmlformats.org/presentationml/2006/ole">
            <mc:AlternateContent xmlns:mc="http://schemas.openxmlformats.org/markup-compatibility/2006">
              <mc:Choice xmlns:v="urn:schemas-microsoft-com:vml" Requires="v">
                <p:oleObj name="Equation" r:id="rId10" imgW="774364" imgH="215806" progId="Equation.3">
                  <p:embed/>
                </p:oleObj>
              </mc:Choice>
              <mc:Fallback>
                <p:oleObj name="Equation" r:id="rId10" imgW="774364" imgH="215806" progId="Equation.3">
                  <p:embed/>
                  <p:pic>
                    <p:nvPicPr>
                      <p:cNvPr id="42" name="Object 41">
                        <a:extLst>
                          <a:ext uri="{FF2B5EF4-FFF2-40B4-BE49-F238E27FC236}">
                            <a16:creationId xmlns:a16="http://schemas.microsoft.com/office/drawing/2014/main" id="{E1EB4C9F-586B-4B1C-6DB2-D9B8F119363B}"/>
                          </a:ext>
                        </a:extLst>
                      </p:cNvPr>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5367349" y="3768730"/>
                        <a:ext cx="1348785" cy="376558"/>
                      </a:xfrm>
                      <a:prstGeom prst="rect">
                        <a:avLst/>
                      </a:prstGeom>
                      <a:noFill/>
                      <a:ln>
                        <a:noFill/>
                      </a:ln>
                    </p:spPr>
                  </p:pic>
                </p:oleObj>
              </mc:Fallback>
            </mc:AlternateContent>
          </a:graphicData>
        </a:graphic>
      </p:graphicFrame>
      <p:graphicFrame>
        <p:nvGraphicFramePr>
          <p:cNvPr id="43" name="Object 42">
            <a:extLst>
              <a:ext uri="{FF2B5EF4-FFF2-40B4-BE49-F238E27FC236}">
                <a16:creationId xmlns:a16="http://schemas.microsoft.com/office/drawing/2014/main" id="{5061E85D-8D26-B494-1CB8-B7E11FB7D362}"/>
              </a:ext>
            </a:extLst>
          </p:cNvPr>
          <p:cNvGraphicFramePr>
            <a:graphicFrameLocks noChangeAspect="1"/>
          </p:cNvGraphicFramePr>
          <p:nvPr>
            <p:extLst>
              <p:ext uri="{D42A27DB-BD31-4B8C-83A1-F6EECF244321}">
                <p14:modId xmlns:p14="http://schemas.microsoft.com/office/powerpoint/2010/main" val="691361622"/>
              </p:ext>
            </p:extLst>
          </p:nvPr>
        </p:nvGraphicFramePr>
        <p:xfrm>
          <a:off x="7296772" y="3785226"/>
          <a:ext cx="2459038" cy="360363"/>
        </p:xfrm>
        <a:graphic>
          <a:graphicData uri="http://schemas.openxmlformats.org/presentationml/2006/ole">
            <mc:AlternateContent xmlns:mc="http://schemas.openxmlformats.org/markup-compatibility/2006">
              <mc:Choice xmlns:v="urn:schemas-microsoft-com:vml" Requires="v">
                <p:oleObj name="Equation" r:id="rId12" imgW="1384300" imgH="203200" progId="Equation.DSMT4">
                  <p:embed/>
                </p:oleObj>
              </mc:Choice>
              <mc:Fallback>
                <p:oleObj name="Equation" r:id="rId12" imgW="1384300" imgH="203200" progId="Equation.DSMT4">
                  <p:embed/>
                  <p:pic>
                    <p:nvPicPr>
                      <p:cNvPr id="43" name="Object 42">
                        <a:extLst>
                          <a:ext uri="{FF2B5EF4-FFF2-40B4-BE49-F238E27FC236}">
                            <a16:creationId xmlns:a16="http://schemas.microsoft.com/office/drawing/2014/main" id="{5061E85D-8D26-B494-1CB8-B7E11FB7D362}"/>
                          </a:ext>
                        </a:extLst>
                      </p:cNvPr>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7296772" y="3785226"/>
                        <a:ext cx="2459038" cy="3603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44" name="TextBox 43">
            <a:extLst>
              <a:ext uri="{FF2B5EF4-FFF2-40B4-BE49-F238E27FC236}">
                <a16:creationId xmlns:a16="http://schemas.microsoft.com/office/drawing/2014/main" id="{1C149FD7-F2D0-F58F-C34B-119ECF988B9F}"/>
              </a:ext>
            </a:extLst>
          </p:cNvPr>
          <p:cNvSpPr txBox="1"/>
          <p:nvPr/>
        </p:nvSpPr>
        <p:spPr>
          <a:xfrm>
            <a:off x="6765898" y="3790470"/>
            <a:ext cx="718114" cy="338554"/>
          </a:xfrm>
          <a:prstGeom prst="rect">
            <a:avLst/>
          </a:prstGeom>
          <a:noFill/>
        </p:spPr>
        <p:txBody>
          <a:bodyPr wrap="square">
            <a:spAutoFit/>
          </a:bodyPr>
          <a:lstStyle/>
          <a:p>
            <a:r>
              <a:rPr lang="en-US" sz="1600"/>
              <a:t>với:</a:t>
            </a:r>
          </a:p>
        </p:txBody>
      </p:sp>
      <p:graphicFrame>
        <p:nvGraphicFramePr>
          <p:cNvPr id="45" name="Object 44">
            <a:extLst>
              <a:ext uri="{FF2B5EF4-FFF2-40B4-BE49-F238E27FC236}">
                <a16:creationId xmlns:a16="http://schemas.microsoft.com/office/drawing/2014/main" id="{F99F85E8-CEA2-CDA3-1CDF-CA7395E8500A}"/>
              </a:ext>
            </a:extLst>
          </p:cNvPr>
          <p:cNvGraphicFramePr>
            <a:graphicFrameLocks noChangeAspect="1"/>
          </p:cNvGraphicFramePr>
          <p:nvPr>
            <p:extLst>
              <p:ext uri="{D42A27DB-BD31-4B8C-83A1-F6EECF244321}">
                <p14:modId xmlns:p14="http://schemas.microsoft.com/office/powerpoint/2010/main" val="2656687582"/>
              </p:ext>
            </p:extLst>
          </p:nvPr>
        </p:nvGraphicFramePr>
        <p:xfrm>
          <a:off x="3817019" y="4228973"/>
          <a:ext cx="2067896" cy="338555"/>
        </p:xfrm>
        <a:graphic>
          <a:graphicData uri="http://schemas.openxmlformats.org/presentationml/2006/ole">
            <mc:AlternateContent xmlns:mc="http://schemas.openxmlformats.org/markup-compatibility/2006">
              <mc:Choice xmlns:v="urn:schemas-microsoft-com:vml" Requires="v">
                <p:oleObj name="Equation" r:id="rId14" imgW="1320227" imgH="215806" progId="Equation.3">
                  <p:embed/>
                </p:oleObj>
              </mc:Choice>
              <mc:Fallback>
                <p:oleObj name="Equation" r:id="rId14" imgW="1320227" imgH="215806" progId="Equation.3">
                  <p:embed/>
                  <p:pic>
                    <p:nvPicPr>
                      <p:cNvPr id="45" name="Object 44">
                        <a:extLst>
                          <a:ext uri="{FF2B5EF4-FFF2-40B4-BE49-F238E27FC236}">
                            <a16:creationId xmlns:a16="http://schemas.microsoft.com/office/drawing/2014/main" id="{F99F85E8-CEA2-CDA3-1CDF-CA7395E8500A}"/>
                          </a:ext>
                        </a:extLst>
                      </p:cNvPr>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3817019" y="4228973"/>
                        <a:ext cx="2067896" cy="338555"/>
                      </a:xfrm>
                      <a:prstGeom prst="rect">
                        <a:avLst/>
                      </a:prstGeom>
                      <a:noFill/>
                      <a:ln>
                        <a:noFill/>
                      </a:ln>
                    </p:spPr>
                  </p:pic>
                </p:oleObj>
              </mc:Fallback>
            </mc:AlternateContent>
          </a:graphicData>
        </a:graphic>
      </p:graphicFrame>
      <p:sp>
        <p:nvSpPr>
          <p:cNvPr id="46" name="TextBox 45">
            <a:extLst>
              <a:ext uri="{FF2B5EF4-FFF2-40B4-BE49-F238E27FC236}">
                <a16:creationId xmlns:a16="http://schemas.microsoft.com/office/drawing/2014/main" id="{F6CF0DA5-FE75-D3E3-E643-364C12D1CE57}"/>
              </a:ext>
            </a:extLst>
          </p:cNvPr>
          <p:cNvSpPr txBox="1"/>
          <p:nvPr/>
        </p:nvSpPr>
        <p:spPr>
          <a:xfrm>
            <a:off x="198119" y="4228973"/>
            <a:ext cx="3618901" cy="338554"/>
          </a:xfrm>
          <a:prstGeom prst="rect">
            <a:avLst/>
          </a:prstGeom>
          <a:noFill/>
        </p:spPr>
        <p:txBody>
          <a:bodyPr wrap="square">
            <a:spAutoFit/>
          </a:bodyPr>
          <a:lstStyle/>
          <a:p>
            <a:pPr algn="just"/>
            <a:r>
              <a:rPr kumimoji="0" lang="en-US" sz="1600" b="0" i="0" u="none" strike="noStrike" kern="1200" cap="none" spc="0" normalizeH="0" baseline="0" noProof="0">
                <a:ln>
                  <a:noFill/>
                </a:ln>
                <a:solidFill>
                  <a:prstClr val="black"/>
                </a:solidFill>
                <a:effectLst/>
                <a:uLnTx/>
                <a:uFillTx/>
                <a:ea typeface="+mn-ea"/>
                <a:cs typeface="+mn-cs"/>
              </a:rPr>
              <a:t>Suy ra hiệu</a:t>
            </a:r>
            <a:r>
              <a:rPr kumimoji="0" lang="en-US" sz="1600" b="0" i="0" u="none" strike="noStrike" kern="1200" cap="none" spc="0" normalizeH="0" noProof="0">
                <a:ln>
                  <a:noFill/>
                </a:ln>
                <a:solidFill>
                  <a:prstClr val="black"/>
                </a:solidFill>
                <a:effectLst/>
                <a:uLnTx/>
                <a:uFillTx/>
                <a:ea typeface="+mn-ea"/>
                <a:cs typeface="+mn-cs"/>
              </a:rPr>
              <a:t> đường đi ứng với vân sáng là:</a:t>
            </a:r>
            <a:endParaRPr lang="en-US" sz="1600" i="1"/>
          </a:p>
        </p:txBody>
      </p:sp>
      <p:sp>
        <p:nvSpPr>
          <p:cNvPr id="47" name="TextBox 46">
            <a:extLst>
              <a:ext uri="{FF2B5EF4-FFF2-40B4-BE49-F238E27FC236}">
                <a16:creationId xmlns:a16="http://schemas.microsoft.com/office/drawing/2014/main" id="{8244D295-D18D-6FB8-69E8-51F84615D01A}"/>
              </a:ext>
            </a:extLst>
          </p:cNvPr>
          <p:cNvSpPr txBox="1"/>
          <p:nvPr/>
        </p:nvSpPr>
        <p:spPr>
          <a:xfrm>
            <a:off x="208307" y="4688767"/>
            <a:ext cx="5887693" cy="338554"/>
          </a:xfrm>
          <a:prstGeom prst="rect">
            <a:avLst/>
          </a:prstGeom>
          <a:noFill/>
        </p:spPr>
        <p:txBody>
          <a:bodyPr wrap="square">
            <a:spAutoFit/>
          </a:bodyPr>
          <a:lstStyle/>
          <a:p>
            <a:pPr algn="just"/>
            <a:r>
              <a:rPr kumimoji="0" lang="en-US" sz="1600" b="0" i="0" u="none" strike="noStrike" kern="1200" cap="none" spc="0" normalizeH="0" baseline="0" noProof="0">
                <a:ln>
                  <a:noFill/>
                </a:ln>
                <a:solidFill>
                  <a:prstClr val="black"/>
                </a:solidFill>
                <a:effectLst/>
                <a:uLnTx/>
                <a:uFillTx/>
                <a:ea typeface="+mn-ea"/>
                <a:cs typeface="+mn-cs"/>
              </a:rPr>
              <a:t>Do đó</a:t>
            </a:r>
            <a:r>
              <a:rPr kumimoji="0" lang="en-US" sz="1600" b="0" i="0" u="none" strike="noStrike" kern="1200" cap="none" spc="0" normalizeH="0" noProof="0">
                <a:ln>
                  <a:noFill/>
                </a:ln>
                <a:solidFill>
                  <a:prstClr val="black"/>
                </a:solidFill>
                <a:effectLst/>
                <a:uLnTx/>
                <a:uFillTx/>
                <a:ea typeface="+mn-ea"/>
                <a:cs typeface="+mn-cs"/>
              </a:rPr>
              <a:t> vị trí vân sáng ở M* khi có sự dịch chuyển hệ vân giao thoa là:</a:t>
            </a:r>
            <a:endParaRPr lang="en-US" sz="1600" i="1"/>
          </a:p>
        </p:txBody>
      </p:sp>
      <p:graphicFrame>
        <p:nvGraphicFramePr>
          <p:cNvPr id="49" name="Object 48">
            <a:extLst>
              <a:ext uri="{FF2B5EF4-FFF2-40B4-BE49-F238E27FC236}">
                <a16:creationId xmlns:a16="http://schemas.microsoft.com/office/drawing/2014/main" id="{9BE35840-ADA8-EF61-22F7-2FAEB74C21A0}"/>
              </a:ext>
            </a:extLst>
          </p:cNvPr>
          <p:cNvGraphicFramePr>
            <a:graphicFrameLocks noChangeAspect="1"/>
          </p:cNvGraphicFramePr>
          <p:nvPr>
            <p:extLst>
              <p:ext uri="{D42A27DB-BD31-4B8C-83A1-F6EECF244321}">
                <p14:modId xmlns:p14="http://schemas.microsoft.com/office/powerpoint/2010/main" val="200052272"/>
              </p:ext>
            </p:extLst>
          </p:nvPr>
        </p:nvGraphicFramePr>
        <p:xfrm>
          <a:off x="6041741" y="4504143"/>
          <a:ext cx="4209421" cy="721215"/>
        </p:xfrm>
        <a:graphic>
          <a:graphicData uri="http://schemas.openxmlformats.org/presentationml/2006/ole">
            <mc:AlternateContent xmlns:mc="http://schemas.openxmlformats.org/markup-compatibility/2006">
              <mc:Choice xmlns:v="urn:schemas-microsoft-com:vml" Requires="v">
                <p:oleObj name="Equation" r:id="rId16" imgW="2298600" imgH="393480" progId="Equation.DSMT4">
                  <p:embed/>
                </p:oleObj>
              </mc:Choice>
              <mc:Fallback>
                <p:oleObj name="Equation" r:id="rId16" imgW="2298600" imgH="393480" progId="Equation.DSMT4">
                  <p:embed/>
                  <p:pic>
                    <p:nvPicPr>
                      <p:cNvPr id="49" name="Object 48">
                        <a:extLst>
                          <a:ext uri="{FF2B5EF4-FFF2-40B4-BE49-F238E27FC236}">
                            <a16:creationId xmlns:a16="http://schemas.microsoft.com/office/drawing/2014/main" id="{9BE35840-ADA8-EF61-22F7-2FAEB74C21A0}"/>
                          </a:ext>
                        </a:extLst>
                      </p:cNvPr>
                      <p:cNvPicPr/>
                      <p:nvPr/>
                    </p:nvPicPr>
                    <p:blipFill>
                      <a:blip r:embed="rId17"/>
                      <a:stretch>
                        <a:fillRect/>
                      </a:stretch>
                    </p:blipFill>
                    <p:spPr>
                      <a:xfrm>
                        <a:off x="6041741" y="4504143"/>
                        <a:ext cx="4209421" cy="721215"/>
                      </a:xfrm>
                      <a:prstGeom prst="rect">
                        <a:avLst/>
                      </a:prstGeom>
                    </p:spPr>
                  </p:pic>
                </p:oleObj>
              </mc:Fallback>
            </mc:AlternateContent>
          </a:graphicData>
        </a:graphic>
      </p:graphicFrame>
      <p:sp>
        <p:nvSpPr>
          <p:cNvPr id="50" name="TextBox 49">
            <a:extLst>
              <a:ext uri="{FF2B5EF4-FFF2-40B4-BE49-F238E27FC236}">
                <a16:creationId xmlns:a16="http://schemas.microsoft.com/office/drawing/2014/main" id="{D47A92D0-BB0D-617A-4ACD-C20D96074F2E}"/>
              </a:ext>
            </a:extLst>
          </p:cNvPr>
          <p:cNvSpPr txBox="1"/>
          <p:nvPr/>
        </p:nvSpPr>
        <p:spPr>
          <a:xfrm>
            <a:off x="208307" y="5349561"/>
            <a:ext cx="5887693" cy="338554"/>
          </a:xfrm>
          <a:prstGeom prst="rect">
            <a:avLst/>
          </a:prstGeom>
          <a:noFill/>
        </p:spPr>
        <p:txBody>
          <a:bodyPr wrap="square">
            <a:spAutoFit/>
          </a:bodyPr>
          <a:lstStyle/>
          <a:p>
            <a:pPr algn="just"/>
            <a:r>
              <a:rPr kumimoji="0" lang="en-US" sz="1600" b="0" i="0" u="none" strike="noStrike" kern="1200" cap="none" spc="0" normalizeH="0" baseline="0" noProof="0">
                <a:ln>
                  <a:noFill/>
                </a:ln>
                <a:solidFill>
                  <a:prstClr val="black"/>
                </a:solidFill>
                <a:effectLst/>
                <a:uLnTx/>
                <a:uFillTx/>
                <a:ea typeface="+mn-ea"/>
                <a:cs typeface="+mn-cs"/>
              </a:rPr>
              <a:t>Vậy</a:t>
            </a:r>
            <a:r>
              <a:rPr kumimoji="0" lang="en-US" sz="1600" b="0" i="0" u="none" strike="noStrike" kern="1200" cap="none" spc="0" normalizeH="0" noProof="0">
                <a:ln>
                  <a:noFill/>
                </a:ln>
                <a:solidFill>
                  <a:prstClr val="black"/>
                </a:solidFill>
                <a:effectLst/>
                <a:uLnTx/>
                <a:uFillTx/>
                <a:ea typeface="+mn-ea"/>
                <a:cs typeface="+mn-cs"/>
              </a:rPr>
              <a:t> độ dịch chuyển hệ vân giao thoa so với khi chưa có bản mỏng là:</a:t>
            </a:r>
            <a:endParaRPr lang="en-US" sz="1600" i="1"/>
          </a:p>
        </p:txBody>
      </p:sp>
      <p:graphicFrame>
        <p:nvGraphicFramePr>
          <p:cNvPr id="51" name="Object 50">
            <a:extLst>
              <a:ext uri="{FF2B5EF4-FFF2-40B4-BE49-F238E27FC236}">
                <a16:creationId xmlns:a16="http://schemas.microsoft.com/office/drawing/2014/main" id="{46749EE9-06A0-8781-4EBA-F73DE42F9552}"/>
              </a:ext>
            </a:extLst>
          </p:cNvPr>
          <p:cNvGraphicFramePr>
            <a:graphicFrameLocks noChangeAspect="1"/>
          </p:cNvGraphicFramePr>
          <p:nvPr>
            <p:extLst>
              <p:ext uri="{D42A27DB-BD31-4B8C-83A1-F6EECF244321}">
                <p14:modId xmlns:p14="http://schemas.microsoft.com/office/powerpoint/2010/main" val="1039017287"/>
              </p:ext>
            </p:extLst>
          </p:nvPr>
        </p:nvGraphicFramePr>
        <p:xfrm>
          <a:off x="6010942" y="5202211"/>
          <a:ext cx="4364037" cy="695325"/>
        </p:xfrm>
        <a:graphic>
          <a:graphicData uri="http://schemas.openxmlformats.org/presentationml/2006/ole">
            <mc:AlternateContent xmlns:mc="http://schemas.openxmlformats.org/markup-compatibility/2006">
              <mc:Choice xmlns:v="urn:schemas-microsoft-com:vml" Requires="v">
                <p:oleObj name="Equation" r:id="rId18" imgW="2476440" imgH="393480" progId="Equation.DSMT4">
                  <p:embed/>
                </p:oleObj>
              </mc:Choice>
              <mc:Fallback>
                <p:oleObj name="Equation" r:id="rId18" imgW="2476440" imgH="393480" progId="Equation.DSMT4">
                  <p:embed/>
                  <p:pic>
                    <p:nvPicPr>
                      <p:cNvPr id="51" name="Object 50">
                        <a:extLst>
                          <a:ext uri="{FF2B5EF4-FFF2-40B4-BE49-F238E27FC236}">
                            <a16:creationId xmlns:a16="http://schemas.microsoft.com/office/drawing/2014/main" id="{46749EE9-06A0-8781-4EBA-F73DE42F9552}"/>
                          </a:ext>
                        </a:extLst>
                      </p:cNvPr>
                      <p:cNvPicPr>
                        <a:picLocks noChangeAspect="1" noChangeArrowheads="1"/>
                      </p:cNvPicPr>
                      <p:nvPr/>
                    </p:nvPicPr>
                    <p:blipFill>
                      <a:blip r:embed="rId19"/>
                      <a:srcRect/>
                      <a:stretch>
                        <a:fillRect/>
                      </a:stretch>
                    </p:blipFill>
                    <p:spPr bwMode="auto">
                      <a:xfrm>
                        <a:off x="6010942" y="5202211"/>
                        <a:ext cx="4364037" cy="695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52" name="Object 51">
            <a:extLst>
              <a:ext uri="{FF2B5EF4-FFF2-40B4-BE49-F238E27FC236}">
                <a16:creationId xmlns:a16="http://schemas.microsoft.com/office/drawing/2014/main" id="{9885F762-F119-864C-B255-97F0E04F9763}"/>
              </a:ext>
            </a:extLst>
          </p:cNvPr>
          <p:cNvGraphicFramePr>
            <a:graphicFrameLocks noChangeAspect="1"/>
          </p:cNvGraphicFramePr>
          <p:nvPr>
            <p:extLst>
              <p:ext uri="{D42A27DB-BD31-4B8C-83A1-F6EECF244321}">
                <p14:modId xmlns:p14="http://schemas.microsoft.com/office/powerpoint/2010/main" val="1016963484"/>
              </p:ext>
            </p:extLst>
          </p:nvPr>
        </p:nvGraphicFramePr>
        <p:xfrm>
          <a:off x="6041742" y="5939807"/>
          <a:ext cx="1390811" cy="559937"/>
        </p:xfrm>
        <a:graphic>
          <a:graphicData uri="http://schemas.openxmlformats.org/presentationml/2006/ole">
            <mc:AlternateContent xmlns:mc="http://schemas.openxmlformats.org/markup-compatibility/2006">
              <mc:Choice xmlns:v="urn:schemas-microsoft-com:vml" Requires="v">
                <p:oleObj name="Equation" r:id="rId20" imgW="977760" imgH="393480" progId="Equation.DSMT4">
                  <p:embed/>
                </p:oleObj>
              </mc:Choice>
              <mc:Fallback>
                <p:oleObj name="Equation" r:id="rId20" imgW="977760" imgH="393480" progId="Equation.DSMT4">
                  <p:embed/>
                  <p:pic>
                    <p:nvPicPr>
                      <p:cNvPr id="52" name="Object 51">
                        <a:extLst>
                          <a:ext uri="{FF2B5EF4-FFF2-40B4-BE49-F238E27FC236}">
                            <a16:creationId xmlns:a16="http://schemas.microsoft.com/office/drawing/2014/main" id="{9885F762-F119-864C-B255-97F0E04F9763}"/>
                          </a:ext>
                        </a:extLst>
                      </p:cNvPr>
                      <p:cNvPicPr/>
                      <p:nvPr/>
                    </p:nvPicPr>
                    <p:blipFill>
                      <a:blip r:embed="rId21"/>
                      <a:stretch>
                        <a:fillRect/>
                      </a:stretch>
                    </p:blipFill>
                    <p:spPr>
                      <a:xfrm>
                        <a:off x="6041742" y="5939807"/>
                        <a:ext cx="1390811" cy="559937"/>
                      </a:xfrm>
                      <a:prstGeom prst="rect">
                        <a:avLst/>
                      </a:prstGeom>
                      <a:ln w="28575">
                        <a:solidFill>
                          <a:srgbClr val="00B0F0"/>
                        </a:solidFill>
                      </a:ln>
                    </p:spPr>
                  </p:pic>
                </p:oleObj>
              </mc:Fallback>
            </mc:AlternateContent>
          </a:graphicData>
        </a:graphic>
      </p:graphicFrame>
    </p:spTree>
    <p:extLst>
      <p:ext uri="{BB962C8B-B14F-4D97-AF65-F5344CB8AC3E}">
        <p14:creationId xmlns:p14="http://schemas.microsoft.com/office/powerpoint/2010/main" val="264564652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Effect transition="in" filter="fade">
                                      <p:cBhvr>
                                        <p:cTn id="7" dur="1000"/>
                                        <p:tgtEl>
                                          <p:spTgt spid="2">
                                            <p:txEl>
                                              <p:pRg st="0" end="0"/>
                                            </p:txEl>
                                          </p:spTgt>
                                        </p:tgtEl>
                                      </p:cBhvr>
                                    </p:animEffect>
                                    <p:anim calcmode="lin" valueType="num">
                                      <p:cBhvr>
                                        <p:cTn id="8" dur="1000" fill="hold"/>
                                        <p:tgtEl>
                                          <p:spTgt spid="2">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2">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16" presetClass="entr" presetSubtype="21" fill="hold" grpId="0" nodeType="clickEffect">
                                  <p:stCondLst>
                                    <p:cond delay="0"/>
                                  </p:stCondLst>
                                  <p:childTnLst>
                                    <p:set>
                                      <p:cBhvr>
                                        <p:cTn id="13" dur="1" fill="hold">
                                          <p:stCondLst>
                                            <p:cond delay="0"/>
                                          </p:stCondLst>
                                        </p:cTn>
                                        <p:tgtEl>
                                          <p:spTgt spid="20"/>
                                        </p:tgtEl>
                                        <p:attrNameLst>
                                          <p:attrName>style.visibility</p:attrName>
                                        </p:attrNameLst>
                                      </p:cBhvr>
                                      <p:to>
                                        <p:strVal val="visible"/>
                                      </p:to>
                                    </p:set>
                                    <p:animEffect transition="in" filter="barn(inVertical)">
                                      <p:cBhvr>
                                        <p:cTn id="14" dur="500"/>
                                        <p:tgtEl>
                                          <p:spTgt spid="20"/>
                                        </p:tgtEl>
                                      </p:cBhvr>
                                    </p:animEffect>
                                  </p:childTnLst>
                                </p:cTn>
                              </p:par>
                            </p:childTnLst>
                          </p:cTn>
                        </p:par>
                      </p:childTnLst>
                    </p:cTn>
                  </p:par>
                  <p:par>
                    <p:cTn id="15" fill="hold">
                      <p:stCondLst>
                        <p:cond delay="indefinite"/>
                      </p:stCondLst>
                      <p:childTnLst>
                        <p:par>
                          <p:cTn id="16" fill="hold">
                            <p:stCondLst>
                              <p:cond delay="0"/>
                            </p:stCondLst>
                            <p:childTnLst>
                              <p:par>
                                <p:cTn id="17" presetID="6" presetClass="entr" presetSubtype="16" fill="hold" nodeType="clickEffect">
                                  <p:stCondLst>
                                    <p:cond delay="0"/>
                                  </p:stCondLst>
                                  <p:childTnLst>
                                    <p:set>
                                      <p:cBhvr>
                                        <p:cTn id="18" dur="1" fill="hold">
                                          <p:stCondLst>
                                            <p:cond delay="0"/>
                                          </p:stCondLst>
                                        </p:cTn>
                                        <p:tgtEl>
                                          <p:spTgt spid="21"/>
                                        </p:tgtEl>
                                        <p:attrNameLst>
                                          <p:attrName>style.visibility</p:attrName>
                                        </p:attrNameLst>
                                      </p:cBhvr>
                                      <p:to>
                                        <p:strVal val="visible"/>
                                      </p:to>
                                    </p:set>
                                    <p:animEffect transition="in" filter="circle(in)">
                                      <p:cBhvr>
                                        <p:cTn id="19" dur="2000"/>
                                        <p:tgtEl>
                                          <p:spTgt spid="21"/>
                                        </p:tgtEl>
                                      </p:cBhvr>
                                    </p:animEffect>
                                  </p:childTnLst>
                                </p:cTn>
                              </p:par>
                            </p:childTnLst>
                          </p:cTn>
                        </p:par>
                      </p:childTnLst>
                    </p:cTn>
                  </p:par>
                  <p:par>
                    <p:cTn id="20" fill="hold">
                      <p:stCondLst>
                        <p:cond delay="indefinite"/>
                      </p:stCondLst>
                      <p:childTnLst>
                        <p:par>
                          <p:cTn id="21" fill="hold">
                            <p:stCondLst>
                              <p:cond delay="0"/>
                            </p:stCondLst>
                            <p:childTnLst>
                              <p:par>
                                <p:cTn id="22" presetID="6" presetClass="entr" presetSubtype="16" fill="hold" grpId="0" nodeType="clickEffect">
                                  <p:stCondLst>
                                    <p:cond delay="0"/>
                                  </p:stCondLst>
                                  <p:childTnLst>
                                    <p:set>
                                      <p:cBhvr>
                                        <p:cTn id="23" dur="1" fill="hold">
                                          <p:stCondLst>
                                            <p:cond delay="0"/>
                                          </p:stCondLst>
                                        </p:cTn>
                                        <p:tgtEl>
                                          <p:spTgt spid="25"/>
                                        </p:tgtEl>
                                        <p:attrNameLst>
                                          <p:attrName>style.visibility</p:attrName>
                                        </p:attrNameLst>
                                      </p:cBhvr>
                                      <p:to>
                                        <p:strVal val="visible"/>
                                      </p:to>
                                    </p:set>
                                    <p:animEffect transition="in" filter="circle(in)">
                                      <p:cBhvr>
                                        <p:cTn id="24" dur="2000"/>
                                        <p:tgtEl>
                                          <p:spTgt spid="25"/>
                                        </p:tgtEl>
                                      </p:cBhvr>
                                    </p:animEffect>
                                  </p:childTnLst>
                                </p:cTn>
                              </p:par>
                            </p:childTnLst>
                          </p:cTn>
                        </p:par>
                      </p:childTnLst>
                    </p:cTn>
                  </p:par>
                  <p:par>
                    <p:cTn id="25" fill="hold">
                      <p:stCondLst>
                        <p:cond delay="indefinite"/>
                      </p:stCondLst>
                      <p:childTnLst>
                        <p:par>
                          <p:cTn id="26" fill="hold">
                            <p:stCondLst>
                              <p:cond delay="0"/>
                            </p:stCondLst>
                            <p:childTnLst>
                              <p:par>
                                <p:cTn id="27" presetID="6" presetClass="entr" presetSubtype="16" fill="hold" grpId="0" nodeType="clickEffect">
                                  <p:stCondLst>
                                    <p:cond delay="0"/>
                                  </p:stCondLst>
                                  <p:childTnLst>
                                    <p:set>
                                      <p:cBhvr>
                                        <p:cTn id="28" dur="1" fill="hold">
                                          <p:stCondLst>
                                            <p:cond delay="0"/>
                                          </p:stCondLst>
                                        </p:cTn>
                                        <p:tgtEl>
                                          <p:spTgt spid="26"/>
                                        </p:tgtEl>
                                        <p:attrNameLst>
                                          <p:attrName>style.visibility</p:attrName>
                                        </p:attrNameLst>
                                      </p:cBhvr>
                                      <p:to>
                                        <p:strVal val="visible"/>
                                      </p:to>
                                    </p:set>
                                    <p:animEffect transition="in" filter="circle(in)">
                                      <p:cBhvr>
                                        <p:cTn id="29" dur="2000"/>
                                        <p:tgtEl>
                                          <p:spTgt spid="26"/>
                                        </p:tgtEl>
                                      </p:cBhvr>
                                    </p:animEffect>
                                  </p:childTnLst>
                                </p:cTn>
                              </p:par>
                            </p:childTnLst>
                          </p:cTn>
                        </p:par>
                      </p:childTnLst>
                    </p:cTn>
                  </p:par>
                  <p:par>
                    <p:cTn id="30" fill="hold">
                      <p:stCondLst>
                        <p:cond delay="indefinite"/>
                      </p:stCondLst>
                      <p:childTnLst>
                        <p:par>
                          <p:cTn id="31" fill="hold">
                            <p:stCondLst>
                              <p:cond delay="0"/>
                            </p:stCondLst>
                            <p:childTnLst>
                              <p:par>
                                <p:cTn id="32" presetID="6" presetClass="entr" presetSubtype="16" fill="hold" nodeType="clickEffect">
                                  <p:stCondLst>
                                    <p:cond delay="0"/>
                                  </p:stCondLst>
                                  <p:childTnLst>
                                    <p:set>
                                      <p:cBhvr>
                                        <p:cTn id="33" dur="1" fill="hold">
                                          <p:stCondLst>
                                            <p:cond delay="0"/>
                                          </p:stCondLst>
                                        </p:cTn>
                                        <p:tgtEl>
                                          <p:spTgt spid="27"/>
                                        </p:tgtEl>
                                        <p:attrNameLst>
                                          <p:attrName>style.visibility</p:attrName>
                                        </p:attrNameLst>
                                      </p:cBhvr>
                                      <p:to>
                                        <p:strVal val="visible"/>
                                      </p:to>
                                    </p:set>
                                    <p:animEffect transition="in" filter="circle(in)">
                                      <p:cBhvr>
                                        <p:cTn id="34" dur="2000"/>
                                        <p:tgtEl>
                                          <p:spTgt spid="27"/>
                                        </p:tgtEl>
                                      </p:cBhvr>
                                    </p:animEffect>
                                  </p:childTnLst>
                                </p:cTn>
                              </p:par>
                            </p:childTnLst>
                          </p:cTn>
                        </p:par>
                      </p:childTnLst>
                    </p:cTn>
                  </p:par>
                  <p:par>
                    <p:cTn id="35" fill="hold">
                      <p:stCondLst>
                        <p:cond delay="indefinite"/>
                      </p:stCondLst>
                      <p:childTnLst>
                        <p:par>
                          <p:cTn id="36" fill="hold">
                            <p:stCondLst>
                              <p:cond delay="0"/>
                            </p:stCondLst>
                            <p:childTnLst>
                              <p:par>
                                <p:cTn id="37" presetID="6" presetClass="entr" presetSubtype="16" fill="hold" grpId="0" nodeType="clickEffect">
                                  <p:stCondLst>
                                    <p:cond delay="0"/>
                                  </p:stCondLst>
                                  <p:childTnLst>
                                    <p:set>
                                      <p:cBhvr>
                                        <p:cTn id="38" dur="1" fill="hold">
                                          <p:stCondLst>
                                            <p:cond delay="0"/>
                                          </p:stCondLst>
                                        </p:cTn>
                                        <p:tgtEl>
                                          <p:spTgt spid="28"/>
                                        </p:tgtEl>
                                        <p:attrNameLst>
                                          <p:attrName>style.visibility</p:attrName>
                                        </p:attrNameLst>
                                      </p:cBhvr>
                                      <p:to>
                                        <p:strVal val="visible"/>
                                      </p:to>
                                    </p:set>
                                    <p:animEffect transition="in" filter="circle(in)">
                                      <p:cBhvr>
                                        <p:cTn id="39" dur="2000"/>
                                        <p:tgtEl>
                                          <p:spTgt spid="28"/>
                                        </p:tgtEl>
                                      </p:cBhvr>
                                    </p:animEffect>
                                  </p:childTnLst>
                                </p:cTn>
                              </p:par>
                            </p:childTnLst>
                          </p:cTn>
                        </p:par>
                      </p:childTnLst>
                    </p:cTn>
                  </p:par>
                  <p:par>
                    <p:cTn id="40" fill="hold">
                      <p:stCondLst>
                        <p:cond delay="indefinite"/>
                      </p:stCondLst>
                      <p:childTnLst>
                        <p:par>
                          <p:cTn id="41" fill="hold">
                            <p:stCondLst>
                              <p:cond delay="0"/>
                            </p:stCondLst>
                            <p:childTnLst>
                              <p:par>
                                <p:cTn id="42" presetID="42" presetClass="entr" presetSubtype="0" fill="hold" grpId="0" nodeType="clickEffect">
                                  <p:stCondLst>
                                    <p:cond delay="0"/>
                                  </p:stCondLst>
                                  <p:childTnLst>
                                    <p:set>
                                      <p:cBhvr>
                                        <p:cTn id="43" dur="1" fill="hold">
                                          <p:stCondLst>
                                            <p:cond delay="0"/>
                                          </p:stCondLst>
                                        </p:cTn>
                                        <p:tgtEl>
                                          <p:spTgt spid="30"/>
                                        </p:tgtEl>
                                        <p:attrNameLst>
                                          <p:attrName>style.visibility</p:attrName>
                                        </p:attrNameLst>
                                      </p:cBhvr>
                                      <p:to>
                                        <p:strVal val="visible"/>
                                      </p:to>
                                    </p:set>
                                    <p:animEffect transition="in" filter="fade">
                                      <p:cBhvr>
                                        <p:cTn id="44" dur="1000"/>
                                        <p:tgtEl>
                                          <p:spTgt spid="30"/>
                                        </p:tgtEl>
                                      </p:cBhvr>
                                    </p:animEffect>
                                    <p:anim calcmode="lin" valueType="num">
                                      <p:cBhvr>
                                        <p:cTn id="45" dur="1000" fill="hold"/>
                                        <p:tgtEl>
                                          <p:spTgt spid="30"/>
                                        </p:tgtEl>
                                        <p:attrNameLst>
                                          <p:attrName>ppt_x</p:attrName>
                                        </p:attrNameLst>
                                      </p:cBhvr>
                                      <p:tavLst>
                                        <p:tav tm="0">
                                          <p:val>
                                            <p:strVal val="#ppt_x"/>
                                          </p:val>
                                        </p:tav>
                                        <p:tav tm="100000">
                                          <p:val>
                                            <p:strVal val="#ppt_x"/>
                                          </p:val>
                                        </p:tav>
                                      </p:tavLst>
                                    </p:anim>
                                    <p:anim calcmode="lin" valueType="num">
                                      <p:cBhvr>
                                        <p:cTn id="46" dur="1000" fill="hold"/>
                                        <p:tgtEl>
                                          <p:spTgt spid="30"/>
                                        </p:tgtEl>
                                        <p:attrNameLst>
                                          <p:attrName>ppt_y</p:attrName>
                                        </p:attrNameLst>
                                      </p:cBhvr>
                                      <p:tavLst>
                                        <p:tav tm="0">
                                          <p:val>
                                            <p:strVal val="#ppt_y+.1"/>
                                          </p:val>
                                        </p:tav>
                                        <p:tav tm="100000">
                                          <p:val>
                                            <p:strVal val="#ppt_y"/>
                                          </p:val>
                                        </p:tav>
                                      </p:tavLst>
                                    </p:anim>
                                  </p:childTnLst>
                                </p:cTn>
                              </p:par>
                            </p:childTnLst>
                          </p:cTn>
                        </p:par>
                      </p:childTnLst>
                    </p:cTn>
                  </p:par>
                  <p:par>
                    <p:cTn id="47" fill="hold">
                      <p:stCondLst>
                        <p:cond delay="indefinite"/>
                      </p:stCondLst>
                      <p:childTnLst>
                        <p:par>
                          <p:cTn id="48" fill="hold">
                            <p:stCondLst>
                              <p:cond delay="0"/>
                            </p:stCondLst>
                            <p:childTnLst>
                              <p:par>
                                <p:cTn id="49" presetID="42" presetClass="entr" presetSubtype="0" fill="hold" grpId="0" nodeType="clickEffect">
                                  <p:stCondLst>
                                    <p:cond delay="0"/>
                                  </p:stCondLst>
                                  <p:childTnLst>
                                    <p:set>
                                      <p:cBhvr>
                                        <p:cTn id="50" dur="1" fill="hold">
                                          <p:stCondLst>
                                            <p:cond delay="0"/>
                                          </p:stCondLst>
                                        </p:cTn>
                                        <p:tgtEl>
                                          <p:spTgt spid="32"/>
                                        </p:tgtEl>
                                        <p:attrNameLst>
                                          <p:attrName>style.visibility</p:attrName>
                                        </p:attrNameLst>
                                      </p:cBhvr>
                                      <p:to>
                                        <p:strVal val="visible"/>
                                      </p:to>
                                    </p:set>
                                    <p:animEffect transition="in" filter="fade">
                                      <p:cBhvr>
                                        <p:cTn id="51" dur="1000"/>
                                        <p:tgtEl>
                                          <p:spTgt spid="32"/>
                                        </p:tgtEl>
                                      </p:cBhvr>
                                    </p:animEffect>
                                    <p:anim calcmode="lin" valueType="num">
                                      <p:cBhvr>
                                        <p:cTn id="52" dur="1000" fill="hold"/>
                                        <p:tgtEl>
                                          <p:spTgt spid="32"/>
                                        </p:tgtEl>
                                        <p:attrNameLst>
                                          <p:attrName>ppt_x</p:attrName>
                                        </p:attrNameLst>
                                      </p:cBhvr>
                                      <p:tavLst>
                                        <p:tav tm="0">
                                          <p:val>
                                            <p:strVal val="#ppt_x"/>
                                          </p:val>
                                        </p:tav>
                                        <p:tav tm="100000">
                                          <p:val>
                                            <p:strVal val="#ppt_x"/>
                                          </p:val>
                                        </p:tav>
                                      </p:tavLst>
                                    </p:anim>
                                    <p:anim calcmode="lin" valueType="num">
                                      <p:cBhvr>
                                        <p:cTn id="53" dur="1000" fill="hold"/>
                                        <p:tgtEl>
                                          <p:spTgt spid="32"/>
                                        </p:tgtEl>
                                        <p:attrNameLst>
                                          <p:attrName>ppt_y</p:attrName>
                                        </p:attrNameLst>
                                      </p:cBhvr>
                                      <p:tavLst>
                                        <p:tav tm="0">
                                          <p:val>
                                            <p:strVal val="#ppt_y+.1"/>
                                          </p:val>
                                        </p:tav>
                                        <p:tav tm="100000">
                                          <p:val>
                                            <p:strVal val="#ppt_y"/>
                                          </p:val>
                                        </p:tav>
                                      </p:tavLst>
                                    </p:anim>
                                  </p:childTnLst>
                                </p:cTn>
                              </p:par>
                            </p:childTnLst>
                          </p:cTn>
                        </p:par>
                      </p:childTnLst>
                    </p:cTn>
                  </p:par>
                  <p:par>
                    <p:cTn id="54" fill="hold">
                      <p:stCondLst>
                        <p:cond delay="indefinite"/>
                      </p:stCondLst>
                      <p:childTnLst>
                        <p:par>
                          <p:cTn id="55" fill="hold">
                            <p:stCondLst>
                              <p:cond delay="0"/>
                            </p:stCondLst>
                            <p:childTnLst>
                              <p:par>
                                <p:cTn id="56" presetID="42" presetClass="entr" presetSubtype="0" fill="hold" grpId="0" nodeType="clickEffect">
                                  <p:stCondLst>
                                    <p:cond delay="0"/>
                                  </p:stCondLst>
                                  <p:childTnLst>
                                    <p:set>
                                      <p:cBhvr>
                                        <p:cTn id="57" dur="1" fill="hold">
                                          <p:stCondLst>
                                            <p:cond delay="0"/>
                                          </p:stCondLst>
                                        </p:cTn>
                                        <p:tgtEl>
                                          <p:spTgt spid="33"/>
                                        </p:tgtEl>
                                        <p:attrNameLst>
                                          <p:attrName>style.visibility</p:attrName>
                                        </p:attrNameLst>
                                      </p:cBhvr>
                                      <p:to>
                                        <p:strVal val="visible"/>
                                      </p:to>
                                    </p:set>
                                    <p:animEffect transition="in" filter="fade">
                                      <p:cBhvr>
                                        <p:cTn id="58" dur="1000"/>
                                        <p:tgtEl>
                                          <p:spTgt spid="33"/>
                                        </p:tgtEl>
                                      </p:cBhvr>
                                    </p:animEffect>
                                    <p:anim calcmode="lin" valueType="num">
                                      <p:cBhvr>
                                        <p:cTn id="59" dur="1000" fill="hold"/>
                                        <p:tgtEl>
                                          <p:spTgt spid="33"/>
                                        </p:tgtEl>
                                        <p:attrNameLst>
                                          <p:attrName>ppt_x</p:attrName>
                                        </p:attrNameLst>
                                      </p:cBhvr>
                                      <p:tavLst>
                                        <p:tav tm="0">
                                          <p:val>
                                            <p:strVal val="#ppt_x"/>
                                          </p:val>
                                        </p:tav>
                                        <p:tav tm="100000">
                                          <p:val>
                                            <p:strVal val="#ppt_x"/>
                                          </p:val>
                                        </p:tav>
                                      </p:tavLst>
                                    </p:anim>
                                    <p:anim calcmode="lin" valueType="num">
                                      <p:cBhvr>
                                        <p:cTn id="60" dur="1000" fill="hold"/>
                                        <p:tgtEl>
                                          <p:spTgt spid="33"/>
                                        </p:tgtEl>
                                        <p:attrNameLst>
                                          <p:attrName>ppt_y</p:attrName>
                                        </p:attrNameLst>
                                      </p:cBhvr>
                                      <p:tavLst>
                                        <p:tav tm="0">
                                          <p:val>
                                            <p:strVal val="#ppt_y+.1"/>
                                          </p:val>
                                        </p:tav>
                                        <p:tav tm="100000">
                                          <p:val>
                                            <p:strVal val="#ppt_y"/>
                                          </p:val>
                                        </p:tav>
                                      </p:tavLst>
                                    </p:anim>
                                  </p:childTnLst>
                                </p:cTn>
                              </p:par>
                            </p:childTnLst>
                          </p:cTn>
                        </p:par>
                      </p:childTnLst>
                    </p:cTn>
                  </p:par>
                  <p:par>
                    <p:cTn id="61" fill="hold">
                      <p:stCondLst>
                        <p:cond delay="indefinite"/>
                      </p:stCondLst>
                      <p:childTnLst>
                        <p:par>
                          <p:cTn id="62" fill="hold">
                            <p:stCondLst>
                              <p:cond delay="0"/>
                            </p:stCondLst>
                            <p:childTnLst>
                              <p:par>
                                <p:cTn id="63" presetID="6" presetClass="entr" presetSubtype="16" fill="hold" nodeType="clickEffect">
                                  <p:stCondLst>
                                    <p:cond delay="0"/>
                                  </p:stCondLst>
                                  <p:childTnLst>
                                    <p:set>
                                      <p:cBhvr>
                                        <p:cTn id="64" dur="1" fill="hold">
                                          <p:stCondLst>
                                            <p:cond delay="0"/>
                                          </p:stCondLst>
                                        </p:cTn>
                                        <p:tgtEl>
                                          <p:spTgt spid="34"/>
                                        </p:tgtEl>
                                        <p:attrNameLst>
                                          <p:attrName>style.visibility</p:attrName>
                                        </p:attrNameLst>
                                      </p:cBhvr>
                                      <p:to>
                                        <p:strVal val="visible"/>
                                      </p:to>
                                    </p:set>
                                    <p:animEffect transition="in" filter="circle(in)">
                                      <p:cBhvr>
                                        <p:cTn id="65" dur="2000"/>
                                        <p:tgtEl>
                                          <p:spTgt spid="34"/>
                                        </p:tgtEl>
                                      </p:cBhvr>
                                    </p:animEffect>
                                  </p:childTnLst>
                                </p:cTn>
                              </p:par>
                            </p:childTnLst>
                          </p:cTn>
                        </p:par>
                      </p:childTnLst>
                    </p:cTn>
                  </p:par>
                  <p:par>
                    <p:cTn id="66" fill="hold">
                      <p:stCondLst>
                        <p:cond delay="indefinite"/>
                      </p:stCondLst>
                      <p:childTnLst>
                        <p:par>
                          <p:cTn id="67" fill="hold">
                            <p:stCondLst>
                              <p:cond delay="0"/>
                            </p:stCondLst>
                            <p:childTnLst>
                              <p:par>
                                <p:cTn id="68" presetID="42" presetClass="entr" presetSubtype="0" fill="hold" grpId="0" nodeType="clickEffect">
                                  <p:stCondLst>
                                    <p:cond delay="0"/>
                                  </p:stCondLst>
                                  <p:childTnLst>
                                    <p:set>
                                      <p:cBhvr>
                                        <p:cTn id="69" dur="1" fill="hold">
                                          <p:stCondLst>
                                            <p:cond delay="0"/>
                                          </p:stCondLst>
                                        </p:cTn>
                                        <p:tgtEl>
                                          <p:spTgt spid="35"/>
                                        </p:tgtEl>
                                        <p:attrNameLst>
                                          <p:attrName>style.visibility</p:attrName>
                                        </p:attrNameLst>
                                      </p:cBhvr>
                                      <p:to>
                                        <p:strVal val="visible"/>
                                      </p:to>
                                    </p:set>
                                    <p:animEffect transition="in" filter="fade">
                                      <p:cBhvr>
                                        <p:cTn id="70" dur="1000"/>
                                        <p:tgtEl>
                                          <p:spTgt spid="35"/>
                                        </p:tgtEl>
                                      </p:cBhvr>
                                    </p:animEffect>
                                    <p:anim calcmode="lin" valueType="num">
                                      <p:cBhvr>
                                        <p:cTn id="71" dur="1000" fill="hold"/>
                                        <p:tgtEl>
                                          <p:spTgt spid="35"/>
                                        </p:tgtEl>
                                        <p:attrNameLst>
                                          <p:attrName>ppt_x</p:attrName>
                                        </p:attrNameLst>
                                      </p:cBhvr>
                                      <p:tavLst>
                                        <p:tav tm="0">
                                          <p:val>
                                            <p:strVal val="#ppt_x"/>
                                          </p:val>
                                        </p:tav>
                                        <p:tav tm="100000">
                                          <p:val>
                                            <p:strVal val="#ppt_x"/>
                                          </p:val>
                                        </p:tav>
                                      </p:tavLst>
                                    </p:anim>
                                    <p:anim calcmode="lin" valueType="num">
                                      <p:cBhvr>
                                        <p:cTn id="72" dur="1000" fill="hold"/>
                                        <p:tgtEl>
                                          <p:spTgt spid="35"/>
                                        </p:tgtEl>
                                        <p:attrNameLst>
                                          <p:attrName>ppt_y</p:attrName>
                                        </p:attrNameLst>
                                      </p:cBhvr>
                                      <p:tavLst>
                                        <p:tav tm="0">
                                          <p:val>
                                            <p:strVal val="#ppt_y+.1"/>
                                          </p:val>
                                        </p:tav>
                                        <p:tav tm="100000">
                                          <p:val>
                                            <p:strVal val="#ppt_y"/>
                                          </p:val>
                                        </p:tav>
                                      </p:tavLst>
                                    </p:anim>
                                  </p:childTnLst>
                                </p:cTn>
                              </p:par>
                            </p:childTnLst>
                          </p:cTn>
                        </p:par>
                      </p:childTnLst>
                    </p:cTn>
                  </p:par>
                  <p:par>
                    <p:cTn id="73" fill="hold">
                      <p:stCondLst>
                        <p:cond delay="indefinite"/>
                      </p:stCondLst>
                      <p:childTnLst>
                        <p:par>
                          <p:cTn id="74" fill="hold">
                            <p:stCondLst>
                              <p:cond delay="0"/>
                            </p:stCondLst>
                            <p:childTnLst>
                              <p:par>
                                <p:cTn id="75" presetID="42" presetClass="entr" presetSubtype="0" fill="hold" nodeType="clickEffect">
                                  <p:stCondLst>
                                    <p:cond delay="0"/>
                                  </p:stCondLst>
                                  <p:childTnLst>
                                    <p:set>
                                      <p:cBhvr>
                                        <p:cTn id="76" dur="1" fill="hold">
                                          <p:stCondLst>
                                            <p:cond delay="0"/>
                                          </p:stCondLst>
                                        </p:cTn>
                                        <p:tgtEl>
                                          <p:spTgt spid="36"/>
                                        </p:tgtEl>
                                        <p:attrNameLst>
                                          <p:attrName>style.visibility</p:attrName>
                                        </p:attrNameLst>
                                      </p:cBhvr>
                                      <p:to>
                                        <p:strVal val="visible"/>
                                      </p:to>
                                    </p:set>
                                    <p:animEffect transition="in" filter="fade">
                                      <p:cBhvr>
                                        <p:cTn id="77" dur="1000"/>
                                        <p:tgtEl>
                                          <p:spTgt spid="36"/>
                                        </p:tgtEl>
                                      </p:cBhvr>
                                    </p:animEffect>
                                    <p:anim calcmode="lin" valueType="num">
                                      <p:cBhvr>
                                        <p:cTn id="78" dur="1000" fill="hold"/>
                                        <p:tgtEl>
                                          <p:spTgt spid="36"/>
                                        </p:tgtEl>
                                        <p:attrNameLst>
                                          <p:attrName>ppt_x</p:attrName>
                                        </p:attrNameLst>
                                      </p:cBhvr>
                                      <p:tavLst>
                                        <p:tav tm="0">
                                          <p:val>
                                            <p:strVal val="#ppt_x"/>
                                          </p:val>
                                        </p:tav>
                                        <p:tav tm="100000">
                                          <p:val>
                                            <p:strVal val="#ppt_x"/>
                                          </p:val>
                                        </p:tav>
                                      </p:tavLst>
                                    </p:anim>
                                    <p:anim calcmode="lin" valueType="num">
                                      <p:cBhvr>
                                        <p:cTn id="79" dur="1000" fill="hold"/>
                                        <p:tgtEl>
                                          <p:spTgt spid="36"/>
                                        </p:tgtEl>
                                        <p:attrNameLst>
                                          <p:attrName>ppt_y</p:attrName>
                                        </p:attrNameLst>
                                      </p:cBhvr>
                                      <p:tavLst>
                                        <p:tav tm="0">
                                          <p:val>
                                            <p:strVal val="#ppt_y+.1"/>
                                          </p:val>
                                        </p:tav>
                                        <p:tav tm="100000">
                                          <p:val>
                                            <p:strVal val="#ppt_y"/>
                                          </p:val>
                                        </p:tav>
                                      </p:tavLst>
                                    </p:anim>
                                  </p:childTnLst>
                                </p:cTn>
                              </p:par>
                            </p:childTnLst>
                          </p:cTn>
                        </p:par>
                      </p:childTnLst>
                    </p:cTn>
                  </p:par>
                  <p:par>
                    <p:cTn id="80" fill="hold">
                      <p:stCondLst>
                        <p:cond delay="indefinite"/>
                      </p:stCondLst>
                      <p:childTnLst>
                        <p:par>
                          <p:cTn id="81" fill="hold">
                            <p:stCondLst>
                              <p:cond delay="0"/>
                            </p:stCondLst>
                            <p:childTnLst>
                              <p:par>
                                <p:cTn id="82" presetID="42" presetClass="entr" presetSubtype="0" fill="hold" grpId="0" nodeType="clickEffect">
                                  <p:stCondLst>
                                    <p:cond delay="0"/>
                                  </p:stCondLst>
                                  <p:childTnLst>
                                    <p:set>
                                      <p:cBhvr>
                                        <p:cTn id="83" dur="1" fill="hold">
                                          <p:stCondLst>
                                            <p:cond delay="0"/>
                                          </p:stCondLst>
                                        </p:cTn>
                                        <p:tgtEl>
                                          <p:spTgt spid="37"/>
                                        </p:tgtEl>
                                        <p:attrNameLst>
                                          <p:attrName>style.visibility</p:attrName>
                                        </p:attrNameLst>
                                      </p:cBhvr>
                                      <p:to>
                                        <p:strVal val="visible"/>
                                      </p:to>
                                    </p:set>
                                    <p:animEffect transition="in" filter="fade">
                                      <p:cBhvr>
                                        <p:cTn id="84" dur="1000"/>
                                        <p:tgtEl>
                                          <p:spTgt spid="37"/>
                                        </p:tgtEl>
                                      </p:cBhvr>
                                    </p:animEffect>
                                    <p:anim calcmode="lin" valueType="num">
                                      <p:cBhvr>
                                        <p:cTn id="85" dur="1000" fill="hold"/>
                                        <p:tgtEl>
                                          <p:spTgt spid="37"/>
                                        </p:tgtEl>
                                        <p:attrNameLst>
                                          <p:attrName>ppt_x</p:attrName>
                                        </p:attrNameLst>
                                      </p:cBhvr>
                                      <p:tavLst>
                                        <p:tav tm="0">
                                          <p:val>
                                            <p:strVal val="#ppt_x"/>
                                          </p:val>
                                        </p:tav>
                                        <p:tav tm="100000">
                                          <p:val>
                                            <p:strVal val="#ppt_x"/>
                                          </p:val>
                                        </p:tav>
                                      </p:tavLst>
                                    </p:anim>
                                    <p:anim calcmode="lin" valueType="num">
                                      <p:cBhvr>
                                        <p:cTn id="86" dur="1000" fill="hold"/>
                                        <p:tgtEl>
                                          <p:spTgt spid="37"/>
                                        </p:tgtEl>
                                        <p:attrNameLst>
                                          <p:attrName>ppt_y</p:attrName>
                                        </p:attrNameLst>
                                      </p:cBhvr>
                                      <p:tavLst>
                                        <p:tav tm="0">
                                          <p:val>
                                            <p:strVal val="#ppt_y+.1"/>
                                          </p:val>
                                        </p:tav>
                                        <p:tav tm="100000">
                                          <p:val>
                                            <p:strVal val="#ppt_y"/>
                                          </p:val>
                                        </p:tav>
                                      </p:tavLst>
                                    </p:anim>
                                  </p:childTnLst>
                                </p:cTn>
                              </p:par>
                            </p:childTnLst>
                          </p:cTn>
                        </p:par>
                      </p:childTnLst>
                    </p:cTn>
                  </p:par>
                  <p:par>
                    <p:cTn id="87" fill="hold">
                      <p:stCondLst>
                        <p:cond delay="indefinite"/>
                      </p:stCondLst>
                      <p:childTnLst>
                        <p:par>
                          <p:cTn id="88" fill="hold">
                            <p:stCondLst>
                              <p:cond delay="0"/>
                            </p:stCondLst>
                            <p:childTnLst>
                              <p:par>
                                <p:cTn id="89" presetID="42" presetClass="entr" presetSubtype="0" fill="hold" nodeType="clickEffect">
                                  <p:stCondLst>
                                    <p:cond delay="0"/>
                                  </p:stCondLst>
                                  <p:childTnLst>
                                    <p:set>
                                      <p:cBhvr>
                                        <p:cTn id="90" dur="1" fill="hold">
                                          <p:stCondLst>
                                            <p:cond delay="0"/>
                                          </p:stCondLst>
                                        </p:cTn>
                                        <p:tgtEl>
                                          <p:spTgt spid="38"/>
                                        </p:tgtEl>
                                        <p:attrNameLst>
                                          <p:attrName>style.visibility</p:attrName>
                                        </p:attrNameLst>
                                      </p:cBhvr>
                                      <p:to>
                                        <p:strVal val="visible"/>
                                      </p:to>
                                    </p:set>
                                    <p:animEffect transition="in" filter="fade">
                                      <p:cBhvr>
                                        <p:cTn id="91" dur="1000"/>
                                        <p:tgtEl>
                                          <p:spTgt spid="38"/>
                                        </p:tgtEl>
                                      </p:cBhvr>
                                    </p:animEffect>
                                    <p:anim calcmode="lin" valueType="num">
                                      <p:cBhvr>
                                        <p:cTn id="92" dur="1000" fill="hold"/>
                                        <p:tgtEl>
                                          <p:spTgt spid="38"/>
                                        </p:tgtEl>
                                        <p:attrNameLst>
                                          <p:attrName>ppt_x</p:attrName>
                                        </p:attrNameLst>
                                      </p:cBhvr>
                                      <p:tavLst>
                                        <p:tav tm="0">
                                          <p:val>
                                            <p:strVal val="#ppt_x"/>
                                          </p:val>
                                        </p:tav>
                                        <p:tav tm="100000">
                                          <p:val>
                                            <p:strVal val="#ppt_x"/>
                                          </p:val>
                                        </p:tav>
                                      </p:tavLst>
                                    </p:anim>
                                    <p:anim calcmode="lin" valueType="num">
                                      <p:cBhvr>
                                        <p:cTn id="93" dur="1000" fill="hold"/>
                                        <p:tgtEl>
                                          <p:spTgt spid="38"/>
                                        </p:tgtEl>
                                        <p:attrNameLst>
                                          <p:attrName>ppt_y</p:attrName>
                                        </p:attrNameLst>
                                      </p:cBhvr>
                                      <p:tavLst>
                                        <p:tav tm="0">
                                          <p:val>
                                            <p:strVal val="#ppt_y+.1"/>
                                          </p:val>
                                        </p:tav>
                                        <p:tav tm="100000">
                                          <p:val>
                                            <p:strVal val="#ppt_y"/>
                                          </p:val>
                                        </p:tav>
                                      </p:tavLst>
                                    </p:anim>
                                  </p:childTnLst>
                                </p:cTn>
                              </p:par>
                            </p:childTnLst>
                          </p:cTn>
                        </p:par>
                      </p:childTnLst>
                    </p:cTn>
                  </p:par>
                  <p:par>
                    <p:cTn id="94" fill="hold">
                      <p:stCondLst>
                        <p:cond delay="indefinite"/>
                      </p:stCondLst>
                      <p:childTnLst>
                        <p:par>
                          <p:cTn id="95" fill="hold">
                            <p:stCondLst>
                              <p:cond delay="0"/>
                            </p:stCondLst>
                            <p:childTnLst>
                              <p:par>
                                <p:cTn id="96" presetID="42" presetClass="entr" presetSubtype="0" fill="hold" grpId="0" nodeType="clickEffect">
                                  <p:stCondLst>
                                    <p:cond delay="0"/>
                                  </p:stCondLst>
                                  <p:childTnLst>
                                    <p:set>
                                      <p:cBhvr>
                                        <p:cTn id="97" dur="1" fill="hold">
                                          <p:stCondLst>
                                            <p:cond delay="0"/>
                                          </p:stCondLst>
                                        </p:cTn>
                                        <p:tgtEl>
                                          <p:spTgt spid="39"/>
                                        </p:tgtEl>
                                        <p:attrNameLst>
                                          <p:attrName>style.visibility</p:attrName>
                                        </p:attrNameLst>
                                      </p:cBhvr>
                                      <p:to>
                                        <p:strVal val="visible"/>
                                      </p:to>
                                    </p:set>
                                    <p:animEffect transition="in" filter="fade">
                                      <p:cBhvr>
                                        <p:cTn id="98" dur="1000"/>
                                        <p:tgtEl>
                                          <p:spTgt spid="39"/>
                                        </p:tgtEl>
                                      </p:cBhvr>
                                    </p:animEffect>
                                    <p:anim calcmode="lin" valueType="num">
                                      <p:cBhvr>
                                        <p:cTn id="99" dur="1000" fill="hold"/>
                                        <p:tgtEl>
                                          <p:spTgt spid="39"/>
                                        </p:tgtEl>
                                        <p:attrNameLst>
                                          <p:attrName>ppt_x</p:attrName>
                                        </p:attrNameLst>
                                      </p:cBhvr>
                                      <p:tavLst>
                                        <p:tav tm="0">
                                          <p:val>
                                            <p:strVal val="#ppt_x"/>
                                          </p:val>
                                        </p:tav>
                                        <p:tav tm="100000">
                                          <p:val>
                                            <p:strVal val="#ppt_x"/>
                                          </p:val>
                                        </p:tav>
                                      </p:tavLst>
                                    </p:anim>
                                    <p:anim calcmode="lin" valueType="num">
                                      <p:cBhvr>
                                        <p:cTn id="100" dur="1000" fill="hold"/>
                                        <p:tgtEl>
                                          <p:spTgt spid="39"/>
                                        </p:tgtEl>
                                        <p:attrNameLst>
                                          <p:attrName>ppt_y</p:attrName>
                                        </p:attrNameLst>
                                      </p:cBhvr>
                                      <p:tavLst>
                                        <p:tav tm="0">
                                          <p:val>
                                            <p:strVal val="#ppt_y+.1"/>
                                          </p:val>
                                        </p:tav>
                                        <p:tav tm="100000">
                                          <p:val>
                                            <p:strVal val="#ppt_y"/>
                                          </p:val>
                                        </p:tav>
                                      </p:tavLst>
                                    </p:anim>
                                  </p:childTnLst>
                                </p:cTn>
                              </p:par>
                            </p:childTnLst>
                          </p:cTn>
                        </p:par>
                      </p:childTnLst>
                    </p:cTn>
                  </p:par>
                  <p:par>
                    <p:cTn id="101" fill="hold">
                      <p:stCondLst>
                        <p:cond delay="indefinite"/>
                      </p:stCondLst>
                      <p:childTnLst>
                        <p:par>
                          <p:cTn id="102" fill="hold">
                            <p:stCondLst>
                              <p:cond delay="0"/>
                            </p:stCondLst>
                            <p:childTnLst>
                              <p:par>
                                <p:cTn id="103" presetID="42" presetClass="entr" presetSubtype="0" fill="hold" nodeType="clickEffect">
                                  <p:stCondLst>
                                    <p:cond delay="0"/>
                                  </p:stCondLst>
                                  <p:childTnLst>
                                    <p:set>
                                      <p:cBhvr>
                                        <p:cTn id="104" dur="1" fill="hold">
                                          <p:stCondLst>
                                            <p:cond delay="0"/>
                                          </p:stCondLst>
                                        </p:cTn>
                                        <p:tgtEl>
                                          <p:spTgt spid="40"/>
                                        </p:tgtEl>
                                        <p:attrNameLst>
                                          <p:attrName>style.visibility</p:attrName>
                                        </p:attrNameLst>
                                      </p:cBhvr>
                                      <p:to>
                                        <p:strVal val="visible"/>
                                      </p:to>
                                    </p:set>
                                    <p:animEffect transition="in" filter="fade">
                                      <p:cBhvr>
                                        <p:cTn id="105" dur="1000"/>
                                        <p:tgtEl>
                                          <p:spTgt spid="40"/>
                                        </p:tgtEl>
                                      </p:cBhvr>
                                    </p:animEffect>
                                    <p:anim calcmode="lin" valueType="num">
                                      <p:cBhvr>
                                        <p:cTn id="106" dur="1000" fill="hold"/>
                                        <p:tgtEl>
                                          <p:spTgt spid="40"/>
                                        </p:tgtEl>
                                        <p:attrNameLst>
                                          <p:attrName>ppt_x</p:attrName>
                                        </p:attrNameLst>
                                      </p:cBhvr>
                                      <p:tavLst>
                                        <p:tav tm="0">
                                          <p:val>
                                            <p:strVal val="#ppt_x"/>
                                          </p:val>
                                        </p:tav>
                                        <p:tav tm="100000">
                                          <p:val>
                                            <p:strVal val="#ppt_x"/>
                                          </p:val>
                                        </p:tav>
                                      </p:tavLst>
                                    </p:anim>
                                    <p:anim calcmode="lin" valueType="num">
                                      <p:cBhvr>
                                        <p:cTn id="107" dur="1000" fill="hold"/>
                                        <p:tgtEl>
                                          <p:spTgt spid="40"/>
                                        </p:tgtEl>
                                        <p:attrNameLst>
                                          <p:attrName>ppt_y</p:attrName>
                                        </p:attrNameLst>
                                      </p:cBhvr>
                                      <p:tavLst>
                                        <p:tav tm="0">
                                          <p:val>
                                            <p:strVal val="#ppt_y+.1"/>
                                          </p:val>
                                        </p:tav>
                                        <p:tav tm="100000">
                                          <p:val>
                                            <p:strVal val="#ppt_y"/>
                                          </p:val>
                                        </p:tav>
                                      </p:tavLst>
                                    </p:anim>
                                  </p:childTnLst>
                                </p:cTn>
                              </p:par>
                            </p:childTnLst>
                          </p:cTn>
                        </p:par>
                      </p:childTnLst>
                    </p:cTn>
                  </p:par>
                  <p:par>
                    <p:cTn id="108" fill="hold">
                      <p:stCondLst>
                        <p:cond delay="indefinite"/>
                      </p:stCondLst>
                      <p:childTnLst>
                        <p:par>
                          <p:cTn id="109" fill="hold">
                            <p:stCondLst>
                              <p:cond delay="0"/>
                            </p:stCondLst>
                            <p:childTnLst>
                              <p:par>
                                <p:cTn id="110" presetID="42" presetClass="entr" presetSubtype="0" fill="hold" grpId="0" nodeType="clickEffect">
                                  <p:stCondLst>
                                    <p:cond delay="0"/>
                                  </p:stCondLst>
                                  <p:childTnLst>
                                    <p:set>
                                      <p:cBhvr>
                                        <p:cTn id="111" dur="1" fill="hold">
                                          <p:stCondLst>
                                            <p:cond delay="0"/>
                                          </p:stCondLst>
                                        </p:cTn>
                                        <p:tgtEl>
                                          <p:spTgt spid="41"/>
                                        </p:tgtEl>
                                        <p:attrNameLst>
                                          <p:attrName>style.visibility</p:attrName>
                                        </p:attrNameLst>
                                      </p:cBhvr>
                                      <p:to>
                                        <p:strVal val="visible"/>
                                      </p:to>
                                    </p:set>
                                    <p:animEffect transition="in" filter="fade">
                                      <p:cBhvr>
                                        <p:cTn id="112" dur="1000"/>
                                        <p:tgtEl>
                                          <p:spTgt spid="41"/>
                                        </p:tgtEl>
                                      </p:cBhvr>
                                    </p:animEffect>
                                    <p:anim calcmode="lin" valueType="num">
                                      <p:cBhvr>
                                        <p:cTn id="113" dur="1000" fill="hold"/>
                                        <p:tgtEl>
                                          <p:spTgt spid="41"/>
                                        </p:tgtEl>
                                        <p:attrNameLst>
                                          <p:attrName>ppt_x</p:attrName>
                                        </p:attrNameLst>
                                      </p:cBhvr>
                                      <p:tavLst>
                                        <p:tav tm="0">
                                          <p:val>
                                            <p:strVal val="#ppt_x"/>
                                          </p:val>
                                        </p:tav>
                                        <p:tav tm="100000">
                                          <p:val>
                                            <p:strVal val="#ppt_x"/>
                                          </p:val>
                                        </p:tav>
                                      </p:tavLst>
                                    </p:anim>
                                    <p:anim calcmode="lin" valueType="num">
                                      <p:cBhvr>
                                        <p:cTn id="114" dur="1000" fill="hold"/>
                                        <p:tgtEl>
                                          <p:spTgt spid="41"/>
                                        </p:tgtEl>
                                        <p:attrNameLst>
                                          <p:attrName>ppt_y</p:attrName>
                                        </p:attrNameLst>
                                      </p:cBhvr>
                                      <p:tavLst>
                                        <p:tav tm="0">
                                          <p:val>
                                            <p:strVal val="#ppt_y+.1"/>
                                          </p:val>
                                        </p:tav>
                                        <p:tav tm="100000">
                                          <p:val>
                                            <p:strVal val="#ppt_y"/>
                                          </p:val>
                                        </p:tav>
                                      </p:tavLst>
                                    </p:anim>
                                  </p:childTnLst>
                                </p:cTn>
                              </p:par>
                            </p:childTnLst>
                          </p:cTn>
                        </p:par>
                      </p:childTnLst>
                    </p:cTn>
                  </p:par>
                  <p:par>
                    <p:cTn id="115" fill="hold">
                      <p:stCondLst>
                        <p:cond delay="indefinite"/>
                      </p:stCondLst>
                      <p:childTnLst>
                        <p:par>
                          <p:cTn id="116" fill="hold">
                            <p:stCondLst>
                              <p:cond delay="0"/>
                            </p:stCondLst>
                            <p:childTnLst>
                              <p:par>
                                <p:cTn id="117" presetID="42" presetClass="entr" presetSubtype="0" fill="hold" nodeType="clickEffect">
                                  <p:stCondLst>
                                    <p:cond delay="0"/>
                                  </p:stCondLst>
                                  <p:childTnLst>
                                    <p:set>
                                      <p:cBhvr>
                                        <p:cTn id="118" dur="1" fill="hold">
                                          <p:stCondLst>
                                            <p:cond delay="0"/>
                                          </p:stCondLst>
                                        </p:cTn>
                                        <p:tgtEl>
                                          <p:spTgt spid="42"/>
                                        </p:tgtEl>
                                        <p:attrNameLst>
                                          <p:attrName>style.visibility</p:attrName>
                                        </p:attrNameLst>
                                      </p:cBhvr>
                                      <p:to>
                                        <p:strVal val="visible"/>
                                      </p:to>
                                    </p:set>
                                    <p:animEffect transition="in" filter="fade">
                                      <p:cBhvr>
                                        <p:cTn id="119" dur="1000"/>
                                        <p:tgtEl>
                                          <p:spTgt spid="42"/>
                                        </p:tgtEl>
                                      </p:cBhvr>
                                    </p:animEffect>
                                    <p:anim calcmode="lin" valueType="num">
                                      <p:cBhvr>
                                        <p:cTn id="120" dur="1000" fill="hold"/>
                                        <p:tgtEl>
                                          <p:spTgt spid="42"/>
                                        </p:tgtEl>
                                        <p:attrNameLst>
                                          <p:attrName>ppt_x</p:attrName>
                                        </p:attrNameLst>
                                      </p:cBhvr>
                                      <p:tavLst>
                                        <p:tav tm="0">
                                          <p:val>
                                            <p:strVal val="#ppt_x"/>
                                          </p:val>
                                        </p:tav>
                                        <p:tav tm="100000">
                                          <p:val>
                                            <p:strVal val="#ppt_x"/>
                                          </p:val>
                                        </p:tav>
                                      </p:tavLst>
                                    </p:anim>
                                    <p:anim calcmode="lin" valueType="num">
                                      <p:cBhvr>
                                        <p:cTn id="121" dur="1000" fill="hold"/>
                                        <p:tgtEl>
                                          <p:spTgt spid="42"/>
                                        </p:tgtEl>
                                        <p:attrNameLst>
                                          <p:attrName>ppt_y</p:attrName>
                                        </p:attrNameLst>
                                      </p:cBhvr>
                                      <p:tavLst>
                                        <p:tav tm="0">
                                          <p:val>
                                            <p:strVal val="#ppt_y+.1"/>
                                          </p:val>
                                        </p:tav>
                                        <p:tav tm="100000">
                                          <p:val>
                                            <p:strVal val="#ppt_y"/>
                                          </p:val>
                                        </p:tav>
                                      </p:tavLst>
                                    </p:anim>
                                  </p:childTnLst>
                                </p:cTn>
                              </p:par>
                            </p:childTnLst>
                          </p:cTn>
                        </p:par>
                      </p:childTnLst>
                    </p:cTn>
                  </p:par>
                  <p:par>
                    <p:cTn id="122" fill="hold">
                      <p:stCondLst>
                        <p:cond delay="indefinite"/>
                      </p:stCondLst>
                      <p:childTnLst>
                        <p:par>
                          <p:cTn id="123" fill="hold">
                            <p:stCondLst>
                              <p:cond delay="0"/>
                            </p:stCondLst>
                            <p:childTnLst>
                              <p:par>
                                <p:cTn id="124" presetID="42" presetClass="entr" presetSubtype="0" fill="hold" grpId="0" nodeType="clickEffect">
                                  <p:stCondLst>
                                    <p:cond delay="0"/>
                                  </p:stCondLst>
                                  <p:childTnLst>
                                    <p:set>
                                      <p:cBhvr>
                                        <p:cTn id="125" dur="1" fill="hold">
                                          <p:stCondLst>
                                            <p:cond delay="0"/>
                                          </p:stCondLst>
                                        </p:cTn>
                                        <p:tgtEl>
                                          <p:spTgt spid="44"/>
                                        </p:tgtEl>
                                        <p:attrNameLst>
                                          <p:attrName>style.visibility</p:attrName>
                                        </p:attrNameLst>
                                      </p:cBhvr>
                                      <p:to>
                                        <p:strVal val="visible"/>
                                      </p:to>
                                    </p:set>
                                    <p:animEffect transition="in" filter="fade">
                                      <p:cBhvr>
                                        <p:cTn id="126" dur="1000"/>
                                        <p:tgtEl>
                                          <p:spTgt spid="44"/>
                                        </p:tgtEl>
                                      </p:cBhvr>
                                    </p:animEffect>
                                    <p:anim calcmode="lin" valueType="num">
                                      <p:cBhvr>
                                        <p:cTn id="127" dur="1000" fill="hold"/>
                                        <p:tgtEl>
                                          <p:spTgt spid="44"/>
                                        </p:tgtEl>
                                        <p:attrNameLst>
                                          <p:attrName>ppt_x</p:attrName>
                                        </p:attrNameLst>
                                      </p:cBhvr>
                                      <p:tavLst>
                                        <p:tav tm="0">
                                          <p:val>
                                            <p:strVal val="#ppt_x"/>
                                          </p:val>
                                        </p:tav>
                                        <p:tav tm="100000">
                                          <p:val>
                                            <p:strVal val="#ppt_x"/>
                                          </p:val>
                                        </p:tav>
                                      </p:tavLst>
                                    </p:anim>
                                    <p:anim calcmode="lin" valueType="num">
                                      <p:cBhvr>
                                        <p:cTn id="128" dur="1000" fill="hold"/>
                                        <p:tgtEl>
                                          <p:spTgt spid="44"/>
                                        </p:tgtEl>
                                        <p:attrNameLst>
                                          <p:attrName>ppt_y</p:attrName>
                                        </p:attrNameLst>
                                      </p:cBhvr>
                                      <p:tavLst>
                                        <p:tav tm="0">
                                          <p:val>
                                            <p:strVal val="#ppt_y+.1"/>
                                          </p:val>
                                        </p:tav>
                                        <p:tav tm="100000">
                                          <p:val>
                                            <p:strVal val="#ppt_y"/>
                                          </p:val>
                                        </p:tav>
                                      </p:tavLst>
                                    </p:anim>
                                  </p:childTnLst>
                                </p:cTn>
                              </p:par>
                            </p:childTnLst>
                          </p:cTn>
                        </p:par>
                      </p:childTnLst>
                    </p:cTn>
                  </p:par>
                  <p:par>
                    <p:cTn id="129" fill="hold">
                      <p:stCondLst>
                        <p:cond delay="indefinite"/>
                      </p:stCondLst>
                      <p:childTnLst>
                        <p:par>
                          <p:cTn id="130" fill="hold">
                            <p:stCondLst>
                              <p:cond delay="0"/>
                            </p:stCondLst>
                            <p:childTnLst>
                              <p:par>
                                <p:cTn id="131" presetID="42" presetClass="entr" presetSubtype="0" fill="hold" nodeType="clickEffect">
                                  <p:stCondLst>
                                    <p:cond delay="0"/>
                                  </p:stCondLst>
                                  <p:childTnLst>
                                    <p:set>
                                      <p:cBhvr>
                                        <p:cTn id="132" dur="1" fill="hold">
                                          <p:stCondLst>
                                            <p:cond delay="0"/>
                                          </p:stCondLst>
                                        </p:cTn>
                                        <p:tgtEl>
                                          <p:spTgt spid="43"/>
                                        </p:tgtEl>
                                        <p:attrNameLst>
                                          <p:attrName>style.visibility</p:attrName>
                                        </p:attrNameLst>
                                      </p:cBhvr>
                                      <p:to>
                                        <p:strVal val="visible"/>
                                      </p:to>
                                    </p:set>
                                    <p:animEffect transition="in" filter="fade">
                                      <p:cBhvr>
                                        <p:cTn id="133" dur="1000"/>
                                        <p:tgtEl>
                                          <p:spTgt spid="43"/>
                                        </p:tgtEl>
                                      </p:cBhvr>
                                    </p:animEffect>
                                    <p:anim calcmode="lin" valueType="num">
                                      <p:cBhvr>
                                        <p:cTn id="134" dur="1000" fill="hold"/>
                                        <p:tgtEl>
                                          <p:spTgt spid="43"/>
                                        </p:tgtEl>
                                        <p:attrNameLst>
                                          <p:attrName>ppt_x</p:attrName>
                                        </p:attrNameLst>
                                      </p:cBhvr>
                                      <p:tavLst>
                                        <p:tav tm="0">
                                          <p:val>
                                            <p:strVal val="#ppt_x"/>
                                          </p:val>
                                        </p:tav>
                                        <p:tav tm="100000">
                                          <p:val>
                                            <p:strVal val="#ppt_x"/>
                                          </p:val>
                                        </p:tav>
                                      </p:tavLst>
                                    </p:anim>
                                    <p:anim calcmode="lin" valueType="num">
                                      <p:cBhvr>
                                        <p:cTn id="135" dur="1000" fill="hold"/>
                                        <p:tgtEl>
                                          <p:spTgt spid="43"/>
                                        </p:tgtEl>
                                        <p:attrNameLst>
                                          <p:attrName>ppt_y</p:attrName>
                                        </p:attrNameLst>
                                      </p:cBhvr>
                                      <p:tavLst>
                                        <p:tav tm="0">
                                          <p:val>
                                            <p:strVal val="#ppt_y+.1"/>
                                          </p:val>
                                        </p:tav>
                                        <p:tav tm="100000">
                                          <p:val>
                                            <p:strVal val="#ppt_y"/>
                                          </p:val>
                                        </p:tav>
                                      </p:tavLst>
                                    </p:anim>
                                  </p:childTnLst>
                                </p:cTn>
                              </p:par>
                            </p:childTnLst>
                          </p:cTn>
                        </p:par>
                      </p:childTnLst>
                    </p:cTn>
                  </p:par>
                  <p:par>
                    <p:cTn id="136" fill="hold">
                      <p:stCondLst>
                        <p:cond delay="indefinite"/>
                      </p:stCondLst>
                      <p:childTnLst>
                        <p:par>
                          <p:cTn id="137" fill="hold">
                            <p:stCondLst>
                              <p:cond delay="0"/>
                            </p:stCondLst>
                            <p:childTnLst>
                              <p:par>
                                <p:cTn id="138" presetID="42" presetClass="entr" presetSubtype="0" fill="hold" grpId="0" nodeType="clickEffect">
                                  <p:stCondLst>
                                    <p:cond delay="0"/>
                                  </p:stCondLst>
                                  <p:childTnLst>
                                    <p:set>
                                      <p:cBhvr>
                                        <p:cTn id="139" dur="1" fill="hold">
                                          <p:stCondLst>
                                            <p:cond delay="0"/>
                                          </p:stCondLst>
                                        </p:cTn>
                                        <p:tgtEl>
                                          <p:spTgt spid="46"/>
                                        </p:tgtEl>
                                        <p:attrNameLst>
                                          <p:attrName>style.visibility</p:attrName>
                                        </p:attrNameLst>
                                      </p:cBhvr>
                                      <p:to>
                                        <p:strVal val="visible"/>
                                      </p:to>
                                    </p:set>
                                    <p:animEffect transition="in" filter="fade">
                                      <p:cBhvr>
                                        <p:cTn id="140" dur="1000"/>
                                        <p:tgtEl>
                                          <p:spTgt spid="46"/>
                                        </p:tgtEl>
                                      </p:cBhvr>
                                    </p:animEffect>
                                    <p:anim calcmode="lin" valueType="num">
                                      <p:cBhvr>
                                        <p:cTn id="141" dur="1000" fill="hold"/>
                                        <p:tgtEl>
                                          <p:spTgt spid="46"/>
                                        </p:tgtEl>
                                        <p:attrNameLst>
                                          <p:attrName>ppt_x</p:attrName>
                                        </p:attrNameLst>
                                      </p:cBhvr>
                                      <p:tavLst>
                                        <p:tav tm="0">
                                          <p:val>
                                            <p:strVal val="#ppt_x"/>
                                          </p:val>
                                        </p:tav>
                                        <p:tav tm="100000">
                                          <p:val>
                                            <p:strVal val="#ppt_x"/>
                                          </p:val>
                                        </p:tav>
                                      </p:tavLst>
                                    </p:anim>
                                    <p:anim calcmode="lin" valueType="num">
                                      <p:cBhvr>
                                        <p:cTn id="142" dur="1000" fill="hold"/>
                                        <p:tgtEl>
                                          <p:spTgt spid="46"/>
                                        </p:tgtEl>
                                        <p:attrNameLst>
                                          <p:attrName>ppt_y</p:attrName>
                                        </p:attrNameLst>
                                      </p:cBhvr>
                                      <p:tavLst>
                                        <p:tav tm="0">
                                          <p:val>
                                            <p:strVal val="#ppt_y+.1"/>
                                          </p:val>
                                        </p:tav>
                                        <p:tav tm="100000">
                                          <p:val>
                                            <p:strVal val="#ppt_y"/>
                                          </p:val>
                                        </p:tav>
                                      </p:tavLst>
                                    </p:anim>
                                  </p:childTnLst>
                                </p:cTn>
                              </p:par>
                            </p:childTnLst>
                          </p:cTn>
                        </p:par>
                      </p:childTnLst>
                    </p:cTn>
                  </p:par>
                  <p:par>
                    <p:cTn id="143" fill="hold">
                      <p:stCondLst>
                        <p:cond delay="indefinite"/>
                      </p:stCondLst>
                      <p:childTnLst>
                        <p:par>
                          <p:cTn id="144" fill="hold">
                            <p:stCondLst>
                              <p:cond delay="0"/>
                            </p:stCondLst>
                            <p:childTnLst>
                              <p:par>
                                <p:cTn id="145" presetID="42" presetClass="entr" presetSubtype="0" fill="hold" nodeType="clickEffect">
                                  <p:stCondLst>
                                    <p:cond delay="0"/>
                                  </p:stCondLst>
                                  <p:childTnLst>
                                    <p:set>
                                      <p:cBhvr>
                                        <p:cTn id="146" dur="1" fill="hold">
                                          <p:stCondLst>
                                            <p:cond delay="0"/>
                                          </p:stCondLst>
                                        </p:cTn>
                                        <p:tgtEl>
                                          <p:spTgt spid="45"/>
                                        </p:tgtEl>
                                        <p:attrNameLst>
                                          <p:attrName>style.visibility</p:attrName>
                                        </p:attrNameLst>
                                      </p:cBhvr>
                                      <p:to>
                                        <p:strVal val="visible"/>
                                      </p:to>
                                    </p:set>
                                    <p:animEffect transition="in" filter="fade">
                                      <p:cBhvr>
                                        <p:cTn id="147" dur="1000"/>
                                        <p:tgtEl>
                                          <p:spTgt spid="45"/>
                                        </p:tgtEl>
                                      </p:cBhvr>
                                    </p:animEffect>
                                    <p:anim calcmode="lin" valueType="num">
                                      <p:cBhvr>
                                        <p:cTn id="148" dur="1000" fill="hold"/>
                                        <p:tgtEl>
                                          <p:spTgt spid="45"/>
                                        </p:tgtEl>
                                        <p:attrNameLst>
                                          <p:attrName>ppt_x</p:attrName>
                                        </p:attrNameLst>
                                      </p:cBhvr>
                                      <p:tavLst>
                                        <p:tav tm="0">
                                          <p:val>
                                            <p:strVal val="#ppt_x"/>
                                          </p:val>
                                        </p:tav>
                                        <p:tav tm="100000">
                                          <p:val>
                                            <p:strVal val="#ppt_x"/>
                                          </p:val>
                                        </p:tav>
                                      </p:tavLst>
                                    </p:anim>
                                    <p:anim calcmode="lin" valueType="num">
                                      <p:cBhvr>
                                        <p:cTn id="149" dur="1000" fill="hold"/>
                                        <p:tgtEl>
                                          <p:spTgt spid="45"/>
                                        </p:tgtEl>
                                        <p:attrNameLst>
                                          <p:attrName>ppt_y</p:attrName>
                                        </p:attrNameLst>
                                      </p:cBhvr>
                                      <p:tavLst>
                                        <p:tav tm="0">
                                          <p:val>
                                            <p:strVal val="#ppt_y+.1"/>
                                          </p:val>
                                        </p:tav>
                                        <p:tav tm="100000">
                                          <p:val>
                                            <p:strVal val="#ppt_y"/>
                                          </p:val>
                                        </p:tav>
                                      </p:tavLst>
                                    </p:anim>
                                  </p:childTnLst>
                                </p:cTn>
                              </p:par>
                            </p:childTnLst>
                          </p:cTn>
                        </p:par>
                      </p:childTnLst>
                    </p:cTn>
                  </p:par>
                  <p:par>
                    <p:cTn id="150" fill="hold">
                      <p:stCondLst>
                        <p:cond delay="indefinite"/>
                      </p:stCondLst>
                      <p:childTnLst>
                        <p:par>
                          <p:cTn id="151" fill="hold">
                            <p:stCondLst>
                              <p:cond delay="0"/>
                            </p:stCondLst>
                            <p:childTnLst>
                              <p:par>
                                <p:cTn id="152" presetID="42" presetClass="entr" presetSubtype="0" fill="hold" grpId="0" nodeType="clickEffect">
                                  <p:stCondLst>
                                    <p:cond delay="0"/>
                                  </p:stCondLst>
                                  <p:childTnLst>
                                    <p:set>
                                      <p:cBhvr>
                                        <p:cTn id="153" dur="1" fill="hold">
                                          <p:stCondLst>
                                            <p:cond delay="0"/>
                                          </p:stCondLst>
                                        </p:cTn>
                                        <p:tgtEl>
                                          <p:spTgt spid="47"/>
                                        </p:tgtEl>
                                        <p:attrNameLst>
                                          <p:attrName>style.visibility</p:attrName>
                                        </p:attrNameLst>
                                      </p:cBhvr>
                                      <p:to>
                                        <p:strVal val="visible"/>
                                      </p:to>
                                    </p:set>
                                    <p:animEffect transition="in" filter="fade">
                                      <p:cBhvr>
                                        <p:cTn id="154" dur="1000"/>
                                        <p:tgtEl>
                                          <p:spTgt spid="47"/>
                                        </p:tgtEl>
                                      </p:cBhvr>
                                    </p:animEffect>
                                    <p:anim calcmode="lin" valueType="num">
                                      <p:cBhvr>
                                        <p:cTn id="155" dur="1000" fill="hold"/>
                                        <p:tgtEl>
                                          <p:spTgt spid="47"/>
                                        </p:tgtEl>
                                        <p:attrNameLst>
                                          <p:attrName>ppt_x</p:attrName>
                                        </p:attrNameLst>
                                      </p:cBhvr>
                                      <p:tavLst>
                                        <p:tav tm="0">
                                          <p:val>
                                            <p:strVal val="#ppt_x"/>
                                          </p:val>
                                        </p:tav>
                                        <p:tav tm="100000">
                                          <p:val>
                                            <p:strVal val="#ppt_x"/>
                                          </p:val>
                                        </p:tav>
                                      </p:tavLst>
                                    </p:anim>
                                    <p:anim calcmode="lin" valueType="num">
                                      <p:cBhvr>
                                        <p:cTn id="156" dur="1000" fill="hold"/>
                                        <p:tgtEl>
                                          <p:spTgt spid="47"/>
                                        </p:tgtEl>
                                        <p:attrNameLst>
                                          <p:attrName>ppt_y</p:attrName>
                                        </p:attrNameLst>
                                      </p:cBhvr>
                                      <p:tavLst>
                                        <p:tav tm="0">
                                          <p:val>
                                            <p:strVal val="#ppt_y+.1"/>
                                          </p:val>
                                        </p:tav>
                                        <p:tav tm="100000">
                                          <p:val>
                                            <p:strVal val="#ppt_y"/>
                                          </p:val>
                                        </p:tav>
                                      </p:tavLst>
                                    </p:anim>
                                  </p:childTnLst>
                                </p:cTn>
                              </p:par>
                            </p:childTnLst>
                          </p:cTn>
                        </p:par>
                      </p:childTnLst>
                    </p:cTn>
                  </p:par>
                  <p:par>
                    <p:cTn id="157" fill="hold">
                      <p:stCondLst>
                        <p:cond delay="indefinite"/>
                      </p:stCondLst>
                      <p:childTnLst>
                        <p:par>
                          <p:cTn id="158" fill="hold">
                            <p:stCondLst>
                              <p:cond delay="0"/>
                            </p:stCondLst>
                            <p:childTnLst>
                              <p:par>
                                <p:cTn id="159" presetID="42" presetClass="entr" presetSubtype="0" fill="hold" nodeType="clickEffect">
                                  <p:stCondLst>
                                    <p:cond delay="0"/>
                                  </p:stCondLst>
                                  <p:childTnLst>
                                    <p:set>
                                      <p:cBhvr>
                                        <p:cTn id="160" dur="1" fill="hold">
                                          <p:stCondLst>
                                            <p:cond delay="0"/>
                                          </p:stCondLst>
                                        </p:cTn>
                                        <p:tgtEl>
                                          <p:spTgt spid="49"/>
                                        </p:tgtEl>
                                        <p:attrNameLst>
                                          <p:attrName>style.visibility</p:attrName>
                                        </p:attrNameLst>
                                      </p:cBhvr>
                                      <p:to>
                                        <p:strVal val="visible"/>
                                      </p:to>
                                    </p:set>
                                    <p:animEffect transition="in" filter="fade">
                                      <p:cBhvr>
                                        <p:cTn id="161" dur="1000"/>
                                        <p:tgtEl>
                                          <p:spTgt spid="49"/>
                                        </p:tgtEl>
                                      </p:cBhvr>
                                    </p:animEffect>
                                    <p:anim calcmode="lin" valueType="num">
                                      <p:cBhvr>
                                        <p:cTn id="162" dur="1000" fill="hold"/>
                                        <p:tgtEl>
                                          <p:spTgt spid="49"/>
                                        </p:tgtEl>
                                        <p:attrNameLst>
                                          <p:attrName>ppt_x</p:attrName>
                                        </p:attrNameLst>
                                      </p:cBhvr>
                                      <p:tavLst>
                                        <p:tav tm="0">
                                          <p:val>
                                            <p:strVal val="#ppt_x"/>
                                          </p:val>
                                        </p:tav>
                                        <p:tav tm="100000">
                                          <p:val>
                                            <p:strVal val="#ppt_x"/>
                                          </p:val>
                                        </p:tav>
                                      </p:tavLst>
                                    </p:anim>
                                    <p:anim calcmode="lin" valueType="num">
                                      <p:cBhvr>
                                        <p:cTn id="163" dur="1000" fill="hold"/>
                                        <p:tgtEl>
                                          <p:spTgt spid="49"/>
                                        </p:tgtEl>
                                        <p:attrNameLst>
                                          <p:attrName>ppt_y</p:attrName>
                                        </p:attrNameLst>
                                      </p:cBhvr>
                                      <p:tavLst>
                                        <p:tav tm="0">
                                          <p:val>
                                            <p:strVal val="#ppt_y+.1"/>
                                          </p:val>
                                        </p:tav>
                                        <p:tav tm="100000">
                                          <p:val>
                                            <p:strVal val="#ppt_y"/>
                                          </p:val>
                                        </p:tav>
                                      </p:tavLst>
                                    </p:anim>
                                  </p:childTnLst>
                                </p:cTn>
                              </p:par>
                            </p:childTnLst>
                          </p:cTn>
                        </p:par>
                      </p:childTnLst>
                    </p:cTn>
                  </p:par>
                  <p:par>
                    <p:cTn id="164" fill="hold">
                      <p:stCondLst>
                        <p:cond delay="indefinite"/>
                      </p:stCondLst>
                      <p:childTnLst>
                        <p:par>
                          <p:cTn id="165" fill="hold">
                            <p:stCondLst>
                              <p:cond delay="0"/>
                            </p:stCondLst>
                            <p:childTnLst>
                              <p:par>
                                <p:cTn id="166" presetID="42" presetClass="entr" presetSubtype="0" fill="hold" grpId="0" nodeType="clickEffect">
                                  <p:stCondLst>
                                    <p:cond delay="0"/>
                                  </p:stCondLst>
                                  <p:childTnLst>
                                    <p:set>
                                      <p:cBhvr>
                                        <p:cTn id="167" dur="1" fill="hold">
                                          <p:stCondLst>
                                            <p:cond delay="0"/>
                                          </p:stCondLst>
                                        </p:cTn>
                                        <p:tgtEl>
                                          <p:spTgt spid="50"/>
                                        </p:tgtEl>
                                        <p:attrNameLst>
                                          <p:attrName>style.visibility</p:attrName>
                                        </p:attrNameLst>
                                      </p:cBhvr>
                                      <p:to>
                                        <p:strVal val="visible"/>
                                      </p:to>
                                    </p:set>
                                    <p:animEffect transition="in" filter="fade">
                                      <p:cBhvr>
                                        <p:cTn id="168" dur="1000"/>
                                        <p:tgtEl>
                                          <p:spTgt spid="50"/>
                                        </p:tgtEl>
                                      </p:cBhvr>
                                    </p:animEffect>
                                    <p:anim calcmode="lin" valueType="num">
                                      <p:cBhvr>
                                        <p:cTn id="169" dur="1000" fill="hold"/>
                                        <p:tgtEl>
                                          <p:spTgt spid="50"/>
                                        </p:tgtEl>
                                        <p:attrNameLst>
                                          <p:attrName>ppt_x</p:attrName>
                                        </p:attrNameLst>
                                      </p:cBhvr>
                                      <p:tavLst>
                                        <p:tav tm="0">
                                          <p:val>
                                            <p:strVal val="#ppt_x"/>
                                          </p:val>
                                        </p:tav>
                                        <p:tav tm="100000">
                                          <p:val>
                                            <p:strVal val="#ppt_x"/>
                                          </p:val>
                                        </p:tav>
                                      </p:tavLst>
                                    </p:anim>
                                    <p:anim calcmode="lin" valueType="num">
                                      <p:cBhvr>
                                        <p:cTn id="170" dur="1000" fill="hold"/>
                                        <p:tgtEl>
                                          <p:spTgt spid="50"/>
                                        </p:tgtEl>
                                        <p:attrNameLst>
                                          <p:attrName>ppt_y</p:attrName>
                                        </p:attrNameLst>
                                      </p:cBhvr>
                                      <p:tavLst>
                                        <p:tav tm="0">
                                          <p:val>
                                            <p:strVal val="#ppt_y+.1"/>
                                          </p:val>
                                        </p:tav>
                                        <p:tav tm="100000">
                                          <p:val>
                                            <p:strVal val="#ppt_y"/>
                                          </p:val>
                                        </p:tav>
                                      </p:tavLst>
                                    </p:anim>
                                  </p:childTnLst>
                                </p:cTn>
                              </p:par>
                            </p:childTnLst>
                          </p:cTn>
                        </p:par>
                      </p:childTnLst>
                    </p:cTn>
                  </p:par>
                  <p:par>
                    <p:cTn id="171" fill="hold">
                      <p:stCondLst>
                        <p:cond delay="indefinite"/>
                      </p:stCondLst>
                      <p:childTnLst>
                        <p:par>
                          <p:cTn id="172" fill="hold">
                            <p:stCondLst>
                              <p:cond delay="0"/>
                            </p:stCondLst>
                            <p:childTnLst>
                              <p:par>
                                <p:cTn id="173" presetID="42" presetClass="entr" presetSubtype="0" fill="hold" nodeType="clickEffect">
                                  <p:stCondLst>
                                    <p:cond delay="0"/>
                                  </p:stCondLst>
                                  <p:childTnLst>
                                    <p:set>
                                      <p:cBhvr>
                                        <p:cTn id="174" dur="1" fill="hold">
                                          <p:stCondLst>
                                            <p:cond delay="0"/>
                                          </p:stCondLst>
                                        </p:cTn>
                                        <p:tgtEl>
                                          <p:spTgt spid="51"/>
                                        </p:tgtEl>
                                        <p:attrNameLst>
                                          <p:attrName>style.visibility</p:attrName>
                                        </p:attrNameLst>
                                      </p:cBhvr>
                                      <p:to>
                                        <p:strVal val="visible"/>
                                      </p:to>
                                    </p:set>
                                    <p:animEffect transition="in" filter="fade">
                                      <p:cBhvr>
                                        <p:cTn id="175" dur="1000"/>
                                        <p:tgtEl>
                                          <p:spTgt spid="51"/>
                                        </p:tgtEl>
                                      </p:cBhvr>
                                    </p:animEffect>
                                    <p:anim calcmode="lin" valueType="num">
                                      <p:cBhvr>
                                        <p:cTn id="176" dur="1000" fill="hold"/>
                                        <p:tgtEl>
                                          <p:spTgt spid="51"/>
                                        </p:tgtEl>
                                        <p:attrNameLst>
                                          <p:attrName>ppt_x</p:attrName>
                                        </p:attrNameLst>
                                      </p:cBhvr>
                                      <p:tavLst>
                                        <p:tav tm="0">
                                          <p:val>
                                            <p:strVal val="#ppt_x"/>
                                          </p:val>
                                        </p:tav>
                                        <p:tav tm="100000">
                                          <p:val>
                                            <p:strVal val="#ppt_x"/>
                                          </p:val>
                                        </p:tav>
                                      </p:tavLst>
                                    </p:anim>
                                    <p:anim calcmode="lin" valueType="num">
                                      <p:cBhvr>
                                        <p:cTn id="177" dur="1000" fill="hold"/>
                                        <p:tgtEl>
                                          <p:spTgt spid="51"/>
                                        </p:tgtEl>
                                        <p:attrNameLst>
                                          <p:attrName>ppt_y</p:attrName>
                                        </p:attrNameLst>
                                      </p:cBhvr>
                                      <p:tavLst>
                                        <p:tav tm="0">
                                          <p:val>
                                            <p:strVal val="#ppt_y+.1"/>
                                          </p:val>
                                        </p:tav>
                                        <p:tav tm="100000">
                                          <p:val>
                                            <p:strVal val="#ppt_y"/>
                                          </p:val>
                                        </p:tav>
                                      </p:tavLst>
                                    </p:anim>
                                  </p:childTnLst>
                                </p:cTn>
                              </p:par>
                            </p:childTnLst>
                          </p:cTn>
                        </p:par>
                      </p:childTnLst>
                    </p:cTn>
                  </p:par>
                  <p:par>
                    <p:cTn id="178" fill="hold">
                      <p:stCondLst>
                        <p:cond delay="indefinite"/>
                      </p:stCondLst>
                      <p:childTnLst>
                        <p:par>
                          <p:cTn id="179" fill="hold">
                            <p:stCondLst>
                              <p:cond delay="0"/>
                            </p:stCondLst>
                            <p:childTnLst>
                              <p:par>
                                <p:cTn id="180" presetID="42" presetClass="entr" presetSubtype="0" fill="hold" nodeType="clickEffect">
                                  <p:stCondLst>
                                    <p:cond delay="0"/>
                                  </p:stCondLst>
                                  <p:childTnLst>
                                    <p:set>
                                      <p:cBhvr>
                                        <p:cTn id="181" dur="1" fill="hold">
                                          <p:stCondLst>
                                            <p:cond delay="0"/>
                                          </p:stCondLst>
                                        </p:cTn>
                                        <p:tgtEl>
                                          <p:spTgt spid="52"/>
                                        </p:tgtEl>
                                        <p:attrNameLst>
                                          <p:attrName>style.visibility</p:attrName>
                                        </p:attrNameLst>
                                      </p:cBhvr>
                                      <p:to>
                                        <p:strVal val="visible"/>
                                      </p:to>
                                    </p:set>
                                    <p:animEffect transition="in" filter="fade">
                                      <p:cBhvr>
                                        <p:cTn id="182" dur="1000"/>
                                        <p:tgtEl>
                                          <p:spTgt spid="52"/>
                                        </p:tgtEl>
                                      </p:cBhvr>
                                    </p:animEffect>
                                    <p:anim calcmode="lin" valueType="num">
                                      <p:cBhvr>
                                        <p:cTn id="183" dur="1000" fill="hold"/>
                                        <p:tgtEl>
                                          <p:spTgt spid="52"/>
                                        </p:tgtEl>
                                        <p:attrNameLst>
                                          <p:attrName>ppt_x</p:attrName>
                                        </p:attrNameLst>
                                      </p:cBhvr>
                                      <p:tavLst>
                                        <p:tav tm="0">
                                          <p:val>
                                            <p:strVal val="#ppt_x"/>
                                          </p:val>
                                        </p:tav>
                                        <p:tav tm="100000">
                                          <p:val>
                                            <p:strVal val="#ppt_x"/>
                                          </p:val>
                                        </p:tav>
                                      </p:tavLst>
                                    </p:anim>
                                    <p:anim calcmode="lin" valueType="num">
                                      <p:cBhvr>
                                        <p:cTn id="184" dur="1000" fill="hold"/>
                                        <p:tgtEl>
                                          <p:spTgt spid="52"/>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 grpId="0" animBg="1"/>
      <p:bldP spid="25" grpId="0"/>
      <p:bldP spid="26" grpId="0"/>
      <p:bldP spid="28" grpId="0"/>
      <p:bldP spid="30" grpId="0"/>
      <p:bldP spid="32" grpId="0"/>
      <p:bldP spid="33" grpId="0"/>
      <p:bldP spid="35" grpId="0"/>
      <p:bldP spid="37" grpId="0"/>
      <p:bldP spid="39" grpId="0"/>
      <p:bldP spid="41" grpId="0"/>
      <p:bldP spid="44" grpId="0"/>
      <p:bldP spid="46" grpId="0"/>
      <p:bldP spid="47" grpId="0"/>
      <p:bldP spid="50"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7D452CE5-5F87-9A0B-AA33-49D2018535C5}"/>
              </a:ext>
            </a:extLst>
          </p:cNvPr>
          <p:cNvSpPr txBox="1"/>
          <p:nvPr/>
        </p:nvSpPr>
        <p:spPr>
          <a:xfrm>
            <a:off x="170688" y="121920"/>
            <a:ext cx="2865120" cy="369332"/>
          </a:xfrm>
          <a:prstGeom prst="rect">
            <a:avLst/>
          </a:prstGeom>
          <a:noFill/>
        </p:spPr>
        <p:txBody>
          <a:bodyPr wrap="square" rtlCol="0">
            <a:spAutoFit/>
          </a:bodyPr>
          <a:lstStyle/>
          <a:p>
            <a:r>
              <a:rPr lang="en-US" b="1" i="1">
                <a:solidFill>
                  <a:srgbClr val="FF0000"/>
                </a:solidFill>
              </a:rPr>
              <a:t>Bài tập 5.1. (Bài 1c trang 3).</a:t>
            </a:r>
          </a:p>
        </p:txBody>
      </p:sp>
      <p:sp>
        <p:nvSpPr>
          <p:cNvPr id="3" name="TextBox 2">
            <a:extLst>
              <a:ext uri="{FF2B5EF4-FFF2-40B4-BE49-F238E27FC236}">
                <a16:creationId xmlns:a16="http://schemas.microsoft.com/office/drawing/2014/main" id="{19842611-6528-4904-242D-DF7E3667C3DA}"/>
              </a:ext>
            </a:extLst>
          </p:cNvPr>
          <p:cNvSpPr txBox="1"/>
          <p:nvPr/>
        </p:nvSpPr>
        <p:spPr>
          <a:xfrm>
            <a:off x="304800" y="491252"/>
            <a:ext cx="11801856" cy="2585323"/>
          </a:xfrm>
          <a:prstGeom prst="rect">
            <a:avLst/>
          </a:prstGeom>
          <a:noFill/>
        </p:spPr>
        <p:txBody>
          <a:bodyPr wrap="square" rtlCol="0">
            <a:spAutoFit/>
          </a:bodyPr>
          <a:lstStyle/>
          <a:p>
            <a:r>
              <a:rPr lang="en-US"/>
              <a:t>Hai khe Young cách nhau một khoảng </a:t>
            </a:r>
            <a:r>
              <a:rPr lang="en-US" i="1"/>
              <a:t>a = l = 1 mm </a:t>
            </a:r>
            <a:r>
              <a:rPr lang="en-US"/>
              <a:t>được chiếu bằng ánh sáng đơn sắc có bước sóng chưa biết. Màn quan sát được đặt cách mặt phẳng chứa hai khe một đoạn D = 2m. Khoảng cách từ vân sáng thứ nhất đến vân sáng thứ bảy là 7,2 mm. Tìm:</a:t>
            </a:r>
          </a:p>
          <a:p>
            <a:r>
              <a:rPr lang="en-US"/>
              <a:t>a) Bước sóng của ánh sáng chiếu tới.</a:t>
            </a:r>
          </a:p>
          <a:p>
            <a:r>
              <a:rPr lang="en-US"/>
              <a:t>b) Vị trí của vân tối thứ ba và vân sáng thứ tư. </a:t>
            </a:r>
          </a:p>
          <a:p>
            <a:r>
              <a:rPr lang="en-US"/>
              <a:t>c) Độ dịch chuyển của hệ vân giao thoa trên màn quan sát, nếu đặt trước một trong hai khe một bản mỏng song song trong suốt chiết suất n = 1,5 và bề dày e = 0,02 mm.</a:t>
            </a:r>
          </a:p>
          <a:p>
            <a:r>
              <a:rPr lang="en-US"/>
              <a:t>d) Nếu đổ vào khoảng giữa màn quan sát và mặt phẳng chứa hai khe một chất lỏng thì khoảng cách giữa hai vân sáng liên tiếp là i’ = 0,9 mm. Tìm chiết suất n’ của chất lỏng.</a:t>
            </a:r>
          </a:p>
        </p:txBody>
      </p:sp>
      <p:sp>
        <p:nvSpPr>
          <p:cNvPr id="4" name="TextBox 3">
            <a:extLst>
              <a:ext uri="{FF2B5EF4-FFF2-40B4-BE49-F238E27FC236}">
                <a16:creationId xmlns:a16="http://schemas.microsoft.com/office/drawing/2014/main" id="{392B45DE-0ED7-FA26-1EC9-48756716A6A2}"/>
              </a:ext>
            </a:extLst>
          </p:cNvPr>
          <p:cNvSpPr txBox="1"/>
          <p:nvPr/>
        </p:nvSpPr>
        <p:spPr>
          <a:xfrm>
            <a:off x="4980432" y="3076575"/>
            <a:ext cx="2865120" cy="369332"/>
          </a:xfrm>
          <a:prstGeom prst="rect">
            <a:avLst/>
          </a:prstGeom>
          <a:noFill/>
        </p:spPr>
        <p:txBody>
          <a:bodyPr wrap="square" rtlCol="0">
            <a:spAutoFit/>
          </a:bodyPr>
          <a:lstStyle/>
          <a:p>
            <a:r>
              <a:rPr lang="en-US" b="1">
                <a:solidFill>
                  <a:srgbClr val="FF0000"/>
                </a:solidFill>
              </a:rPr>
              <a:t>LỜI GIẢI</a:t>
            </a:r>
          </a:p>
        </p:txBody>
      </p:sp>
      <p:sp>
        <p:nvSpPr>
          <p:cNvPr id="6" name="TextBox 5">
            <a:extLst>
              <a:ext uri="{FF2B5EF4-FFF2-40B4-BE49-F238E27FC236}">
                <a16:creationId xmlns:a16="http://schemas.microsoft.com/office/drawing/2014/main" id="{3A6D1FE3-51EA-5374-E5FF-3D134034B9DA}"/>
              </a:ext>
            </a:extLst>
          </p:cNvPr>
          <p:cNvSpPr txBox="1"/>
          <p:nvPr/>
        </p:nvSpPr>
        <p:spPr>
          <a:xfrm>
            <a:off x="304800" y="3447813"/>
            <a:ext cx="8534400" cy="369332"/>
          </a:xfrm>
          <a:prstGeom prst="rect">
            <a:avLst/>
          </a:prstGeom>
          <a:noFill/>
        </p:spPr>
        <p:txBody>
          <a:bodyPr wrap="square">
            <a:spAutoFit/>
          </a:bodyPr>
          <a:lstStyle/>
          <a:p>
            <a:r>
              <a:rPr lang="en-US"/>
              <a:t>a) Khoảng cách từ vân sáng thứ nhất đến vân sáng thứ bảy bằng 6 lần khoảng vân. Vậy:</a:t>
            </a:r>
          </a:p>
        </p:txBody>
      </p:sp>
      <p:graphicFrame>
        <p:nvGraphicFramePr>
          <p:cNvPr id="7" name="Object 6">
            <a:extLst>
              <a:ext uri="{FF2B5EF4-FFF2-40B4-BE49-F238E27FC236}">
                <a16:creationId xmlns:a16="http://schemas.microsoft.com/office/drawing/2014/main" id="{15371BC8-9EB1-DAE3-0C8C-795A5849F1A6}"/>
              </a:ext>
            </a:extLst>
          </p:cNvPr>
          <p:cNvGraphicFramePr>
            <a:graphicFrameLocks noChangeAspect="1"/>
          </p:cNvGraphicFramePr>
          <p:nvPr>
            <p:extLst>
              <p:ext uri="{D42A27DB-BD31-4B8C-83A1-F6EECF244321}">
                <p14:modId xmlns:p14="http://schemas.microsoft.com/office/powerpoint/2010/main" val="801280907"/>
              </p:ext>
            </p:extLst>
          </p:nvPr>
        </p:nvGraphicFramePr>
        <p:xfrm>
          <a:off x="8556625" y="3481388"/>
          <a:ext cx="1320800" cy="336550"/>
        </p:xfrm>
        <a:graphic>
          <a:graphicData uri="http://schemas.openxmlformats.org/presentationml/2006/ole">
            <mc:AlternateContent xmlns:mc="http://schemas.openxmlformats.org/markup-compatibility/2006">
              <mc:Choice xmlns:v="urn:schemas-microsoft-com:vml" Requires="v">
                <p:oleObj name="Equation" r:id="rId3" imgW="799920" imgH="203040" progId="Equation.DSMT4">
                  <p:embed/>
                </p:oleObj>
              </mc:Choice>
              <mc:Fallback>
                <p:oleObj name="Equation" r:id="rId3" imgW="799920" imgH="203040" progId="Equation.DSMT4">
                  <p:embed/>
                  <p:pic>
                    <p:nvPicPr>
                      <p:cNvPr id="7" name="Object 6">
                        <a:extLst>
                          <a:ext uri="{FF2B5EF4-FFF2-40B4-BE49-F238E27FC236}">
                            <a16:creationId xmlns:a16="http://schemas.microsoft.com/office/drawing/2014/main" id="{15371BC8-9EB1-DAE3-0C8C-795A5849F1A6}"/>
                          </a:ext>
                        </a:extLst>
                      </p:cNvPr>
                      <p:cNvPicPr/>
                      <p:nvPr/>
                    </p:nvPicPr>
                    <p:blipFill>
                      <a:blip r:embed="rId4"/>
                      <a:stretch>
                        <a:fillRect/>
                      </a:stretch>
                    </p:blipFill>
                    <p:spPr>
                      <a:xfrm>
                        <a:off x="8556625" y="3481388"/>
                        <a:ext cx="1320800" cy="336550"/>
                      </a:xfrm>
                      <a:prstGeom prst="rect">
                        <a:avLst/>
                      </a:prstGeom>
                    </p:spPr>
                  </p:pic>
                </p:oleObj>
              </mc:Fallback>
            </mc:AlternateContent>
          </a:graphicData>
        </a:graphic>
      </p:graphicFrame>
      <p:graphicFrame>
        <p:nvGraphicFramePr>
          <p:cNvPr id="8" name="Object 7">
            <a:extLst>
              <a:ext uri="{FF2B5EF4-FFF2-40B4-BE49-F238E27FC236}">
                <a16:creationId xmlns:a16="http://schemas.microsoft.com/office/drawing/2014/main" id="{C963FE01-0157-01AD-BBE7-3B3C8E63B670}"/>
              </a:ext>
            </a:extLst>
          </p:cNvPr>
          <p:cNvGraphicFramePr>
            <a:graphicFrameLocks noChangeAspect="1"/>
          </p:cNvGraphicFramePr>
          <p:nvPr>
            <p:extLst>
              <p:ext uri="{D42A27DB-BD31-4B8C-83A1-F6EECF244321}">
                <p14:modId xmlns:p14="http://schemas.microsoft.com/office/powerpoint/2010/main" val="960938478"/>
              </p:ext>
            </p:extLst>
          </p:nvPr>
        </p:nvGraphicFramePr>
        <p:xfrm>
          <a:off x="10048875" y="3481388"/>
          <a:ext cx="1593850" cy="369887"/>
        </p:xfrm>
        <a:graphic>
          <a:graphicData uri="http://schemas.openxmlformats.org/presentationml/2006/ole">
            <mc:AlternateContent xmlns:mc="http://schemas.openxmlformats.org/markup-compatibility/2006">
              <mc:Choice xmlns:v="urn:schemas-microsoft-com:vml" Requires="v">
                <p:oleObj name="Equation" r:id="rId5" imgW="876240" imgH="203040" progId="Equation.DSMT4">
                  <p:embed/>
                </p:oleObj>
              </mc:Choice>
              <mc:Fallback>
                <p:oleObj name="Equation" r:id="rId5" imgW="876240" imgH="203040" progId="Equation.DSMT4">
                  <p:embed/>
                  <p:pic>
                    <p:nvPicPr>
                      <p:cNvPr id="8" name="Object 7">
                        <a:extLst>
                          <a:ext uri="{FF2B5EF4-FFF2-40B4-BE49-F238E27FC236}">
                            <a16:creationId xmlns:a16="http://schemas.microsoft.com/office/drawing/2014/main" id="{C963FE01-0157-01AD-BBE7-3B3C8E63B670}"/>
                          </a:ext>
                        </a:extLst>
                      </p:cNvPr>
                      <p:cNvPicPr/>
                      <p:nvPr/>
                    </p:nvPicPr>
                    <p:blipFill>
                      <a:blip r:embed="rId6"/>
                      <a:stretch>
                        <a:fillRect/>
                      </a:stretch>
                    </p:blipFill>
                    <p:spPr>
                      <a:xfrm>
                        <a:off x="10048875" y="3481388"/>
                        <a:ext cx="1593850" cy="369887"/>
                      </a:xfrm>
                      <a:prstGeom prst="rect">
                        <a:avLst/>
                      </a:prstGeom>
                    </p:spPr>
                  </p:pic>
                </p:oleObj>
              </mc:Fallback>
            </mc:AlternateContent>
          </a:graphicData>
        </a:graphic>
      </p:graphicFrame>
      <p:sp>
        <p:nvSpPr>
          <p:cNvPr id="10" name="TextBox 9">
            <a:extLst>
              <a:ext uri="{FF2B5EF4-FFF2-40B4-BE49-F238E27FC236}">
                <a16:creationId xmlns:a16="http://schemas.microsoft.com/office/drawing/2014/main" id="{3ED66935-E0D4-5D8C-2A84-FA323AF19A0F}"/>
              </a:ext>
            </a:extLst>
          </p:cNvPr>
          <p:cNvSpPr txBox="1"/>
          <p:nvPr/>
        </p:nvSpPr>
        <p:spPr>
          <a:xfrm>
            <a:off x="304800" y="3997631"/>
            <a:ext cx="3681984" cy="369332"/>
          </a:xfrm>
          <a:prstGeom prst="rect">
            <a:avLst/>
          </a:prstGeom>
          <a:noFill/>
        </p:spPr>
        <p:txBody>
          <a:bodyPr wrap="square">
            <a:spAutoFit/>
          </a:bodyPr>
          <a:lstStyle/>
          <a:p>
            <a:r>
              <a:rPr lang="en-US"/>
              <a:t>Bước sóng của ánh sáng chiếu tới là:</a:t>
            </a:r>
          </a:p>
        </p:txBody>
      </p:sp>
      <p:graphicFrame>
        <p:nvGraphicFramePr>
          <p:cNvPr id="11" name="Object 10">
            <a:extLst>
              <a:ext uri="{FF2B5EF4-FFF2-40B4-BE49-F238E27FC236}">
                <a16:creationId xmlns:a16="http://schemas.microsoft.com/office/drawing/2014/main" id="{1F5D2573-490C-9D0D-1FE3-036A310A19FA}"/>
              </a:ext>
            </a:extLst>
          </p:cNvPr>
          <p:cNvGraphicFramePr>
            <a:graphicFrameLocks noChangeAspect="1"/>
          </p:cNvGraphicFramePr>
          <p:nvPr>
            <p:extLst>
              <p:ext uri="{D42A27DB-BD31-4B8C-83A1-F6EECF244321}">
                <p14:modId xmlns:p14="http://schemas.microsoft.com/office/powerpoint/2010/main" val="3263992293"/>
              </p:ext>
            </p:extLst>
          </p:nvPr>
        </p:nvGraphicFramePr>
        <p:xfrm>
          <a:off x="3889248" y="3895049"/>
          <a:ext cx="682752" cy="604028"/>
        </p:xfrm>
        <a:graphic>
          <a:graphicData uri="http://schemas.openxmlformats.org/presentationml/2006/ole">
            <mc:AlternateContent xmlns:mc="http://schemas.openxmlformats.org/markup-compatibility/2006">
              <mc:Choice xmlns:v="urn:schemas-microsoft-com:vml" Requires="v">
                <p:oleObj name="Equation" r:id="rId7" imgW="444240" imgH="393480" progId="Equation.DSMT4">
                  <p:embed/>
                </p:oleObj>
              </mc:Choice>
              <mc:Fallback>
                <p:oleObj name="Equation" r:id="rId7" imgW="444240" imgH="393480" progId="Equation.DSMT4">
                  <p:embed/>
                  <p:pic>
                    <p:nvPicPr>
                      <p:cNvPr id="11" name="Object 10">
                        <a:extLst>
                          <a:ext uri="{FF2B5EF4-FFF2-40B4-BE49-F238E27FC236}">
                            <a16:creationId xmlns:a16="http://schemas.microsoft.com/office/drawing/2014/main" id="{1F5D2573-490C-9D0D-1FE3-036A310A19FA}"/>
                          </a:ext>
                        </a:extLst>
                      </p:cNvPr>
                      <p:cNvPicPr/>
                      <p:nvPr/>
                    </p:nvPicPr>
                    <p:blipFill>
                      <a:blip r:embed="rId8"/>
                      <a:stretch>
                        <a:fillRect/>
                      </a:stretch>
                    </p:blipFill>
                    <p:spPr>
                      <a:xfrm>
                        <a:off x="3889248" y="3895049"/>
                        <a:ext cx="682752" cy="604028"/>
                      </a:xfrm>
                      <a:prstGeom prst="rect">
                        <a:avLst/>
                      </a:prstGeom>
                      <a:ln w="28575">
                        <a:noFill/>
                      </a:ln>
                    </p:spPr>
                  </p:pic>
                </p:oleObj>
              </mc:Fallback>
            </mc:AlternateContent>
          </a:graphicData>
        </a:graphic>
      </p:graphicFrame>
      <p:graphicFrame>
        <p:nvGraphicFramePr>
          <p:cNvPr id="12" name="Object 11">
            <a:extLst>
              <a:ext uri="{FF2B5EF4-FFF2-40B4-BE49-F238E27FC236}">
                <a16:creationId xmlns:a16="http://schemas.microsoft.com/office/drawing/2014/main" id="{20A1CA27-CC6E-0453-7EF9-534D576AA464}"/>
              </a:ext>
            </a:extLst>
          </p:cNvPr>
          <p:cNvGraphicFramePr>
            <a:graphicFrameLocks noChangeAspect="1"/>
          </p:cNvGraphicFramePr>
          <p:nvPr>
            <p:extLst>
              <p:ext uri="{D42A27DB-BD31-4B8C-83A1-F6EECF244321}">
                <p14:modId xmlns:p14="http://schemas.microsoft.com/office/powerpoint/2010/main" val="1775636324"/>
              </p:ext>
            </p:extLst>
          </p:nvPr>
        </p:nvGraphicFramePr>
        <p:xfrm>
          <a:off x="4572000" y="3874191"/>
          <a:ext cx="3729275" cy="665221"/>
        </p:xfrm>
        <a:graphic>
          <a:graphicData uri="http://schemas.openxmlformats.org/presentationml/2006/ole">
            <mc:AlternateContent xmlns:mc="http://schemas.openxmlformats.org/markup-compatibility/2006">
              <mc:Choice xmlns:v="urn:schemas-microsoft-com:vml" Requires="v">
                <p:oleObj name="Equation" r:id="rId9" imgW="2349360" imgH="419040" progId="Equation.DSMT4">
                  <p:embed/>
                </p:oleObj>
              </mc:Choice>
              <mc:Fallback>
                <p:oleObj name="Equation" r:id="rId9" imgW="2349360" imgH="419040" progId="Equation.DSMT4">
                  <p:embed/>
                  <p:pic>
                    <p:nvPicPr>
                      <p:cNvPr id="12" name="Object 11">
                        <a:extLst>
                          <a:ext uri="{FF2B5EF4-FFF2-40B4-BE49-F238E27FC236}">
                            <a16:creationId xmlns:a16="http://schemas.microsoft.com/office/drawing/2014/main" id="{20A1CA27-CC6E-0453-7EF9-534D576AA464}"/>
                          </a:ext>
                        </a:extLst>
                      </p:cNvPr>
                      <p:cNvPicPr/>
                      <p:nvPr/>
                    </p:nvPicPr>
                    <p:blipFill>
                      <a:blip r:embed="rId10"/>
                      <a:stretch>
                        <a:fillRect/>
                      </a:stretch>
                    </p:blipFill>
                    <p:spPr>
                      <a:xfrm>
                        <a:off x="4572000" y="3874191"/>
                        <a:ext cx="3729275" cy="665221"/>
                      </a:xfrm>
                      <a:prstGeom prst="rect">
                        <a:avLst/>
                      </a:prstGeom>
                    </p:spPr>
                  </p:pic>
                </p:oleObj>
              </mc:Fallback>
            </mc:AlternateContent>
          </a:graphicData>
        </a:graphic>
      </p:graphicFrame>
      <p:sp>
        <p:nvSpPr>
          <p:cNvPr id="14" name="TextBox 13">
            <a:extLst>
              <a:ext uri="{FF2B5EF4-FFF2-40B4-BE49-F238E27FC236}">
                <a16:creationId xmlns:a16="http://schemas.microsoft.com/office/drawing/2014/main" id="{D69E3743-57B0-DA2C-5AB2-F4C614F70D59}"/>
              </a:ext>
            </a:extLst>
          </p:cNvPr>
          <p:cNvSpPr txBox="1"/>
          <p:nvPr/>
        </p:nvSpPr>
        <p:spPr>
          <a:xfrm>
            <a:off x="316992" y="4456689"/>
            <a:ext cx="6096000" cy="369332"/>
          </a:xfrm>
          <a:prstGeom prst="rect">
            <a:avLst/>
          </a:prstGeom>
          <a:noFill/>
        </p:spPr>
        <p:txBody>
          <a:bodyPr wrap="square">
            <a:spAutoFit/>
          </a:bodyPr>
          <a:lstStyle/>
          <a:p>
            <a:r>
              <a:rPr lang="en-US"/>
              <a:t>b) Vị trí của vân tối thứ ba và vân sáng thứ tư lần lượt là:</a:t>
            </a:r>
          </a:p>
        </p:txBody>
      </p:sp>
      <p:graphicFrame>
        <p:nvGraphicFramePr>
          <p:cNvPr id="15" name="Object 14">
            <a:extLst>
              <a:ext uri="{FF2B5EF4-FFF2-40B4-BE49-F238E27FC236}">
                <a16:creationId xmlns:a16="http://schemas.microsoft.com/office/drawing/2014/main" id="{1D209F0E-7CA0-D8B2-96B5-8564AC7522D8}"/>
              </a:ext>
            </a:extLst>
          </p:cNvPr>
          <p:cNvGraphicFramePr>
            <a:graphicFrameLocks noChangeAspect="1"/>
          </p:cNvGraphicFramePr>
          <p:nvPr>
            <p:extLst>
              <p:ext uri="{D42A27DB-BD31-4B8C-83A1-F6EECF244321}">
                <p14:modId xmlns:p14="http://schemas.microsoft.com/office/powerpoint/2010/main" val="405639869"/>
              </p:ext>
            </p:extLst>
          </p:nvPr>
        </p:nvGraphicFramePr>
        <p:xfrm>
          <a:off x="1241425" y="4745038"/>
          <a:ext cx="4249738" cy="673100"/>
        </p:xfrm>
        <a:graphic>
          <a:graphicData uri="http://schemas.openxmlformats.org/presentationml/2006/ole">
            <mc:AlternateContent xmlns:mc="http://schemas.openxmlformats.org/markup-compatibility/2006">
              <mc:Choice xmlns:v="urn:schemas-microsoft-com:vml" Requires="v">
                <p:oleObj name="Equation" r:id="rId11" imgW="2730240" imgH="431640" progId="Equation.DSMT4">
                  <p:embed/>
                </p:oleObj>
              </mc:Choice>
              <mc:Fallback>
                <p:oleObj name="Equation" r:id="rId11" imgW="2730240" imgH="431640" progId="Equation.DSMT4">
                  <p:embed/>
                  <p:pic>
                    <p:nvPicPr>
                      <p:cNvPr id="15" name="Object 14">
                        <a:extLst>
                          <a:ext uri="{FF2B5EF4-FFF2-40B4-BE49-F238E27FC236}">
                            <a16:creationId xmlns:a16="http://schemas.microsoft.com/office/drawing/2014/main" id="{1D209F0E-7CA0-D8B2-96B5-8564AC7522D8}"/>
                          </a:ext>
                        </a:extLst>
                      </p:cNvPr>
                      <p:cNvPicPr/>
                      <p:nvPr/>
                    </p:nvPicPr>
                    <p:blipFill>
                      <a:blip r:embed="rId12"/>
                      <a:stretch>
                        <a:fillRect/>
                      </a:stretch>
                    </p:blipFill>
                    <p:spPr>
                      <a:xfrm>
                        <a:off x="1241425" y="4745038"/>
                        <a:ext cx="4249738" cy="673100"/>
                      </a:xfrm>
                      <a:prstGeom prst="rect">
                        <a:avLst/>
                      </a:prstGeom>
                      <a:ln w="28575">
                        <a:noFill/>
                      </a:ln>
                    </p:spPr>
                  </p:pic>
                </p:oleObj>
              </mc:Fallback>
            </mc:AlternateContent>
          </a:graphicData>
        </a:graphic>
      </p:graphicFrame>
      <p:graphicFrame>
        <p:nvGraphicFramePr>
          <p:cNvPr id="16" name="Object 15">
            <a:extLst>
              <a:ext uri="{FF2B5EF4-FFF2-40B4-BE49-F238E27FC236}">
                <a16:creationId xmlns:a16="http://schemas.microsoft.com/office/drawing/2014/main" id="{90DC5018-4BB0-1C41-E55F-6AFDE212C473}"/>
              </a:ext>
            </a:extLst>
          </p:cNvPr>
          <p:cNvGraphicFramePr>
            <a:graphicFrameLocks noChangeAspect="1"/>
          </p:cNvGraphicFramePr>
          <p:nvPr>
            <p:extLst>
              <p:ext uri="{D42A27DB-BD31-4B8C-83A1-F6EECF244321}">
                <p14:modId xmlns:p14="http://schemas.microsoft.com/office/powerpoint/2010/main" val="3114315584"/>
              </p:ext>
            </p:extLst>
          </p:nvPr>
        </p:nvGraphicFramePr>
        <p:xfrm>
          <a:off x="5580836" y="4789878"/>
          <a:ext cx="2975789" cy="559392"/>
        </p:xfrm>
        <a:graphic>
          <a:graphicData uri="http://schemas.openxmlformats.org/presentationml/2006/ole">
            <mc:AlternateContent xmlns:mc="http://schemas.openxmlformats.org/markup-compatibility/2006">
              <mc:Choice xmlns:v="urn:schemas-microsoft-com:vml" Requires="v">
                <p:oleObj name="Equation" r:id="rId13" imgW="2095200" imgH="393480" progId="Equation.DSMT4">
                  <p:embed/>
                </p:oleObj>
              </mc:Choice>
              <mc:Fallback>
                <p:oleObj name="Equation" r:id="rId13" imgW="2095200" imgH="393480" progId="Equation.DSMT4">
                  <p:embed/>
                  <p:pic>
                    <p:nvPicPr>
                      <p:cNvPr id="16" name="Object 15">
                        <a:extLst>
                          <a:ext uri="{FF2B5EF4-FFF2-40B4-BE49-F238E27FC236}">
                            <a16:creationId xmlns:a16="http://schemas.microsoft.com/office/drawing/2014/main" id="{90DC5018-4BB0-1C41-E55F-6AFDE212C473}"/>
                          </a:ext>
                        </a:extLst>
                      </p:cNvPr>
                      <p:cNvPicPr/>
                      <p:nvPr/>
                    </p:nvPicPr>
                    <p:blipFill>
                      <a:blip r:embed="rId14"/>
                      <a:stretch>
                        <a:fillRect/>
                      </a:stretch>
                    </p:blipFill>
                    <p:spPr>
                      <a:xfrm>
                        <a:off x="5580836" y="4789878"/>
                        <a:ext cx="2975789" cy="559392"/>
                      </a:xfrm>
                      <a:prstGeom prst="rect">
                        <a:avLst/>
                      </a:prstGeom>
                      <a:ln w="28575">
                        <a:noFill/>
                      </a:ln>
                    </p:spPr>
                  </p:pic>
                </p:oleObj>
              </mc:Fallback>
            </mc:AlternateContent>
          </a:graphicData>
        </a:graphic>
      </p:graphicFrame>
      <p:sp>
        <p:nvSpPr>
          <p:cNvPr id="18" name="TextBox 17">
            <a:extLst>
              <a:ext uri="{FF2B5EF4-FFF2-40B4-BE49-F238E27FC236}">
                <a16:creationId xmlns:a16="http://schemas.microsoft.com/office/drawing/2014/main" id="{E8B4984B-0A44-AC06-9660-A1336963BFF6}"/>
              </a:ext>
            </a:extLst>
          </p:cNvPr>
          <p:cNvSpPr txBox="1"/>
          <p:nvPr/>
        </p:nvSpPr>
        <p:spPr>
          <a:xfrm>
            <a:off x="304061" y="5349270"/>
            <a:ext cx="4267939" cy="369332"/>
          </a:xfrm>
          <a:prstGeom prst="rect">
            <a:avLst/>
          </a:prstGeom>
          <a:noFill/>
        </p:spPr>
        <p:txBody>
          <a:bodyPr wrap="square">
            <a:spAutoFit/>
          </a:bodyPr>
          <a:lstStyle/>
          <a:p>
            <a:r>
              <a:rPr lang="en-US"/>
              <a:t>c) Độ dịch chuyển của hệ vân giao thoa là:</a:t>
            </a:r>
          </a:p>
        </p:txBody>
      </p:sp>
      <p:graphicFrame>
        <p:nvGraphicFramePr>
          <p:cNvPr id="19" name="Object 18">
            <a:extLst>
              <a:ext uri="{FF2B5EF4-FFF2-40B4-BE49-F238E27FC236}">
                <a16:creationId xmlns:a16="http://schemas.microsoft.com/office/drawing/2014/main" id="{BC9D8EB3-2F46-00AB-3604-CD0F105812CA}"/>
              </a:ext>
            </a:extLst>
          </p:cNvPr>
          <p:cNvGraphicFramePr>
            <a:graphicFrameLocks noChangeAspect="1"/>
          </p:cNvGraphicFramePr>
          <p:nvPr>
            <p:extLst>
              <p:ext uri="{D42A27DB-BD31-4B8C-83A1-F6EECF244321}">
                <p14:modId xmlns:p14="http://schemas.microsoft.com/office/powerpoint/2010/main" val="1018914463"/>
              </p:ext>
            </p:extLst>
          </p:nvPr>
        </p:nvGraphicFramePr>
        <p:xfrm>
          <a:off x="4530725" y="5320336"/>
          <a:ext cx="5346700" cy="558800"/>
        </p:xfrm>
        <a:graphic>
          <a:graphicData uri="http://schemas.openxmlformats.org/presentationml/2006/ole">
            <mc:AlternateContent xmlns:mc="http://schemas.openxmlformats.org/markup-compatibility/2006">
              <mc:Choice xmlns:v="urn:schemas-microsoft-com:vml" Requires="v">
                <p:oleObj name="Equation" r:id="rId15" imgW="3759120" imgH="393480" progId="Equation.DSMT4">
                  <p:embed/>
                </p:oleObj>
              </mc:Choice>
              <mc:Fallback>
                <p:oleObj name="Equation" r:id="rId15" imgW="3759120" imgH="393480" progId="Equation.DSMT4">
                  <p:embed/>
                  <p:pic>
                    <p:nvPicPr>
                      <p:cNvPr id="19" name="Object 18">
                        <a:extLst>
                          <a:ext uri="{FF2B5EF4-FFF2-40B4-BE49-F238E27FC236}">
                            <a16:creationId xmlns:a16="http://schemas.microsoft.com/office/drawing/2014/main" id="{BC9D8EB3-2F46-00AB-3604-CD0F105812CA}"/>
                          </a:ext>
                        </a:extLst>
                      </p:cNvPr>
                      <p:cNvPicPr/>
                      <p:nvPr/>
                    </p:nvPicPr>
                    <p:blipFill>
                      <a:blip r:embed="rId16"/>
                      <a:stretch>
                        <a:fillRect/>
                      </a:stretch>
                    </p:blipFill>
                    <p:spPr>
                      <a:xfrm>
                        <a:off x="4530725" y="5320336"/>
                        <a:ext cx="5346700" cy="558800"/>
                      </a:xfrm>
                      <a:prstGeom prst="rect">
                        <a:avLst/>
                      </a:prstGeom>
                      <a:ln w="28575">
                        <a:noFill/>
                      </a:ln>
                    </p:spPr>
                  </p:pic>
                </p:oleObj>
              </mc:Fallback>
            </mc:AlternateContent>
          </a:graphicData>
        </a:graphic>
      </p:graphicFrame>
      <p:sp>
        <p:nvSpPr>
          <p:cNvPr id="20" name="TextBox 19">
            <a:extLst>
              <a:ext uri="{FF2B5EF4-FFF2-40B4-BE49-F238E27FC236}">
                <a16:creationId xmlns:a16="http://schemas.microsoft.com/office/drawing/2014/main" id="{9983BA79-5983-E47F-CB7E-A22C54FD8667}"/>
              </a:ext>
            </a:extLst>
          </p:cNvPr>
          <p:cNvSpPr txBox="1"/>
          <p:nvPr/>
        </p:nvSpPr>
        <p:spPr>
          <a:xfrm>
            <a:off x="268224" y="6002161"/>
            <a:ext cx="7437120" cy="369332"/>
          </a:xfrm>
          <a:prstGeom prst="rect">
            <a:avLst/>
          </a:prstGeom>
          <a:noFill/>
        </p:spPr>
        <p:txBody>
          <a:bodyPr wrap="square">
            <a:spAutoFit/>
          </a:bodyPr>
          <a:lstStyle/>
          <a:p>
            <a:r>
              <a:rPr lang="en-US"/>
              <a:t>d) Đổ chất lỏng có chiết suất n’ làm bước sóng ánh sáng thay đổi thành: </a:t>
            </a:r>
          </a:p>
        </p:txBody>
      </p:sp>
      <p:graphicFrame>
        <p:nvGraphicFramePr>
          <p:cNvPr id="21" name="Object 20">
            <a:extLst>
              <a:ext uri="{FF2B5EF4-FFF2-40B4-BE49-F238E27FC236}">
                <a16:creationId xmlns:a16="http://schemas.microsoft.com/office/drawing/2014/main" id="{9CE73D10-410E-98D4-C71E-C11A589236EE}"/>
              </a:ext>
            </a:extLst>
          </p:cNvPr>
          <p:cNvGraphicFramePr>
            <a:graphicFrameLocks noChangeAspect="1"/>
          </p:cNvGraphicFramePr>
          <p:nvPr>
            <p:extLst>
              <p:ext uri="{D42A27DB-BD31-4B8C-83A1-F6EECF244321}">
                <p14:modId xmlns:p14="http://schemas.microsoft.com/office/powerpoint/2010/main" val="3632628517"/>
              </p:ext>
            </p:extLst>
          </p:nvPr>
        </p:nvGraphicFramePr>
        <p:xfrm>
          <a:off x="7034933" y="5902989"/>
          <a:ext cx="739521" cy="619599"/>
        </p:xfrm>
        <a:graphic>
          <a:graphicData uri="http://schemas.openxmlformats.org/presentationml/2006/ole">
            <mc:AlternateContent xmlns:mc="http://schemas.openxmlformats.org/markup-compatibility/2006">
              <mc:Choice xmlns:v="urn:schemas-microsoft-com:vml" Requires="v">
                <p:oleObj name="Equation" r:id="rId17" imgW="469800" imgH="393480" progId="Equation.DSMT4">
                  <p:embed/>
                </p:oleObj>
              </mc:Choice>
              <mc:Fallback>
                <p:oleObj name="Equation" r:id="rId17" imgW="469800" imgH="393480" progId="Equation.DSMT4">
                  <p:embed/>
                  <p:pic>
                    <p:nvPicPr>
                      <p:cNvPr id="21" name="Object 20">
                        <a:extLst>
                          <a:ext uri="{FF2B5EF4-FFF2-40B4-BE49-F238E27FC236}">
                            <a16:creationId xmlns:a16="http://schemas.microsoft.com/office/drawing/2014/main" id="{9CE73D10-410E-98D4-C71E-C11A589236EE}"/>
                          </a:ext>
                        </a:extLst>
                      </p:cNvPr>
                      <p:cNvPicPr/>
                      <p:nvPr/>
                    </p:nvPicPr>
                    <p:blipFill>
                      <a:blip r:embed="rId18"/>
                      <a:stretch>
                        <a:fillRect/>
                      </a:stretch>
                    </p:blipFill>
                    <p:spPr>
                      <a:xfrm>
                        <a:off x="7034933" y="5902989"/>
                        <a:ext cx="739521" cy="619599"/>
                      </a:xfrm>
                      <a:prstGeom prst="rect">
                        <a:avLst/>
                      </a:prstGeom>
                    </p:spPr>
                  </p:pic>
                </p:oleObj>
              </mc:Fallback>
            </mc:AlternateContent>
          </a:graphicData>
        </a:graphic>
      </p:graphicFrame>
      <p:sp>
        <p:nvSpPr>
          <p:cNvPr id="22" name="TextBox 21">
            <a:extLst>
              <a:ext uri="{FF2B5EF4-FFF2-40B4-BE49-F238E27FC236}">
                <a16:creationId xmlns:a16="http://schemas.microsoft.com/office/drawing/2014/main" id="{314EE71E-DBA5-C977-D986-5FBCC4D2C5B7}"/>
              </a:ext>
            </a:extLst>
          </p:cNvPr>
          <p:cNvSpPr txBox="1"/>
          <p:nvPr/>
        </p:nvSpPr>
        <p:spPr>
          <a:xfrm>
            <a:off x="7795271" y="6028122"/>
            <a:ext cx="924433" cy="369332"/>
          </a:xfrm>
          <a:prstGeom prst="rect">
            <a:avLst/>
          </a:prstGeom>
          <a:noFill/>
        </p:spPr>
        <p:txBody>
          <a:bodyPr wrap="square">
            <a:spAutoFit/>
          </a:bodyPr>
          <a:lstStyle/>
          <a:p>
            <a:r>
              <a:rPr lang="en-US"/>
              <a:t>Do đó:</a:t>
            </a:r>
          </a:p>
        </p:txBody>
      </p:sp>
      <p:graphicFrame>
        <p:nvGraphicFramePr>
          <p:cNvPr id="23" name="Object 22">
            <a:extLst>
              <a:ext uri="{FF2B5EF4-FFF2-40B4-BE49-F238E27FC236}">
                <a16:creationId xmlns:a16="http://schemas.microsoft.com/office/drawing/2014/main" id="{9A841E49-0958-9724-B076-133043CA0D9E}"/>
              </a:ext>
            </a:extLst>
          </p:cNvPr>
          <p:cNvGraphicFramePr>
            <a:graphicFrameLocks noChangeAspect="1"/>
          </p:cNvGraphicFramePr>
          <p:nvPr>
            <p:extLst>
              <p:ext uri="{D42A27DB-BD31-4B8C-83A1-F6EECF244321}">
                <p14:modId xmlns:p14="http://schemas.microsoft.com/office/powerpoint/2010/main" val="721548166"/>
              </p:ext>
            </p:extLst>
          </p:nvPr>
        </p:nvGraphicFramePr>
        <p:xfrm>
          <a:off x="8556625" y="5903431"/>
          <a:ext cx="660400" cy="620713"/>
        </p:xfrm>
        <a:graphic>
          <a:graphicData uri="http://schemas.openxmlformats.org/presentationml/2006/ole">
            <mc:AlternateContent xmlns:mc="http://schemas.openxmlformats.org/markup-compatibility/2006">
              <mc:Choice xmlns:v="urn:schemas-microsoft-com:vml" Requires="v">
                <p:oleObj name="Equation" r:id="rId19" imgW="419040" imgH="393480" progId="Equation.DSMT4">
                  <p:embed/>
                </p:oleObj>
              </mc:Choice>
              <mc:Fallback>
                <p:oleObj name="Equation" r:id="rId19" imgW="419040" imgH="393480" progId="Equation.DSMT4">
                  <p:embed/>
                  <p:pic>
                    <p:nvPicPr>
                      <p:cNvPr id="23" name="Object 22">
                        <a:extLst>
                          <a:ext uri="{FF2B5EF4-FFF2-40B4-BE49-F238E27FC236}">
                            <a16:creationId xmlns:a16="http://schemas.microsoft.com/office/drawing/2014/main" id="{9A841E49-0958-9724-B076-133043CA0D9E}"/>
                          </a:ext>
                        </a:extLst>
                      </p:cNvPr>
                      <p:cNvPicPr/>
                      <p:nvPr/>
                    </p:nvPicPr>
                    <p:blipFill>
                      <a:blip r:embed="rId20"/>
                      <a:stretch>
                        <a:fillRect/>
                      </a:stretch>
                    </p:blipFill>
                    <p:spPr>
                      <a:xfrm>
                        <a:off x="8556625" y="5903431"/>
                        <a:ext cx="660400" cy="620713"/>
                      </a:xfrm>
                      <a:prstGeom prst="rect">
                        <a:avLst/>
                      </a:prstGeom>
                    </p:spPr>
                  </p:pic>
                </p:oleObj>
              </mc:Fallback>
            </mc:AlternateContent>
          </a:graphicData>
        </a:graphic>
      </p:graphicFrame>
      <p:graphicFrame>
        <p:nvGraphicFramePr>
          <p:cNvPr id="24" name="Object 23">
            <a:extLst>
              <a:ext uri="{FF2B5EF4-FFF2-40B4-BE49-F238E27FC236}">
                <a16:creationId xmlns:a16="http://schemas.microsoft.com/office/drawing/2014/main" id="{1A691353-CD3D-3ABD-3FC0-800DED2CB6F5}"/>
              </a:ext>
            </a:extLst>
          </p:cNvPr>
          <p:cNvGraphicFramePr>
            <a:graphicFrameLocks noChangeAspect="1"/>
          </p:cNvGraphicFramePr>
          <p:nvPr>
            <p:extLst>
              <p:ext uri="{D42A27DB-BD31-4B8C-83A1-F6EECF244321}">
                <p14:modId xmlns:p14="http://schemas.microsoft.com/office/powerpoint/2010/main" val="1051689590"/>
              </p:ext>
            </p:extLst>
          </p:nvPr>
        </p:nvGraphicFramePr>
        <p:xfrm>
          <a:off x="9217025" y="5928929"/>
          <a:ext cx="2515947" cy="619599"/>
        </p:xfrm>
        <a:graphic>
          <a:graphicData uri="http://schemas.openxmlformats.org/presentationml/2006/ole">
            <mc:AlternateContent xmlns:mc="http://schemas.openxmlformats.org/markup-compatibility/2006">
              <mc:Choice xmlns:v="urn:schemas-microsoft-com:vml" Requires="v">
                <p:oleObj name="Equation" r:id="rId21" imgW="1701720" imgH="419040" progId="Equation.DSMT4">
                  <p:embed/>
                </p:oleObj>
              </mc:Choice>
              <mc:Fallback>
                <p:oleObj name="Equation" r:id="rId21" imgW="1701720" imgH="419040" progId="Equation.DSMT4">
                  <p:embed/>
                  <p:pic>
                    <p:nvPicPr>
                      <p:cNvPr id="24" name="Object 23">
                        <a:extLst>
                          <a:ext uri="{FF2B5EF4-FFF2-40B4-BE49-F238E27FC236}">
                            <a16:creationId xmlns:a16="http://schemas.microsoft.com/office/drawing/2014/main" id="{1A691353-CD3D-3ABD-3FC0-800DED2CB6F5}"/>
                          </a:ext>
                        </a:extLst>
                      </p:cNvPr>
                      <p:cNvPicPr/>
                      <p:nvPr/>
                    </p:nvPicPr>
                    <p:blipFill>
                      <a:blip r:embed="rId22"/>
                      <a:stretch>
                        <a:fillRect/>
                      </a:stretch>
                    </p:blipFill>
                    <p:spPr>
                      <a:xfrm>
                        <a:off x="9217025" y="5928929"/>
                        <a:ext cx="2515947" cy="619599"/>
                      </a:xfrm>
                      <a:prstGeom prst="rect">
                        <a:avLst/>
                      </a:prstGeom>
                    </p:spPr>
                  </p:pic>
                </p:oleObj>
              </mc:Fallback>
            </mc:AlternateContent>
          </a:graphicData>
        </a:graphic>
      </p:graphicFrame>
    </p:spTree>
    <p:extLst>
      <p:ext uri="{BB962C8B-B14F-4D97-AF65-F5344CB8AC3E}">
        <p14:creationId xmlns:p14="http://schemas.microsoft.com/office/powerpoint/2010/main" val="348054697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1000"/>
                                        <p:tgtEl>
                                          <p:spTgt spid="4"/>
                                        </p:tgtEl>
                                      </p:cBhvr>
                                    </p:animEffect>
                                    <p:anim calcmode="lin" valueType="num">
                                      <p:cBhvr>
                                        <p:cTn id="8" dur="1000" fill="hold"/>
                                        <p:tgtEl>
                                          <p:spTgt spid="4"/>
                                        </p:tgtEl>
                                        <p:attrNameLst>
                                          <p:attrName>ppt_x</p:attrName>
                                        </p:attrNameLst>
                                      </p:cBhvr>
                                      <p:tavLst>
                                        <p:tav tm="0">
                                          <p:val>
                                            <p:strVal val="#ppt_x"/>
                                          </p:val>
                                        </p:tav>
                                        <p:tav tm="100000">
                                          <p:val>
                                            <p:strVal val="#ppt_x"/>
                                          </p:val>
                                        </p:tav>
                                      </p:tavLst>
                                    </p:anim>
                                    <p:anim calcmode="lin" valueType="num">
                                      <p:cBhvr>
                                        <p:cTn id="9" dur="1000" fill="hold"/>
                                        <p:tgtEl>
                                          <p:spTgt spid="4"/>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6"/>
                                        </p:tgtEl>
                                        <p:attrNameLst>
                                          <p:attrName>style.visibility</p:attrName>
                                        </p:attrNameLst>
                                      </p:cBhvr>
                                      <p:to>
                                        <p:strVal val="visible"/>
                                      </p:to>
                                    </p:set>
                                    <p:animEffect transition="in" filter="fade">
                                      <p:cBhvr>
                                        <p:cTn id="14" dur="1000"/>
                                        <p:tgtEl>
                                          <p:spTgt spid="6"/>
                                        </p:tgtEl>
                                      </p:cBhvr>
                                    </p:animEffect>
                                    <p:anim calcmode="lin" valueType="num">
                                      <p:cBhvr>
                                        <p:cTn id="15" dur="1000" fill="hold"/>
                                        <p:tgtEl>
                                          <p:spTgt spid="6"/>
                                        </p:tgtEl>
                                        <p:attrNameLst>
                                          <p:attrName>ppt_x</p:attrName>
                                        </p:attrNameLst>
                                      </p:cBhvr>
                                      <p:tavLst>
                                        <p:tav tm="0">
                                          <p:val>
                                            <p:strVal val="#ppt_x"/>
                                          </p:val>
                                        </p:tav>
                                        <p:tav tm="100000">
                                          <p:val>
                                            <p:strVal val="#ppt_x"/>
                                          </p:val>
                                        </p:tav>
                                      </p:tavLst>
                                    </p:anim>
                                    <p:anim calcmode="lin" valueType="num">
                                      <p:cBhvr>
                                        <p:cTn id="16" dur="1000" fill="hold"/>
                                        <p:tgtEl>
                                          <p:spTgt spid="6"/>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nodeType="clickEffect">
                                  <p:stCondLst>
                                    <p:cond delay="0"/>
                                  </p:stCondLst>
                                  <p:childTnLst>
                                    <p:set>
                                      <p:cBhvr>
                                        <p:cTn id="20" dur="1" fill="hold">
                                          <p:stCondLst>
                                            <p:cond delay="0"/>
                                          </p:stCondLst>
                                        </p:cTn>
                                        <p:tgtEl>
                                          <p:spTgt spid="7"/>
                                        </p:tgtEl>
                                        <p:attrNameLst>
                                          <p:attrName>style.visibility</p:attrName>
                                        </p:attrNameLst>
                                      </p:cBhvr>
                                      <p:to>
                                        <p:strVal val="visible"/>
                                      </p:to>
                                    </p:set>
                                    <p:animEffect transition="in" filter="fade">
                                      <p:cBhvr>
                                        <p:cTn id="21" dur="1000"/>
                                        <p:tgtEl>
                                          <p:spTgt spid="7"/>
                                        </p:tgtEl>
                                      </p:cBhvr>
                                    </p:animEffect>
                                    <p:anim calcmode="lin" valueType="num">
                                      <p:cBhvr>
                                        <p:cTn id="22" dur="1000" fill="hold"/>
                                        <p:tgtEl>
                                          <p:spTgt spid="7"/>
                                        </p:tgtEl>
                                        <p:attrNameLst>
                                          <p:attrName>ppt_x</p:attrName>
                                        </p:attrNameLst>
                                      </p:cBhvr>
                                      <p:tavLst>
                                        <p:tav tm="0">
                                          <p:val>
                                            <p:strVal val="#ppt_x"/>
                                          </p:val>
                                        </p:tav>
                                        <p:tav tm="100000">
                                          <p:val>
                                            <p:strVal val="#ppt_x"/>
                                          </p:val>
                                        </p:tav>
                                      </p:tavLst>
                                    </p:anim>
                                    <p:anim calcmode="lin" valueType="num">
                                      <p:cBhvr>
                                        <p:cTn id="23"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nodeType="clickEffect">
                                  <p:stCondLst>
                                    <p:cond delay="0"/>
                                  </p:stCondLst>
                                  <p:childTnLst>
                                    <p:set>
                                      <p:cBhvr>
                                        <p:cTn id="27" dur="1" fill="hold">
                                          <p:stCondLst>
                                            <p:cond delay="0"/>
                                          </p:stCondLst>
                                        </p:cTn>
                                        <p:tgtEl>
                                          <p:spTgt spid="8"/>
                                        </p:tgtEl>
                                        <p:attrNameLst>
                                          <p:attrName>style.visibility</p:attrName>
                                        </p:attrNameLst>
                                      </p:cBhvr>
                                      <p:to>
                                        <p:strVal val="visible"/>
                                      </p:to>
                                    </p:set>
                                    <p:animEffect transition="in" filter="fade">
                                      <p:cBhvr>
                                        <p:cTn id="28" dur="1000"/>
                                        <p:tgtEl>
                                          <p:spTgt spid="8"/>
                                        </p:tgtEl>
                                      </p:cBhvr>
                                    </p:animEffect>
                                    <p:anim calcmode="lin" valueType="num">
                                      <p:cBhvr>
                                        <p:cTn id="29" dur="1000" fill="hold"/>
                                        <p:tgtEl>
                                          <p:spTgt spid="8"/>
                                        </p:tgtEl>
                                        <p:attrNameLst>
                                          <p:attrName>ppt_x</p:attrName>
                                        </p:attrNameLst>
                                      </p:cBhvr>
                                      <p:tavLst>
                                        <p:tav tm="0">
                                          <p:val>
                                            <p:strVal val="#ppt_x"/>
                                          </p:val>
                                        </p:tav>
                                        <p:tav tm="100000">
                                          <p:val>
                                            <p:strVal val="#ppt_x"/>
                                          </p:val>
                                        </p:tav>
                                      </p:tavLst>
                                    </p:anim>
                                    <p:anim calcmode="lin" valueType="num">
                                      <p:cBhvr>
                                        <p:cTn id="30"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10"/>
                                        </p:tgtEl>
                                        <p:attrNameLst>
                                          <p:attrName>style.visibility</p:attrName>
                                        </p:attrNameLst>
                                      </p:cBhvr>
                                      <p:to>
                                        <p:strVal val="visible"/>
                                      </p:to>
                                    </p:set>
                                    <p:animEffect transition="in" filter="fade">
                                      <p:cBhvr>
                                        <p:cTn id="35" dur="1000"/>
                                        <p:tgtEl>
                                          <p:spTgt spid="10"/>
                                        </p:tgtEl>
                                      </p:cBhvr>
                                    </p:animEffect>
                                    <p:anim calcmode="lin" valueType="num">
                                      <p:cBhvr>
                                        <p:cTn id="36" dur="1000" fill="hold"/>
                                        <p:tgtEl>
                                          <p:spTgt spid="10"/>
                                        </p:tgtEl>
                                        <p:attrNameLst>
                                          <p:attrName>ppt_x</p:attrName>
                                        </p:attrNameLst>
                                      </p:cBhvr>
                                      <p:tavLst>
                                        <p:tav tm="0">
                                          <p:val>
                                            <p:strVal val="#ppt_x"/>
                                          </p:val>
                                        </p:tav>
                                        <p:tav tm="100000">
                                          <p:val>
                                            <p:strVal val="#ppt_x"/>
                                          </p:val>
                                        </p:tav>
                                      </p:tavLst>
                                    </p:anim>
                                    <p:anim calcmode="lin" valueType="num">
                                      <p:cBhvr>
                                        <p:cTn id="37" dur="1000" fill="hold"/>
                                        <p:tgtEl>
                                          <p:spTgt spid="10"/>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42" presetClass="entr" presetSubtype="0" fill="hold" nodeType="clickEffect">
                                  <p:stCondLst>
                                    <p:cond delay="0"/>
                                  </p:stCondLst>
                                  <p:childTnLst>
                                    <p:set>
                                      <p:cBhvr>
                                        <p:cTn id="41" dur="1" fill="hold">
                                          <p:stCondLst>
                                            <p:cond delay="0"/>
                                          </p:stCondLst>
                                        </p:cTn>
                                        <p:tgtEl>
                                          <p:spTgt spid="11"/>
                                        </p:tgtEl>
                                        <p:attrNameLst>
                                          <p:attrName>style.visibility</p:attrName>
                                        </p:attrNameLst>
                                      </p:cBhvr>
                                      <p:to>
                                        <p:strVal val="visible"/>
                                      </p:to>
                                    </p:set>
                                    <p:animEffect transition="in" filter="fade">
                                      <p:cBhvr>
                                        <p:cTn id="42" dur="1000"/>
                                        <p:tgtEl>
                                          <p:spTgt spid="11"/>
                                        </p:tgtEl>
                                      </p:cBhvr>
                                    </p:animEffect>
                                    <p:anim calcmode="lin" valueType="num">
                                      <p:cBhvr>
                                        <p:cTn id="43" dur="1000" fill="hold"/>
                                        <p:tgtEl>
                                          <p:spTgt spid="11"/>
                                        </p:tgtEl>
                                        <p:attrNameLst>
                                          <p:attrName>ppt_x</p:attrName>
                                        </p:attrNameLst>
                                      </p:cBhvr>
                                      <p:tavLst>
                                        <p:tav tm="0">
                                          <p:val>
                                            <p:strVal val="#ppt_x"/>
                                          </p:val>
                                        </p:tav>
                                        <p:tav tm="100000">
                                          <p:val>
                                            <p:strVal val="#ppt_x"/>
                                          </p:val>
                                        </p:tav>
                                      </p:tavLst>
                                    </p:anim>
                                    <p:anim calcmode="lin" valueType="num">
                                      <p:cBhvr>
                                        <p:cTn id="44" dur="1000" fill="hold"/>
                                        <p:tgtEl>
                                          <p:spTgt spid="11"/>
                                        </p:tgtEl>
                                        <p:attrNameLst>
                                          <p:attrName>ppt_y</p:attrName>
                                        </p:attrNameLst>
                                      </p:cBhvr>
                                      <p:tavLst>
                                        <p:tav tm="0">
                                          <p:val>
                                            <p:strVal val="#ppt_y+.1"/>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42" presetClass="entr" presetSubtype="0" fill="hold" nodeType="clickEffect">
                                  <p:stCondLst>
                                    <p:cond delay="0"/>
                                  </p:stCondLst>
                                  <p:childTnLst>
                                    <p:set>
                                      <p:cBhvr>
                                        <p:cTn id="48" dur="1" fill="hold">
                                          <p:stCondLst>
                                            <p:cond delay="0"/>
                                          </p:stCondLst>
                                        </p:cTn>
                                        <p:tgtEl>
                                          <p:spTgt spid="12"/>
                                        </p:tgtEl>
                                        <p:attrNameLst>
                                          <p:attrName>style.visibility</p:attrName>
                                        </p:attrNameLst>
                                      </p:cBhvr>
                                      <p:to>
                                        <p:strVal val="visible"/>
                                      </p:to>
                                    </p:set>
                                    <p:animEffect transition="in" filter="fade">
                                      <p:cBhvr>
                                        <p:cTn id="49" dur="1000"/>
                                        <p:tgtEl>
                                          <p:spTgt spid="12"/>
                                        </p:tgtEl>
                                      </p:cBhvr>
                                    </p:animEffect>
                                    <p:anim calcmode="lin" valueType="num">
                                      <p:cBhvr>
                                        <p:cTn id="50" dur="1000" fill="hold"/>
                                        <p:tgtEl>
                                          <p:spTgt spid="12"/>
                                        </p:tgtEl>
                                        <p:attrNameLst>
                                          <p:attrName>ppt_x</p:attrName>
                                        </p:attrNameLst>
                                      </p:cBhvr>
                                      <p:tavLst>
                                        <p:tav tm="0">
                                          <p:val>
                                            <p:strVal val="#ppt_x"/>
                                          </p:val>
                                        </p:tav>
                                        <p:tav tm="100000">
                                          <p:val>
                                            <p:strVal val="#ppt_x"/>
                                          </p:val>
                                        </p:tav>
                                      </p:tavLst>
                                    </p:anim>
                                    <p:anim calcmode="lin" valueType="num">
                                      <p:cBhvr>
                                        <p:cTn id="51" dur="1000" fill="hold"/>
                                        <p:tgtEl>
                                          <p:spTgt spid="12"/>
                                        </p:tgtEl>
                                        <p:attrNameLst>
                                          <p:attrName>ppt_y</p:attrName>
                                        </p:attrNameLst>
                                      </p:cBhvr>
                                      <p:tavLst>
                                        <p:tav tm="0">
                                          <p:val>
                                            <p:strVal val="#ppt_y+.1"/>
                                          </p:val>
                                        </p:tav>
                                        <p:tav tm="100000">
                                          <p:val>
                                            <p:strVal val="#ppt_y"/>
                                          </p:val>
                                        </p:tav>
                                      </p:tavLst>
                                    </p:anim>
                                  </p:childTnLst>
                                </p:cTn>
                              </p:par>
                            </p:childTnLst>
                          </p:cTn>
                        </p:par>
                      </p:childTnLst>
                    </p:cTn>
                  </p:par>
                  <p:par>
                    <p:cTn id="52" fill="hold">
                      <p:stCondLst>
                        <p:cond delay="indefinite"/>
                      </p:stCondLst>
                      <p:childTnLst>
                        <p:par>
                          <p:cTn id="53" fill="hold">
                            <p:stCondLst>
                              <p:cond delay="0"/>
                            </p:stCondLst>
                            <p:childTnLst>
                              <p:par>
                                <p:cTn id="54" presetID="42" presetClass="entr" presetSubtype="0" fill="hold" grpId="0" nodeType="clickEffect">
                                  <p:stCondLst>
                                    <p:cond delay="0"/>
                                  </p:stCondLst>
                                  <p:childTnLst>
                                    <p:set>
                                      <p:cBhvr>
                                        <p:cTn id="55" dur="1" fill="hold">
                                          <p:stCondLst>
                                            <p:cond delay="0"/>
                                          </p:stCondLst>
                                        </p:cTn>
                                        <p:tgtEl>
                                          <p:spTgt spid="14"/>
                                        </p:tgtEl>
                                        <p:attrNameLst>
                                          <p:attrName>style.visibility</p:attrName>
                                        </p:attrNameLst>
                                      </p:cBhvr>
                                      <p:to>
                                        <p:strVal val="visible"/>
                                      </p:to>
                                    </p:set>
                                    <p:animEffect transition="in" filter="fade">
                                      <p:cBhvr>
                                        <p:cTn id="56" dur="1000"/>
                                        <p:tgtEl>
                                          <p:spTgt spid="14"/>
                                        </p:tgtEl>
                                      </p:cBhvr>
                                    </p:animEffect>
                                    <p:anim calcmode="lin" valueType="num">
                                      <p:cBhvr>
                                        <p:cTn id="57" dur="1000" fill="hold"/>
                                        <p:tgtEl>
                                          <p:spTgt spid="14"/>
                                        </p:tgtEl>
                                        <p:attrNameLst>
                                          <p:attrName>ppt_x</p:attrName>
                                        </p:attrNameLst>
                                      </p:cBhvr>
                                      <p:tavLst>
                                        <p:tav tm="0">
                                          <p:val>
                                            <p:strVal val="#ppt_x"/>
                                          </p:val>
                                        </p:tav>
                                        <p:tav tm="100000">
                                          <p:val>
                                            <p:strVal val="#ppt_x"/>
                                          </p:val>
                                        </p:tav>
                                      </p:tavLst>
                                    </p:anim>
                                    <p:anim calcmode="lin" valueType="num">
                                      <p:cBhvr>
                                        <p:cTn id="58" dur="1000" fill="hold"/>
                                        <p:tgtEl>
                                          <p:spTgt spid="14"/>
                                        </p:tgtEl>
                                        <p:attrNameLst>
                                          <p:attrName>ppt_y</p:attrName>
                                        </p:attrNameLst>
                                      </p:cBhvr>
                                      <p:tavLst>
                                        <p:tav tm="0">
                                          <p:val>
                                            <p:strVal val="#ppt_y+.1"/>
                                          </p:val>
                                        </p:tav>
                                        <p:tav tm="100000">
                                          <p:val>
                                            <p:strVal val="#ppt_y"/>
                                          </p:val>
                                        </p:tav>
                                      </p:tavLst>
                                    </p:anim>
                                  </p:childTnLst>
                                </p:cTn>
                              </p:par>
                            </p:childTnLst>
                          </p:cTn>
                        </p:par>
                      </p:childTnLst>
                    </p:cTn>
                  </p:par>
                  <p:par>
                    <p:cTn id="59" fill="hold">
                      <p:stCondLst>
                        <p:cond delay="indefinite"/>
                      </p:stCondLst>
                      <p:childTnLst>
                        <p:par>
                          <p:cTn id="60" fill="hold">
                            <p:stCondLst>
                              <p:cond delay="0"/>
                            </p:stCondLst>
                            <p:childTnLst>
                              <p:par>
                                <p:cTn id="61" presetID="42" presetClass="entr" presetSubtype="0" fill="hold" nodeType="clickEffect">
                                  <p:stCondLst>
                                    <p:cond delay="0"/>
                                  </p:stCondLst>
                                  <p:childTnLst>
                                    <p:set>
                                      <p:cBhvr>
                                        <p:cTn id="62" dur="1" fill="hold">
                                          <p:stCondLst>
                                            <p:cond delay="0"/>
                                          </p:stCondLst>
                                        </p:cTn>
                                        <p:tgtEl>
                                          <p:spTgt spid="15"/>
                                        </p:tgtEl>
                                        <p:attrNameLst>
                                          <p:attrName>style.visibility</p:attrName>
                                        </p:attrNameLst>
                                      </p:cBhvr>
                                      <p:to>
                                        <p:strVal val="visible"/>
                                      </p:to>
                                    </p:set>
                                    <p:animEffect transition="in" filter="fade">
                                      <p:cBhvr>
                                        <p:cTn id="63" dur="1000"/>
                                        <p:tgtEl>
                                          <p:spTgt spid="15"/>
                                        </p:tgtEl>
                                      </p:cBhvr>
                                    </p:animEffect>
                                    <p:anim calcmode="lin" valueType="num">
                                      <p:cBhvr>
                                        <p:cTn id="64" dur="1000" fill="hold"/>
                                        <p:tgtEl>
                                          <p:spTgt spid="15"/>
                                        </p:tgtEl>
                                        <p:attrNameLst>
                                          <p:attrName>ppt_x</p:attrName>
                                        </p:attrNameLst>
                                      </p:cBhvr>
                                      <p:tavLst>
                                        <p:tav tm="0">
                                          <p:val>
                                            <p:strVal val="#ppt_x"/>
                                          </p:val>
                                        </p:tav>
                                        <p:tav tm="100000">
                                          <p:val>
                                            <p:strVal val="#ppt_x"/>
                                          </p:val>
                                        </p:tav>
                                      </p:tavLst>
                                    </p:anim>
                                    <p:anim calcmode="lin" valueType="num">
                                      <p:cBhvr>
                                        <p:cTn id="65" dur="1000" fill="hold"/>
                                        <p:tgtEl>
                                          <p:spTgt spid="15"/>
                                        </p:tgtEl>
                                        <p:attrNameLst>
                                          <p:attrName>ppt_y</p:attrName>
                                        </p:attrNameLst>
                                      </p:cBhvr>
                                      <p:tavLst>
                                        <p:tav tm="0">
                                          <p:val>
                                            <p:strVal val="#ppt_y+.1"/>
                                          </p:val>
                                        </p:tav>
                                        <p:tav tm="100000">
                                          <p:val>
                                            <p:strVal val="#ppt_y"/>
                                          </p:val>
                                        </p:tav>
                                      </p:tavLst>
                                    </p:anim>
                                  </p:childTnLst>
                                </p:cTn>
                              </p:par>
                            </p:childTnLst>
                          </p:cTn>
                        </p:par>
                      </p:childTnLst>
                    </p:cTn>
                  </p:par>
                  <p:par>
                    <p:cTn id="66" fill="hold">
                      <p:stCondLst>
                        <p:cond delay="indefinite"/>
                      </p:stCondLst>
                      <p:childTnLst>
                        <p:par>
                          <p:cTn id="67" fill="hold">
                            <p:stCondLst>
                              <p:cond delay="0"/>
                            </p:stCondLst>
                            <p:childTnLst>
                              <p:par>
                                <p:cTn id="68" presetID="42" presetClass="entr" presetSubtype="0" fill="hold" nodeType="clickEffect">
                                  <p:stCondLst>
                                    <p:cond delay="0"/>
                                  </p:stCondLst>
                                  <p:childTnLst>
                                    <p:set>
                                      <p:cBhvr>
                                        <p:cTn id="69" dur="1" fill="hold">
                                          <p:stCondLst>
                                            <p:cond delay="0"/>
                                          </p:stCondLst>
                                        </p:cTn>
                                        <p:tgtEl>
                                          <p:spTgt spid="16"/>
                                        </p:tgtEl>
                                        <p:attrNameLst>
                                          <p:attrName>style.visibility</p:attrName>
                                        </p:attrNameLst>
                                      </p:cBhvr>
                                      <p:to>
                                        <p:strVal val="visible"/>
                                      </p:to>
                                    </p:set>
                                    <p:animEffect transition="in" filter="fade">
                                      <p:cBhvr>
                                        <p:cTn id="70" dur="1000"/>
                                        <p:tgtEl>
                                          <p:spTgt spid="16"/>
                                        </p:tgtEl>
                                      </p:cBhvr>
                                    </p:animEffect>
                                    <p:anim calcmode="lin" valueType="num">
                                      <p:cBhvr>
                                        <p:cTn id="71" dur="1000" fill="hold"/>
                                        <p:tgtEl>
                                          <p:spTgt spid="16"/>
                                        </p:tgtEl>
                                        <p:attrNameLst>
                                          <p:attrName>ppt_x</p:attrName>
                                        </p:attrNameLst>
                                      </p:cBhvr>
                                      <p:tavLst>
                                        <p:tav tm="0">
                                          <p:val>
                                            <p:strVal val="#ppt_x"/>
                                          </p:val>
                                        </p:tav>
                                        <p:tav tm="100000">
                                          <p:val>
                                            <p:strVal val="#ppt_x"/>
                                          </p:val>
                                        </p:tav>
                                      </p:tavLst>
                                    </p:anim>
                                    <p:anim calcmode="lin" valueType="num">
                                      <p:cBhvr>
                                        <p:cTn id="72" dur="1000" fill="hold"/>
                                        <p:tgtEl>
                                          <p:spTgt spid="16"/>
                                        </p:tgtEl>
                                        <p:attrNameLst>
                                          <p:attrName>ppt_y</p:attrName>
                                        </p:attrNameLst>
                                      </p:cBhvr>
                                      <p:tavLst>
                                        <p:tav tm="0">
                                          <p:val>
                                            <p:strVal val="#ppt_y+.1"/>
                                          </p:val>
                                        </p:tav>
                                        <p:tav tm="100000">
                                          <p:val>
                                            <p:strVal val="#ppt_y"/>
                                          </p:val>
                                        </p:tav>
                                      </p:tavLst>
                                    </p:anim>
                                  </p:childTnLst>
                                </p:cTn>
                              </p:par>
                            </p:childTnLst>
                          </p:cTn>
                        </p:par>
                      </p:childTnLst>
                    </p:cTn>
                  </p:par>
                  <p:par>
                    <p:cTn id="73" fill="hold">
                      <p:stCondLst>
                        <p:cond delay="indefinite"/>
                      </p:stCondLst>
                      <p:childTnLst>
                        <p:par>
                          <p:cTn id="74" fill="hold">
                            <p:stCondLst>
                              <p:cond delay="0"/>
                            </p:stCondLst>
                            <p:childTnLst>
                              <p:par>
                                <p:cTn id="75" presetID="42" presetClass="entr" presetSubtype="0" fill="hold" grpId="0" nodeType="clickEffect">
                                  <p:stCondLst>
                                    <p:cond delay="0"/>
                                  </p:stCondLst>
                                  <p:childTnLst>
                                    <p:set>
                                      <p:cBhvr>
                                        <p:cTn id="76" dur="1" fill="hold">
                                          <p:stCondLst>
                                            <p:cond delay="0"/>
                                          </p:stCondLst>
                                        </p:cTn>
                                        <p:tgtEl>
                                          <p:spTgt spid="18"/>
                                        </p:tgtEl>
                                        <p:attrNameLst>
                                          <p:attrName>style.visibility</p:attrName>
                                        </p:attrNameLst>
                                      </p:cBhvr>
                                      <p:to>
                                        <p:strVal val="visible"/>
                                      </p:to>
                                    </p:set>
                                    <p:animEffect transition="in" filter="fade">
                                      <p:cBhvr>
                                        <p:cTn id="77" dur="1000"/>
                                        <p:tgtEl>
                                          <p:spTgt spid="18"/>
                                        </p:tgtEl>
                                      </p:cBhvr>
                                    </p:animEffect>
                                    <p:anim calcmode="lin" valueType="num">
                                      <p:cBhvr>
                                        <p:cTn id="78" dur="1000" fill="hold"/>
                                        <p:tgtEl>
                                          <p:spTgt spid="18"/>
                                        </p:tgtEl>
                                        <p:attrNameLst>
                                          <p:attrName>ppt_x</p:attrName>
                                        </p:attrNameLst>
                                      </p:cBhvr>
                                      <p:tavLst>
                                        <p:tav tm="0">
                                          <p:val>
                                            <p:strVal val="#ppt_x"/>
                                          </p:val>
                                        </p:tav>
                                        <p:tav tm="100000">
                                          <p:val>
                                            <p:strVal val="#ppt_x"/>
                                          </p:val>
                                        </p:tav>
                                      </p:tavLst>
                                    </p:anim>
                                    <p:anim calcmode="lin" valueType="num">
                                      <p:cBhvr>
                                        <p:cTn id="79" dur="1000" fill="hold"/>
                                        <p:tgtEl>
                                          <p:spTgt spid="18"/>
                                        </p:tgtEl>
                                        <p:attrNameLst>
                                          <p:attrName>ppt_y</p:attrName>
                                        </p:attrNameLst>
                                      </p:cBhvr>
                                      <p:tavLst>
                                        <p:tav tm="0">
                                          <p:val>
                                            <p:strVal val="#ppt_y+.1"/>
                                          </p:val>
                                        </p:tav>
                                        <p:tav tm="100000">
                                          <p:val>
                                            <p:strVal val="#ppt_y"/>
                                          </p:val>
                                        </p:tav>
                                      </p:tavLst>
                                    </p:anim>
                                  </p:childTnLst>
                                </p:cTn>
                              </p:par>
                            </p:childTnLst>
                          </p:cTn>
                        </p:par>
                      </p:childTnLst>
                    </p:cTn>
                  </p:par>
                  <p:par>
                    <p:cTn id="80" fill="hold">
                      <p:stCondLst>
                        <p:cond delay="indefinite"/>
                      </p:stCondLst>
                      <p:childTnLst>
                        <p:par>
                          <p:cTn id="81" fill="hold">
                            <p:stCondLst>
                              <p:cond delay="0"/>
                            </p:stCondLst>
                            <p:childTnLst>
                              <p:par>
                                <p:cTn id="82" presetID="42" presetClass="entr" presetSubtype="0" fill="hold" nodeType="clickEffect">
                                  <p:stCondLst>
                                    <p:cond delay="0"/>
                                  </p:stCondLst>
                                  <p:childTnLst>
                                    <p:set>
                                      <p:cBhvr>
                                        <p:cTn id="83" dur="1" fill="hold">
                                          <p:stCondLst>
                                            <p:cond delay="0"/>
                                          </p:stCondLst>
                                        </p:cTn>
                                        <p:tgtEl>
                                          <p:spTgt spid="19"/>
                                        </p:tgtEl>
                                        <p:attrNameLst>
                                          <p:attrName>style.visibility</p:attrName>
                                        </p:attrNameLst>
                                      </p:cBhvr>
                                      <p:to>
                                        <p:strVal val="visible"/>
                                      </p:to>
                                    </p:set>
                                    <p:animEffect transition="in" filter="fade">
                                      <p:cBhvr>
                                        <p:cTn id="84" dur="1000"/>
                                        <p:tgtEl>
                                          <p:spTgt spid="19"/>
                                        </p:tgtEl>
                                      </p:cBhvr>
                                    </p:animEffect>
                                    <p:anim calcmode="lin" valueType="num">
                                      <p:cBhvr>
                                        <p:cTn id="85" dur="1000" fill="hold"/>
                                        <p:tgtEl>
                                          <p:spTgt spid="19"/>
                                        </p:tgtEl>
                                        <p:attrNameLst>
                                          <p:attrName>ppt_x</p:attrName>
                                        </p:attrNameLst>
                                      </p:cBhvr>
                                      <p:tavLst>
                                        <p:tav tm="0">
                                          <p:val>
                                            <p:strVal val="#ppt_x"/>
                                          </p:val>
                                        </p:tav>
                                        <p:tav tm="100000">
                                          <p:val>
                                            <p:strVal val="#ppt_x"/>
                                          </p:val>
                                        </p:tav>
                                      </p:tavLst>
                                    </p:anim>
                                    <p:anim calcmode="lin" valueType="num">
                                      <p:cBhvr>
                                        <p:cTn id="86" dur="1000" fill="hold"/>
                                        <p:tgtEl>
                                          <p:spTgt spid="19"/>
                                        </p:tgtEl>
                                        <p:attrNameLst>
                                          <p:attrName>ppt_y</p:attrName>
                                        </p:attrNameLst>
                                      </p:cBhvr>
                                      <p:tavLst>
                                        <p:tav tm="0">
                                          <p:val>
                                            <p:strVal val="#ppt_y+.1"/>
                                          </p:val>
                                        </p:tav>
                                        <p:tav tm="100000">
                                          <p:val>
                                            <p:strVal val="#ppt_y"/>
                                          </p:val>
                                        </p:tav>
                                      </p:tavLst>
                                    </p:anim>
                                  </p:childTnLst>
                                </p:cTn>
                              </p:par>
                            </p:childTnLst>
                          </p:cTn>
                        </p:par>
                      </p:childTnLst>
                    </p:cTn>
                  </p:par>
                  <p:par>
                    <p:cTn id="87" fill="hold">
                      <p:stCondLst>
                        <p:cond delay="indefinite"/>
                      </p:stCondLst>
                      <p:childTnLst>
                        <p:par>
                          <p:cTn id="88" fill="hold">
                            <p:stCondLst>
                              <p:cond delay="0"/>
                            </p:stCondLst>
                            <p:childTnLst>
                              <p:par>
                                <p:cTn id="89" presetID="42" presetClass="entr" presetSubtype="0" fill="hold" grpId="0" nodeType="clickEffect">
                                  <p:stCondLst>
                                    <p:cond delay="0"/>
                                  </p:stCondLst>
                                  <p:childTnLst>
                                    <p:set>
                                      <p:cBhvr>
                                        <p:cTn id="90" dur="1" fill="hold">
                                          <p:stCondLst>
                                            <p:cond delay="0"/>
                                          </p:stCondLst>
                                        </p:cTn>
                                        <p:tgtEl>
                                          <p:spTgt spid="20"/>
                                        </p:tgtEl>
                                        <p:attrNameLst>
                                          <p:attrName>style.visibility</p:attrName>
                                        </p:attrNameLst>
                                      </p:cBhvr>
                                      <p:to>
                                        <p:strVal val="visible"/>
                                      </p:to>
                                    </p:set>
                                    <p:animEffect transition="in" filter="fade">
                                      <p:cBhvr>
                                        <p:cTn id="91" dur="1000"/>
                                        <p:tgtEl>
                                          <p:spTgt spid="20"/>
                                        </p:tgtEl>
                                      </p:cBhvr>
                                    </p:animEffect>
                                    <p:anim calcmode="lin" valueType="num">
                                      <p:cBhvr>
                                        <p:cTn id="92" dur="1000" fill="hold"/>
                                        <p:tgtEl>
                                          <p:spTgt spid="20"/>
                                        </p:tgtEl>
                                        <p:attrNameLst>
                                          <p:attrName>ppt_x</p:attrName>
                                        </p:attrNameLst>
                                      </p:cBhvr>
                                      <p:tavLst>
                                        <p:tav tm="0">
                                          <p:val>
                                            <p:strVal val="#ppt_x"/>
                                          </p:val>
                                        </p:tav>
                                        <p:tav tm="100000">
                                          <p:val>
                                            <p:strVal val="#ppt_x"/>
                                          </p:val>
                                        </p:tav>
                                      </p:tavLst>
                                    </p:anim>
                                    <p:anim calcmode="lin" valueType="num">
                                      <p:cBhvr>
                                        <p:cTn id="93" dur="1000" fill="hold"/>
                                        <p:tgtEl>
                                          <p:spTgt spid="20"/>
                                        </p:tgtEl>
                                        <p:attrNameLst>
                                          <p:attrName>ppt_y</p:attrName>
                                        </p:attrNameLst>
                                      </p:cBhvr>
                                      <p:tavLst>
                                        <p:tav tm="0">
                                          <p:val>
                                            <p:strVal val="#ppt_y+.1"/>
                                          </p:val>
                                        </p:tav>
                                        <p:tav tm="100000">
                                          <p:val>
                                            <p:strVal val="#ppt_y"/>
                                          </p:val>
                                        </p:tav>
                                      </p:tavLst>
                                    </p:anim>
                                  </p:childTnLst>
                                </p:cTn>
                              </p:par>
                            </p:childTnLst>
                          </p:cTn>
                        </p:par>
                      </p:childTnLst>
                    </p:cTn>
                  </p:par>
                  <p:par>
                    <p:cTn id="94" fill="hold">
                      <p:stCondLst>
                        <p:cond delay="indefinite"/>
                      </p:stCondLst>
                      <p:childTnLst>
                        <p:par>
                          <p:cTn id="95" fill="hold">
                            <p:stCondLst>
                              <p:cond delay="0"/>
                            </p:stCondLst>
                            <p:childTnLst>
                              <p:par>
                                <p:cTn id="96" presetID="42" presetClass="entr" presetSubtype="0" fill="hold" nodeType="clickEffect">
                                  <p:stCondLst>
                                    <p:cond delay="0"/>
                                  </p:stCondLst>
                                  <p:childTnLst>
                                    <p:set>
                                      <p:cBhvr>
                                        <p:cTn id="97" dur="1" fill="hold">
                                          <p:stCondLst>
                                            <p:cond delay="0"/>
                                          </p:stCondLst>
                                        </p:cTn>
                                        <p:tgtEl>
                                          <p:spTgt spid="21"/>
                                        </p:tgtEl>
                                        <p:attrNameLst>
                                          <p:attrName>style.visibility</p:attrName>
                                        </p:attrNameLst>
                                      </p:cBhvr>
                                      <p:to>
                                        <p:strVal val="visible"/>
                                      </p:to>
                                    </p:set>
                                    <p:animEffect transition="in" filter="fade">
                                      <p:cBhvr>
                                        <p:cTn id="98" dur="1000"/>
                                        <p:tgtEl>
                                          <p:spTgt spid="21"/>
                                        </p:tgtEl>
                                      </p:cBhvr>
                                    </p:animEffect>
                                    <p:anim calcmode="lin" valueType="num">
                                      <p:cBhvr>
                                        <p:cTn id="99" dur="1000" fill="hold"/>
                                        <p:tgtEl>
                                          <p:spTgt spid="21"/>
                                        </p:tgtEl>
                                        <p:attrNameLst>
                                          <p:attrName>ppt_x</p:attrName>
                                        </p:attrNameLst>
                                      </p:cBhvr>
                                      <p:tavLst>
                                        <p:tav tm="0">
                                          <p:val>
                                            <p:strVal val="#ppt_x"/>
                                          </p:val>
                                        </p:tav>
                                        <p:tav tm="100000">
                                          <p:val>
                                            <p:strVal val="#ppt_x"/>
                                          </p:val>
                                        </p:tav>
                                      </p:tavLst>
                                    </p:anim>
                                    <p:anim calcmode="lin" valueType="num">
                                      <p:cBhvr>
                                        <p:cTn id="100" dur="1000" fill="hold"/>
                                        <p:tgtEl>
                                          <p:spTgt spid="21"/>
                                        </p:tgtEl>
                                        <p:attrNameLst>
                                          <p:attrName>ppt_y</p:attrName>
                                        </p:attrNameLst>
                                      </p:cBhvr>
                                      <p:tavLst>
                                        <p:tav tm="0">
                                          <p:val>
                                            <p:strVal val="#ppt_y+.1"/>
                                          </p:val>
                                        </p:tav>
                                        <p:tav tm="100000">
                                          <p:val>
                                            <p:strVal val="#ppt_y"/>
                                          </p:val>
                                        </p:tav>
                                      </p:tavLst>
                                    </p:anim>
                                  </p:childTnLst>
                                </p:cTn>
                              </p:par>
                            </p:childTnLst>
                          </p:cTn>
                        </p:par>
                      </p:childTnLst>
                    </p:cTn>
                  </p:par>
                  <p:par>
                    <p:cTn id="101" fill="hold">
                      <p:stCondLst>
                        <p:cond delay="indefinite"/>
                      </p:stCondLst>
                      <p:childTnLst>
                        <p:par>
                          <p:cTn id="102" fill="hold">
                            <p:stCondLst>
                              <p:cond delay="0"/>
                            </p:stCondLst>
                            <p:childTnLst>
                              <p:par>
                                <p:cTn id="103" presetID="42" presetClass="entr" presetSubtype="0" fill="hold" grpId="0" nodeType="clickEffect">
                                  <p:stCondLst>
                                    <p:cond delay="0"/>
                                  </p:stCondLst>
                                  <p:childTnLst>
                                    <p:set>
                                      <p:cBhvr>
                                        <p:cTn id="104" dur="1" fill="hold">
                                          <p:stCondLst>
                                            <p:cond delay="0"/>
                                          </p:stCondLst>
                                        </p:cTn>
                                        <p:tgtEl>
                                          <p:spTgt spid="22"/>
                                        </p:tgtEl>
                                        <p:attrNameLst>
                                          <p:attrName>style.visibility</p:attrName>
                                        </p:attrNameLst>
                                      </p:cBhvr>
                                      <p:to>
                                        <p:strVal val="visible"/>
                                      </p:to>
                                    </p:set>
                                    <p:animEffect transition="in" filter="fade">
                                      <p:cBhvr>
                                        <p:cTn id="105" dur="1000"/>
                                        <p:tgtEl>
                                          <p:spTgt spid="22"/>
                                        </p:tgtEl>
                                      </p:cBhvr>
                                    </p:animEffect>
                                    <p:anim calcmode="lin" valueType="num">
                                      <p:cBhvr>
                                        <p:cTn id="106" dur="1000" fill="hold"/>
                                        <p:tgtEl>
                                          <p:spTgt spid="22"/>
                                        </p:tgtEl>
                                        <p:attrNameLst>
                                          <p:attrName>ppt_x</p:attrName>
                                        </p:attrNameLst>
                                      </p:cBhvr>
                                      <p:tavLst>
                                        <p:tav tm="0">
                                          <p:val>
                                            <p:strVal val="#ppt_x"/>
                                          </p:val>
                                        </p:tav>
                                        <p:tav tm="100000">
                                          <p:val>
                                            <p:strVal val="#ppt_x"/>
                                          </p:val>
                                        </p:tav>
                                      </p:tavLst>
                                    </p:anim>
                                    <p:anim calcmode="lin" valueType="num">
                                      <p:cBhvr>
                                        <p:cTn id="107" dur="1000" fill="hold"/>
                                        <p:tgtEl>
                                          <p:spTgt spid="22"/>
                                        </p:tgtEl>
                                        <p:attrNameLst>
                                          <p:attrName>ppt_y</p:attrName>
                                        </p:attrNameLst>
                                      </p:cBhvr>
                                      <p:tavLst>
                                        <p:tav tm="0">
                                          <p:val>
                                            <p:strVal val="#ppt_y+.1"/>
                                          </p:val>
                                        </p:tav>
                                        <p:tav tm="100000">
                                          <p:val>
                                            <p:strVal val="#ppt_y"/>
                                          </p:val>
                                        </p:tav>
                                      </p:tavLst>
                                    </p:anim>
                                  </p:childTnLst>
                                </p:cTn>
                              </p:par>
                            </p:childTnLst>
                          </p:cTn>
                        </p:par>
                      </p:childTnLst>
                    </p:cTn>
                  </p:par>
                  <p:par>
                    <p:cTn id="108" fill="hold">
                      <p:stCondLst>
                        <p:cond delay="indefinite"/>
                      </p:stCondLst>
                      <p:childTnLst>
                        <p:par>
                          <p:cTn id="109" fill="hold">
                            <p:stCondLst>
                              <p:cond delay="0"/>
                            </p:stCondLst>
                            <p:childTnLst>
                              <p:par>
                                <p:cTn id="110" presetID="42" presetClass="entr" presetSubtype="0" fill="hold" nodeType="clickEffect">
                                  <p:stCondLst>
                                    <p:cond delay="0"/>
                                  </p:stCondLst>
                                  <p:childTnLst>
                                    <p:set>
                                      <p:cBhvr>
                                        <p:cTn id="111" dur="1" fill="hold">
                                          <p:stCondLst>
                                            <p:cond delay="0"/>
                                          </p:stCondLst>
                                        </p:cTn>
                                        <p:tgtEl>
                                          <p:spTgt spid="23"/>
                                        </p:tgtEl>
                                        <p:attrNameLst>
                                          <p:attrName>style.visibility</p:attrName>
                                        </p:attrNameLst>
                                      </p:cBhvr>
                                      <p:to>
                                        <p:strVal val="visible"/>
                                      </p:to>
                                    </p:set>
                                    <p:animEffect transition="in" filter="fade">
                                      <p:cBhvr>
                                        <p:cTn id="112" dur="1000"/>
                                        <p:tgtEl>
                                          <p:spTgt spid="23"/>
                                        </p:tgtEl>
                                      </p:cBhvr>
                                    </p:animEffect>
                                    <p:anim calcmode="lin" valueType="num">
                                      <p:cBhvr>
                                        <p:cTn id="113" dur="1000" fill="hold"/>
                                        <p:tgtEl>
                                          <p:spTgt spid="23"/>
                                        </p:tgtEl>
                                        <p:attrNameLst>
                                          <p:attrName>ppt_x</p:attrName>
                                        </p:attrNameLst>
                                      </p:cBhvr>
                                      <p:tavLst>
                                        <p:tav tm="0">
                                          <p:val>
                                            <p:strVal val="#ppt_x"/>
                                          </p:val>
                                        </p:tav>
                                        <p:tav tm="100000">
                                          <p:val>
                                            <p:strVal val="#ppt_x"/>
                                          </p:val>
                                        </p:tav>
                                      </p:tavLst>
                                    </p:anim>
                                    <p:anim calcmode="lin" valueType="num">
                                      <p:cBhvr>
                                        <p:cTn id="114" dur="1000" fill="hold"/>
                                        <p:tgtEl>
                                          <p:spTgt spid="23"/>
                                        </p:tgtEl>
                                        <p:attrNameLst>
                                          <p:attrName>ppt_y</p:attrName>
                                        </p:attrNameLst>
                                      </p:cBhvr>
                                      <p:tavLst>
                                        <p:tav tm="0">
                                          <p:val>
                                            <p:strVal val="#ppt_y+.1"/>
                                          </p:val>
                                        </p:tav>
                                        <p:tav tm="100000">
                                          <p:val>
                                            <p:strVal val="#ppt_y"/>
                                          </p:val>
                                        </p:tav>
                                      </p:tavLst>
                                    </p:anim>
                                  </p:childTnLst>
                                </p:cTn>
                              </p:par>
                            </p:childTnLst>
                          </p:cTn>
                        </p:par>
                      </p:childTnLst>
                    </p:cTn>
                  </p:par>
                  <p:par>
                    <p:cTn id="115" fill="hold">
                      <p:stCondLst>
                        <p:cond delay="indefinite"/>
                      </p:stCondLst>
                      <p:childTnLst>
                        <p:par>
                          <p:cTn id="116" fill="hold">
                            <p:stCondLst>
                              <p:cond delay="0"/>
                            </p:stCondLst>
                            <p:childTnLst>
                              <p:par>
                                <p:cTn id="117" presetID="42" presetClass="entr" presetSubtype="0" fill="hold" nodeType="clickEffect">
                                  <p:stCondLst>
                                    <p:cond delay="0"/>
                                  </p:stCondLst>
                                  <p:childTnLst>
                                    <p:set>
                                      <p:cBhvr>
                                        <p:cTn id="118" dur="1" fill="hold">
                                          <p:stCondLst>
                                            <p:cond delay="0"/>
                                          </p:stCondLst>
                                        </p:cTn>
                                        <p:tgtEl>
                                          <p:spTgt spid="24"/>
                                        </p:tgtEl>
                                        <p:attrNameLst>
                                          <p:attrName>style.visibility</p:attrName>
                                        </p:attrNameLst>
                                      </p:cBhvr>
                                      <p:to>
                                        <p:strVal val="visible"/>
                                      </p:to>
                                    </p:set>
                                    <p:animEffect transition="in" filter="fade">
                                      <p:cBhvr>
                                        <p:cTn id="119" dur="1000"/>
                                        <p:tgtEl>
                                          <p:spTgt spid="24"/>
                                        </p:tgtEl>
                                      </p:cBhvr>
                                    </p:animEffect>
                                    <p:anim calcmode="lin" valueType="num">
                                      <p:cBhvr>
                                        <p:cTn id="120" dur="1000" fill="hold"/>
                                        <p:tgtEl>
                                          <p:spTgt spid="24"/>
                                        </p:tgtEl>
                                        <p:attrNameLst>
                                          <p:attrName>ppt_x</p:attrName>
                                        </p:attrNameLst>
                                      </p:cBhvr>
                                      <p:tavLst>
                                        <p:tav tm="0">
                                          <p:val>
                                            <p:strVal val="#ppt_x"/>
                                          </p:val>
                                        </p:tav>
                                        <p:tav tm="100000">
                                          <p:val>
                                            <p:strVal val="#ppt_x"/>
                                          </p:val>
                                        </p:tav>
                                      </p:tavLst>
                                    </p:anim>
                                    <p:anim calcmode="lin" valueType="num">
                                      <p:cBhvr>
                                        <p:cTn id="121" dur="1000" fill="hold"/>
                                        <p:tgtEl>
                                          <p:spTgt spid="2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6" grpId="0"/>
      <p:bldP spid="10" grpId="0"/>
      <p:bldP spid="14" grpId="0"/>
      <p:bldP spid="18" grpId="0"/>
      <p:bldP spid="20" grpId="0"/>
      <p:bldP spid="22"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E6496AFD-F65C-182A-33D0-5227E2EBA1A0}"/>
              </a:ext>
            </a:extLst>
          </p:cNvPr>
          <p:cNvSpPr txBox="1"/>
          <p:nvPr/>
        </p:nvSpPr>
        <p:spPr>
          <a:xfrm>
            <a:off x="296382" y="735403"/>
            <a:ext cx="6896897" cy="2123658"/>
          </a:xfrm>
          <a:prstGeom prst="rect">
            <a:avLst/>
          </a:prstGeom>
          <a:noFill/>
        </p:spPr>
        <p:txBody>
          <a:bodyPr wrap="square" rtlCol="0">
            <a:spAutoFit/>
          </a:bodyPr>
          <a:lstStyle/>
          <a:p>
            <a:pPr algn="just"/>
            <a:r>
              <a:rPr lang="en-US" sz="2000" b="1">
                <a:solidFill>
                  <a:srgbClr val="0070C0"/>
                </a:solidFill>
                <a:sym typeface="Wingdings" panose="05000000000000000000" pitchFamily="2" charset="2"/>
              </a:rPr>
              <a:t>a) </a:t>
            </a:r>
            <a:r>
              <a:rPr lang="en-US" sz="2000" b="1" i="1">
                <a:solidFill>
                  <a:srgbClr val="0070C0"/>
                </a:solidFill>
              </a:rPr>
              <a:t>Thí nghiệm của Lloyd về sự giao thoa của ánh sáng phản xạ  </a:t>
            </a:r>
          </a:p>
          <a:p>
            <a:pPr algn="just"/>
            <a:r>
              <a:rPr lang="en-US" sz="1600"/>
              <a:t>- Gương thủy tinh G được bôi nhám một mặt, làm bằng thủy tinh có chiết suất n &gt; 1 (lớn hơn chiết suất của không khí). </a:t>
            </a:r>
          </a:p>
          <a:p>
            <a:pPr algn="just"/>
            <a:r>
              <a:rPr lang="en-US" sz="1600"/>
              <a:t>- Nguồn sáng đơn sắc S có bước sóng </a:t>
            </a:r>
            <a:r>
              <a:rPr lang="en-US" sz="1600">
                <a:sym typeface="Symbol" panose="05050102010706020507" pitchFamily="18" charset="2"/>
              </a:rPr>
              <a:t> là nguồn sáng rộng ở rất xa gương. Xét một màn quan sát E được bố trí vuông góc với gương.</a:t>
            </a:r>
          </a:p>
          <a:p>
            <a:pPr algn="just"/>
            <a:r>
              <a:rPr lang="en-US" sz="1600"/>
              <a:t>- Một điểm M trên màn E sẽ nhận được hai tia sáng từ S gửi đến là tia truyền trực tiếp AM và tia SIM từ S đến gương tại I và phản xạ ở đó rồi mới đến M. Hai tia này sẽ giao thoa với nhau. </a:t>
            </a:r>
          </a:p>
        </p:txBody>
      </p:sp>
      <p:grpSp>
        <p:nvGrpSpPr>
          <p:cNvPr id="8" name="Group 7">
            <a:extLst>
              <a:ext uri="{FF2B5EF4-FFF2-40B4-BE49-F238E27FC236}">
                <a16:creationId xmlns:a16="http://schemas.microsoft.com/office/drawing/2014/main" id="{46128BB2-DFDB-CE5D-814F-7B3DF83A66BA}"/>
              </a:ext>
            </a:extLst>
          </p:cNvPr>
          <p:cNvGrpSpPr/>
          <p:nvPr/>
        </p:nvGrpSpPr>
        <p:grpSpPr>
          <a:xfrm>
            <a:off x="7318249" y="813936"/>
            <a:ext cx="865632" cy="454080"/>
            <a:chOff x="7431024" y="1045536"/>
            <a:chExt cx="865632" cy="454080"/>
          </a:xfrm>
        </p:grpSpPr>
        <p:sp>
          <p:nvSpPr>
            <p:cNvPr id="6" name="Star: 4 Points 5">
              <a:extLst>
                <a:ext uri="{FF2B5EF4-FFF2-40B4-BE49-F238E27FC236}">
                  <a16:creationId xmlns:a16="http://schemas.microsoft.com/office/drawing/2014/main" id="{729C447D-4907-B809-465E-20BEED88E4C9}"/>
                </a:ext>
              </a:extLst>
            </p:cNvPr>
            <p:cNvSpPr/>
            <p:nvPr/>
          </p:nvSpPr>
          <p:spPr>
            <a:xfrm>
              <a:off x="7595616" y="1255776"/>
              <a:ext cx="268224" cy="243840"/>
            </a:xfrm>
            <a:prstGeom prst="star4">
              <a:avLst/>
            </a:prstGeom>
            <a:solidFill>
              <a:srgbClr val="FFFF00"/>
            </a:solid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extBox 6">
              <a:extLst>
                <a:ext uri="{FF2B5EF4-FFF2-40B4-BE49-F238E27FC236}">
                  <a16:creationId xmlns:a16="http://schemas.microsoft.com/office/drawing/2014/main" id="{CB42E927-CC06-1604-2111-986364048889}"/>
                </a:ext>
              </a:extLst>
            </p:cNvPr>
            <p:cNvSpPr txBox="1"/>
            <p:nvPr/>
          </p:nvSpPr>
          <p:spPr>
            <a:xfrm>
              <a:off x="7431024" y="1045536"/>
              <a:ext cx="865632" cy="369332"/>
            </a:xfrm>
            <a:prstGeom prst="rect">
              <a:avLst/>
            </a:prstGeom>
            <a:noFill/>
          </p:spPr>
          <p:txBody>
            <a:bodyPr wrap="square" rtlCol="0">
              <a:spAutoFit/>
            </a:bodyPr>
            <a:lstStyle/>
            <a:p>
              <a:r>
                <a:rPr lang="en-US"/>
                <a:t>S</a:t>
              </a:r>
            </a:p>
          </p:txBody>
        </p:sp>
      </p:grpSp>
      <p:cxnSp>
        <p:nvCxnSpPr>
          <p:cNvPr id="12" name="Straight Connector 11">
            <a:extLst>
              <a:ext uri="{FF2B5EF4-FFF2-40B4-BE49-F238E27FC236}">
                <a16:creationId xmlns:a16="http://schemas.microsoft.com/office/drawing/2014/main" id="{630A08B2-9AC0-2075-BB71-4B5EF526963E}"/>
              </a:ext>
            </a:extLst>
          </p:cNvPr>
          <p:cNvCxnSpPr/>
          <p:nvPr/>
        </p:nvCxnSpPr>
        <p:spPr>
          <a:xfrm>
            <a:off x="11664697" y="624066"/>
            <a:ext cx="0" cy="2693682"/>
          </a:xfrm>
          <a:prstGeom prst="line">
            <a:avLst/>
          </a:prstGeom>
          <a:ln w="76200">
            <a:solidFill>
              <a:srgbClr val="00B0F0"/>
            </a:solidFill>
          </a:ln>
        </p:spPr>
        <p:style>
          <a:lnRef idx="1">
            <a:schemeClr val="accent1"/>
          </a:lnRef>
          <a:fillRef idx="0">
            <a:schemeClr val="accent1"/>
          </a:fillRef>
          <a:effectRef idx="0">
            <a:schemeClr val="accent1"/>
          </a:effectRef>
          <a:fontRef idx="minor">
            <a:schemeClr val="tx1"/>
          </a:fontRef>
        </p:style>
      </p:cxnSp>
      <p:sp>
        <p:nvSpPr>
          <p:cNvPr id="13" name="TextBox 12">
            <a:extLst>
              <a:ext uri="{FF2B5EF4-FFF2-40B4-BE49-F238E27FC236}">
                <a16:creationId xmlns:a16="http://schemas.microsoft.com/office/drawing/2014/main" id="{1C14744F-5C2F-8BE9-A38E-461028297172}"/>
              </a:ext>
            </a:extLst>
          </p:cNvPr>
          <p:cNvSpPr txBox="1"/>
          <p:nvPr/>
        </p:nvSpPr>
        <p:spPr>
          <a:xfrm>
            <a:off x="11774427" y="3070360"/>
            <a:ext cx="719327" cy="369332"/>
          </a:xfrm>
          <a:prstGeom prst="rect">
            <a:avLst/>
          </a:prstGeom>
          <a:noFill/>
        </p:spPr>
        <p:txBody>
          <a:bodyPr wrap="square" rtlCol="0">
            <a:spAutoFit/>
          </a:bodyPr>
          <a:lstStyle/>
          <a:p>
            <a:r>
              <a:rPr lang="en-US"/>
              <a:t>E</a:t>
            </a:r>
          </a:p>
        </p:txBody>
      </p:sp>
      <p:sp>
        <p:nvSpPr>
          <p:cNvPr id="10" name="Rectangle 9">
            <a:extLst>
              <a:ext uri="{FF2B5EF4-FFF2-40B4-BE49-F238E27FC236}">
                <a16:creationId xmlns:a16="http://schemas.microsoft.com/office/drawing/2014/main" id="{A916040A-0A06-9B2C-F27D-31F7F32CAA9E}"/>
              </a:ext>
            </a:extLst>
          </p:cNvPr>
          <p:cNvSpPr/>
          <p:nvPr/>
        </p:nvSpPr>
        <p:spPr>
          <a:xfrm>
            <a:off x="8816341" y="2257685"/>
            <a:ext cx="2448000" cy="97536"/>
          </a:xfrm>
          <a:prstGeom prst="rect">
            <a:avLst/>
          </a:prstGeom>
          <a:pattFill prst="dkUpDiag">
            <a:fgClr>
              <a:schemeClr val="bg1">
                <a:lumMod val="75000"/>
              </a:schemeClr>
            </a:fgClr>
            <a:bgClr>
              <a:schemeClr val="bg1"/>
            </a:bgClr>
          </a:patt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TextBox 24">
            <a:extLst>
              <a:ext uri="{FF2B5EF4-FFF2-40B4-BE49-F238E27FC236}">
                <a16:creationId xmlns:a16="http://schemas.microsoft.com/office/drawing/2014/main" id="{6AB189DB-944D-BA8C-5062-BCA90935990A}"/>
              </a:ext>
            </a:extLst>
          </p:cNvPr>
          <p:cNvSpPr txBox="1"/>
          <p:nvPr/>
        </p:nvSpPr>
        <p:spPr>
          <a:xfrm>
            <a:off x="9386320" y="2355221"/>
            <a:ext cx="719327" cy="369332"/>
          </a:xfrm>
          <a:prstGeom prst="rect">
            <a:avLst/>
          </a:prstGeom>
          <a:noFill/>
        </p:spPr>
        <p:txBody>
          <a:bodyPr wrap="square" rtlCol="0">
            <a:spAutoFit/>
          </a:bodyPr>
          <a:lstStyle/>
          <a:p>
            <a:r>
              <a:rPr lang="en-US"/>
              <a:t>G</a:t>
            </a:r>
          </a:p>
        </p:txBody>
      </p:sp>
      <p:cxnSp>
        <p:nvCxnSpPr>
          <p:cNvPr id="26" name="Straight Connector 25">
            <a:extLst>
              <a:ext uri="{FF2B5EF4-FFF2-40B4-BE49-F238E27FC236}">
                <a16:creationId xmlns:a16="http://schemas.microsoft.com/office/drawing/2014/main" id="{8BAB58BA-C42C-1850-3523-688EE8D74112}"/>
              </a:ext>
            </a:extLst>
          </p:cNvPr>
          <p:cNvCxnSpPr>
            <a:cxnSpLocks/>
          </p:cNvCxnSpPr>
          <p:nvPr/>
        </p:nvCxnSpPr>
        <p:spPr>
          <a:xfrm>
            <a:off x="7751065" y="1190364"/>
            <a:ext cx="3913632" cy="656849"/>
          </a:xfrm>
          <a:prstGeom prst="line">
            <a:avLst/>
          </a:prstGeom>
          <a:ln>
            <a:solidFill>
              <a:schemeClr val="tx1"/>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27" name="TextBox 26">
            <a:extLst>
              <a:ext uri="{FF2B5EF4-FFF2-40B4-BE49-F238E27FC236}">
                <a16:creationId xmlns:a16="http://schemas.microsoft.com/office/drawing/2014/main" id="{01782EFB-9688-EFD1-E103-EE07528C367B}"/>
              </a:ext>
            </a:extLst>
          </p:cNvPr>
          <p:cNvSpPr txBox="1"/>
          <p:nvPr/>
        </p:nvSpPr>
        <p:spPr>
          <a:xfrm>
            <a:off x="11649457" y="1674739"/>
            <a:ext cx="688848" cy="369332"/>
          </a:xfrm>
          <a:prstGeom prst="rect">
            <a:avLst/>
          </a:prstGeom>
          <a:noFill/>
        </p:spPr>
        <p:txBody>
          <a:bodyPr wrap="square" rtlCol="0">
            <a:spAutoFit/>
          </a:bodyPr>
          <a:lstStyle/>
          <a:p>
            <a:r>
              <a:rPr lang="en-US"/>
              <a:t>M</a:t>
            </a:r>
          </a:p>
        </p:txBody>
      </p:sp>
      <p:cxnSp>
        <p:nvCxnSpPr>
          <p:cNvPr id="38" name="Straight Connector 37">
            <a:extLst>
              <a:ext uri="{FF2B5EF4-FFF2-40B4-BE49-F238E27FC236}">
                <a16:creationId xmlns:a16="http://schemas.microsoft.com/office/drawing/2014/main" id="{2252D215-A317-A2BF-0FE1-E840E5BABA2C}"/>
              </a:ext>
            </a:extLst>
          </p:cNvPr>
          <p:cNvCxnSpPr>
            <a:cxnSpLocks/>
            <a:stCxn id="27" idx="1"/>
          </p:cNvCxnSpPr>
          <p:nvPr/>
        </p:nvCxnSpPr>
        <p:spPr>
          <a:xfrm flipH="1">
            <a:off x="7738873" y="1859405"/>
            <a:ext cx="3910584" cy="1725971"/>
          </a:xfrm>
          <a:prstGeom prst="line">
            <a:avLst/>
          </a:prstGeom>
        </p:spPr>
        <p:style>
          <a:lnRef idx="1">
            <a:schemeClr val="accent1"/>
          </a:lnRef>
          <a:fillRef idx="0">
            <a:schemeClr val="accent1"/>
          </a:fillRef>
          <a:effectRef idx="0">
            <a:schemeClr val="accent1"/>
          </a:effectRef>
          <a:fontRef idx="minor">
            <a:schemeClr val="tx1"/>
          </a:fontRef>
        </p:style>
      </p:cxnSp>
      <p:sp>
        <p:nvSpPr>
          <p:cNvPr id="46" name="TextBox 45">
            <a:extLst>
              <a:ext uri="{FF2B5EF4-FFF2-40B4-BE49-F238E27FC236}">
                <a16:creationId xmlns:a16="http://schemas.microsoft.com/office/drawing/2014/main" id="{9D5BC9DB-24BC-9719-84E8-CB4A618D76F6}"/>
              </a:ext>
            </a:extLst>
          </p:cNvPr>
          <p:cNvSpPr txBox="1"/>
          <p:nvPr/>
        </p:nvSpPr>
        <p:spPr>
          <a:xfrm>
            <a:off x="7324344" y="3450074"/>
            <a:ext cx="865632" cy="369332"/>
          </a:xfrm>
          <a:prstGeom prst="rect">
            <a:avLst/>
          </a:prstGeom>
          <a:noFill/>
        </p:spPr>
        <p:txBody>
          <a:bodyPr wrap="square" rtlCol="0">
            <a:spAutoFit/>
          </a:bodyPr>
          <a:lstStyle/>
          <a:p>
            <a:r>
              <a:rPr lang="en-US"/>
              <a:t>S’</a:t>
            </a:r>
          </a:p>
        </p:txBody>
      </p:sp>
      <p:cxnSp>
        <p:nvCxnSpPr>
          <p:cNvPr id="40" name="Straight Connector 39">
            <a:extLst>
              <a:ext uri="{FF2B5EF4-FFF2-40B4-BE49-F238E27FC236}">
                <a16:creationId xmlns:a16="http://schemas.microsoft.com/office/drawing/2014/main" id="{D9A0B7F8-8BCB-336D-7726-B6A9954AABCD}"/>
              </a:ext>
            </a:extLst>
          </p:cNvPr>
          <p:cNvCxnSpPr>
            <a:cxnSpLocks/>
          </p:cNvCxnSpPr>
          <p:nvPr/>
        </p:nvCxnSpPr>
        <p:spPr>
          <a:xfrm flipH="1">
            <a:off x="7738873" y="1183268"/>
            <a:ext cx="0" cy="2390512"/>
          </a:xfrm>
          <a:prstGeom prst="line">
            <a:avLst/>
          </a:prstGeom>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975F8F84-6A68-89D9-981F-6489B1EE8381}"/>
              </a:ext>
            </a:extLst>
          </p:cNvPr>
          <p:cNvCxnSpPr/>
          <p:nvPr/>
        </p:nvCxnSpPr>
        <p:spPr>
          <a:xfrm>
            <a:off x="7592569" y="2318645"/>
            <a:ext cx="4068000" cy="0"/>
          </a:xfrm>
          <a:prstGeom prst="line">
            <a:avLst/>
          </a:prstGeom>
          <a:ln>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34" name="TextBox 33">
            <a:extLst>
              <a:ext uri="{FF2B5EF4-FFF2-40B4-BE49-F238E27FC236}">
                <a16:creationId xmlns:a16="http://schemas.microsoft.com/office/drawing/2014/main" id="{A89C337A-3661-9EF9-6610-851D0FEC0F3A}"/>
              </a:ext>
            </a:extLst>
          </p:cNvPr>
          <p:cNvSpPr txBox="1"/>
          <p:nvPr/>
        </p:nvSpPr>
        <p:spPr>
          <a:xfrm>
            <a:off x="11682985" y="2096443"/>
            <a:ext cx="688848" cy="369332"/>
          </a:xfrm>
          <a:prstGeom prst="rect">
            <a:avLst/>
          </a:prstGeom>
          <a:noFill/>
        </p:spPr>
        <p:txBody>
          <a:bodyPr wrap="square" rtlCol="0">
            <a:spAutoFit/>
          </a:bodyPr>
          <a:lstStyle/>
          <a:p>
            <a:r>
              <a:rPr lang="en-US"/>
              <a:t>O</a:t>
            </a:r>
          </a:p>
        </p:txBody>
      </p:sp>
      <p:cxnSp>
        <p:nvCxnSpPr>
          <p:cNvPr id="28" name="Straight Arrow Connector 27">
            <a:extLst>
              <a:ext uri="{FF2B5EF4-FFF2-40B4-BE49-F238E27FC236}">
                <a16:creationId xmlns:a16="http://schemas.microsoft.com/office/drawing/2014/main" id="{539C3EE2-DF5C-C476-6DEB-6F24385B3D46}"/>
              </a:ext>
            </a:extLst>
          </p:cNvPr>
          <p:cNvCxnSpPr>
            <a:cxnSpLocks/>
          </p:cNvCxnSpPr>
          <p:nvPr/>
        </p:nvCxnSpPr>
        <p:spPr>
          <a:xfrm>
            <a:off x="7726681" y="1194864"/>
            <a:ext cx="3022028" cy="1062821"/>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0" name="Straight Arrow Connector 29">
            <a:extLst>
              <a:ext uri="{FF2B5EF4-FFF2-40B4-BE49-F238E27FC236}">
                <a16:creationId xmlns:a16="http://schemas.microsoft.com/office/drawing/2014/main" id="{3E716D17-D24E-DFE8-A42F-534C6EC295E5}"/>
              </a:ext>
            </a:extLst>
          </p:cNvPr>
          <p:cNvCxnSpPr>
            <a:cxnSpLocks/>
          </p:cNvCxnSpPr>
          <p:nvPr/>
        </p:nvCxnSpPr>
        <p:spPr>
          <a:xfrm flipV="1">
            <a:off x="10759821" y="1854309"/>
            <a:ext cx="904876" cy="391184"/>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45" name="TextBox 44">
            <a:extLst>
              <a:ext uri="{FF2B5EF4-FFF2-40B4-BE49-F238E27FC236}">
                <a16:creationId xmlns:a16="http://schemas.microsoft.com/office/drawing/2014/main" id="{87F7919C-7311-78A1-3203-EE23C35DCDEF}"/>
              </a:ext>
            </a:extLst>
          </p:cNvPr>
          <p:cNvSpPr txBox="1"/>
          <p:nvPr/>
        </p:nvSpPr>
        <p:spPr>
          <a:xfrm>
            <a:off x="10615391" y="2344915"/>
            <a:ext cx="688848" cy="369332"/>
          </a:xfrm>
          <a:prstGeom prst="rect">
            <a:avLst/>
          </a:prstGeom>
          <a:noFill/>
        </p:spPr>
        <p:txBody>
          <a:bodyPr wrap="square" rtlCol="0">
            <a:spAutoFit/>
          </a:bodyPr>
          <a:lstStyle/>
          <a:p>
            <a:r>
              <a:rPr lang="en-US"/>
              <a:t>I</a:t>
            </a:r>
          </a:p>
        </p:txBody>
      </p:sp>
      <p:sp>
        <p:nvSpPr>
          <p:cNvPr id="15" name="TextBox 14">
            <a:extLst>
              <a:ext uri="{FF2B5EF4-FFF2-40B4-BE49-F238E27FC236}">
                <a16:creationId xmlns:a16="http://schemas.microsoft.com/office/drawing/2014/main" id="{01E86A72-4DFC-A1B2-F2DF-C5B966171722}"/>
              </a:ext>
            </a:extLst>
          </p:cNvPr>
          <p:cNvSpPr txBox="1"/>
          <p:nvPr/>
        </p:nvSpPr>
        <p:spPr>
          <a:xfrm>
            <a:off x="9434204" y="1511470"/>
            <a:ext cx="719327" cy="369332"/>
          </a:xfrm>
          <a:prstGeom prst="rect">
            <a:avLst/>
          </a:prstGeom>
          <a:noFill/>
        </p:spPr>
        <p:txBody>
          <a:bodyPr wrap="square" rtlCol="0">
            <a:spAutoFit/>
          </a:bodyPr>
          <a:lstStyle/>
          <a:p>
            <a:r>
              <a:rPr lang="en-US"/>
              <a:t>L</a:t>
            </a:r>
            <a:r>
              <a:rPr lang="en-US" baseline="-25000"/>
              <a:t>1</a:t>
            </a:r>
          </a:p>
        </p:txBody>
      </p:sp>
      <p:sp>
        <p:nvSpPr>
          <p:cNvPr id="16" name="TextBox 15">
            <a:extLst>
              <a:ext uri="{FF2B5EF4-FFF2-40B4-BE49-F238E27FC236}">
                <a16:creationId xmlns:a16="http://schemas.microsoft.com/office/drawing/2014/main" id="{1D238A5E-C9FC-180B-BF74-BDB957B02064}"/>
              </a:ext>
            </a:extLst>
          </p:cNvPr>
          <p:cNvSpPr txBox="1"/>
          <p:nvPr/>
        </p:nvSpPr>
        <p:spPr>
          <a:xfrm>
            <a:off x="9489068" y="1151040"/>
            <a:ext cx="719327" cy="369332"/>
          </a:xfrm>
          <a:prstGeom prst="rect">
            <a:avLst/>
          </a:prstGeom>
          <a:noFill/>
        </p:spPr>
        <p:txBody>
          <a:bodyPr wrap="square" rtlCol="0">
            <a:spAutoFit/>
          </a:bodyPr>
          <a:lstStyle/>
          <a:p>
            <a:r>
              <a:rPr lang="en-US"/>
              <a:t>L</a:t>
            </a:r>
            <a:r>
              <a:rPr lang="en-US" baseline="-25000"/>
              <a:t>2</a:t>
            </a:r>
          </a:p>
        </p:txBody>
      </p:sp>
      <p:sp>
        <p:nvSpPr>
          <p:cNvPr id="17" name="TextBox 16">
            <a:extLst>
              <a:ext uri="{FF2B5EF4-FFF2-40B4-BE49-F238E27FC236}">
                <a16:creationId xmlns:a16="http://schemas.microsoft.com/office/drawing/2014/main" id="{F1475233-29FB-C24B-E56C-ADD5187AF487}"/>
              </a:ext>
            </a:extLst>
          </p:cNvPr>
          <p:cNvSpPr txBox="1"/>
          <p:nvPr/>
        </p:nvSpPr>
        <p:spPr>
          <a:xfrm>
            <a:off x="323087" y="2930872"/>
            <a:ext cx="6605017" cy="338554"/>
          </a:xfrm>
          <a:prstGeom prst="rect">
            <a:avLst/>
          </a:prstGeom>
          <a:noFill/>
        </p:spPr>
        <p:txBody>
          <a:bodyPr wrap="square">
            <a:spAutoFit/>
          </a:bodyPr>
          <a:lstStyle/>
          <a:p>
            <a:pPr algn="just"/>
            <a:r>
              <a:rPr lang="en-US" sz="1600"/>
              <a:t>- Theo lý thuyết để tại M là vân sáng hay vân tối thì hiệu quang lộ:</a:t>
            </a:r>
          </a:p>
        </p:txBody>
      </p:sp>
      <p:graphicFrame>
        <p:nvGraphicFramePr>
          <p:cNvPr id="18" name="Object 17">
            <a:extLst>
              <a:ext uri="{FF2B5EF4-FFF2-40B4-BE49-F238E27FC236}">
                <a16:creationId xmlns:a16="http://schemas.microsoft.com/office/drawing/2014/main" id="{5EDAA11E-9410-F297-B5E8-37866B782EB3}"/>
              </a:ext>
            </a:extLst>
          </p:cNvPr>
          <p:cNvGraphicFramePr>
            <a:graphicFrameLocks noChangeAspect="1"/>
          </p:cNvGraphicFramePr>
          <p:nvPr>
            <p:extLst>
              <p:ext uri="{D42A27DB-BD31-4B8C-83A1-F6EECF244321}">
                <p14:modId xmlns:p14="http://schemas.microsoft.com/office/powerpoint/2010/main" val="3462572341"/>
              </p:ext>
            </p:extLst>
          </p:nvPr>
        </p:nvGraphicFramePr>
        <p:xfrm>
          <a:off x="875786" y="3373654"/>
          <a:ext cx="1322903" cy="369332"/>
        </p:xfrm>
        <a:graphic>
          <a:graphicData uri="http://schemas.openxmlformats.org/presentationml/2006/ole">
            <mc:AlternateContent xmlns:mc="http://schemas.openxmlformats.org/markup-compatibility/2006">
              <mc:Choice xmlns:v="urn:schemas-microsoft-com:vml" Requires="v">
                <p:oleObj name="Equation" r:id="rId2" imgW="774364" imgH="215806" progId="Equation.3">
                  <p:embed/>
                </p:oleObj>
              </mc:Choice>
              <mc:Fallback>
                <p:oleObj name="Equation" r:id="rId2" imgW="774364" imgH="215806" progId="Equation.3">
                  <p:embed/>
                  <p:pic>
                    <p:nvPicPr>
                      <p:cNvPr id="18" name="Object 17">
                        <a:extLst>
                          <a:ext uri="{FF2B5EF4-FFF2-40B4-BE49-F238E27FC236}">
                            <a16:creationId xmlns:a16="http://schemas.microsoft.com/office/drawing/2014/main" id="{5EDAA11E-9410-F297-B5E8-37866B782EB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75786" y="3373654"/>
                        <a:ext cx="1322903" cy="369332"/>
                      </a:xfrm>
                      <a:prstGeom prst="rect">
                        <a:avLst/>
                      </a:prstGeom>
                      <a:noFill/>
                      <a:ln>
                        <a:noFill/>
                      </a:ln>
                    </p:spPr>
                  </p:pic>
                </p:oleObj>
              </mc:Fallback>
            </mc:AlternateContent>
          </a:graphicData>
        </a:graphic>
      </p:graphicFrame>
      <p:sp>
        <p:nvSpPr>
          <p:cNvPr id="19" name="TextBox 18">
            <a:extLst>
              <a:ext uri="{FF2B5EF4-FFF2-40B4-BE49-F238E27FC236}">
                <a16:creationId xmlns:a16="http://schemas.microsoft.com/office/drawing/2014/main" id="{5272BD66-5155-8961-E66C-9F25AC22244E}"/>
              </a:ext>
            </a:extLst>
          </p:cNvPr>
          <p:cNvSpPr txBox="1"/>
          <p:nvPr/>
        </p:nvSpPr>
        <p:spPr>
          <a:xfrm>
            <a:off x="2405954" y="3373654"/>
            <a:ext cx="606554" cy="338554"/>
          </a:xfrm>
          <a:prstGeom prst="rect">
            <a:avLst/>
          </a:prstGeom>
          <a:noFill/>
        </p:spPr>
        <p:txBody>
          <a:bodyPr wrap="square">
            <a:spAutoFit/>
          </a:bodyPr>
          <a:lstStyle/>
          <a:p>
            <a:pPr algn="just"/>
            <a:r>
              <a:rPr lang="en-US" sz="1600"/>
              <a:t>hay</a:t>
            </a:r>
          </a:p>
        </p:txBody>
      </p:sp>
      <p:graphicFrame>
        <p:nvGraphicFramePr>
          <p:cNvPr id="20" name="Object 19">
            <a:extLst>
              <a:ext uri="{FF2B5EF4-FFF2-40B4-BE49-F238E27FC236}">
                <a16:creationId xmlns:a16="http://schemas.microsoft.com/office/drawing/2014/main" id="{9566DDC9-4533-044F-FACD-F70DE837F673}"/>
              </a:ext>
            </a:extLst>
          </p:cNvPr>
          <p:cNvGraphicFramePr>
            <a:graphicFrameLocks noChangeAspect="1"/>
          </p:cNvGraphicFramePr>
          <p:nvPr>
            <p:extLst>
              <p:ext uri="{D42A27DB-BD31-4B8C-83A1-F6EECF244321}">
                <p14:modId xmlns:p14="http://schemas.microsoft.com/office/powerpoint/2010/main" val="3747276704"/>
              </p:ext>
            </p:extLst>
          </p:nvPr>
        </p:nvGraphicFramePr>
        <p:xfrm>
          <a:off x="3012946" y="3159736"/>
          <a:ext cx="2127773" cy="716280"/>
        </p:xfrm>
        <a:graphic>
          <a:graphicData uri="http://schemas.openxmlformats.org/presentationml/2006/ole">
            <mc:AlternateContent xmlns:mc="http://schemas.openxmlformats.org/markup-compatibility/2006">
              <mc:Choice xmlns:v="urn:schemas-microsoft-com:vml" Requires="v">
                <p:oleObj name="Equation" r:id="rId4" imgW="1282680" imgH="431640" progId="Equation.DSMT4">
                  <p:embed/>
                </p:oleObj>
              </mc:Choice>
              <mc:Fallback>
                <p:oleObj name="Equation" r:id="rId4" imgW="1282680" imgH="431640" progId="Equation.DSMT4">
                  <p:embed/>
                  <p:pic>
                    <p:nvPicPr>
                      <p:cNvPr id="20" name="Object 19">
                        <a:extLst>
                          <a:ext uri="{FF2B5EF4-FFF2-40B4-BE49-F238E27FC236}">
                            <a16:creationId xmlns:a16="http://schemas.microsoft.com/office/drawing/2014/main" id="{9566DDC9-4533-044F-FACD-F70DE837F673}"/>
                          </a:ext>
                        </a:extLst>
                      </p:cNvPr>
                      <p:cNvPicPr/>
                      <p:nvPr/>
                    </p:nvPicPr>
                    <p:blipFill>
                      <a:blip r:embed="rId5"/>
                      <a:stretch>
                        <a:fillRect/>
                      </a:stretch>
                    </p:blipFill>
                    <p:spPr>
                      <a:xfrm>
                        <a:off x="3012946" y="3159736"/>
                        <a:ext cx="2127773" cy="716280"/>
                      </a:xfrm>
                      <a:prstGeom prst="rect">
                        <a:avLst/>
                      </a:prstGeom>
                    </p:spPr>
                  </p:pic>
                </p:oleObj>
              </mc:Fallback>
            </mc:AlternateContent>
          </a:graphicData>
        </a:graphic>
      </p:graphicFrame>
      <p:sp>
        <p:nvSpPr>
          <p:cNvPr id="3" name="TextBox 2">
            <a:extLst>
              <a:ext uri="{FF2B5EF4-FFF2-40B4-BE49-F238E27FC236}">
                <a16:creationId xmlns:a16="http://schemas.microsoft.com/office/drawing/2014/main" id="{E2CE77EF-3EDF-3586-BD32-391E092E1647}"/>
              </a:ext>
            </a:extLst>
          </p:cNvPr>
          <p:cNvSpPr txBox="1"/>
          <p:nvPr/>
        </p:nvSpPr>
        <p:spPr>
          <a:xfrm>
            <a:off x="303265" y="228402"/>
            <a:ext cx="8817875" cy="461665"/>
          </a:xfrm>
          <a:prstGeom prst="rect">
            <a:avLst/>
          </a:prstGeom>
          <a:noFill/>
        </p:spPr>
        <p:txBody>
          <a:bodyPr wrap="squar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altLang="ko-KR" sz="2400" b="1" i="0" u="none" strike="noStrike" kern="0" cap="none" spc="0" normalizeH="0" baseline="0" noProof="0">
                <a:ln>
                  <a:noFill/>
                </a:ln>
                <a:solidFill>
                  <a:srgbClr val="FF0000"/>
                </a:solidFill>
                <a:effectLst/>
                <a:uLnTx/>
                <a:uFillTx/>
              </a:rPr>
              <a:t>5.1.5. Giao thoa ánh sáng cho bởi bản mỏng</a:t>
            </a:r>
            <a:endParaRPr kumimoji="0" lang="en-US" altLang="ko-KR" sz="2400" b="1" i="0" u="none" strike="noStrike" kern="0" cap="none" spc="0" normalizeH="0" baseline="0" noProof="0" dirty="0">
              <a:ln>
                <a:noFill/>
              </a:ln>
              <a:solidFill>
                <a:srgbClr val="FF0000"/>
              </a:solidFill>
              <a:effectLst/>
              <a:uLnTx/>
              <a:uFillTx/>
            </a:endParaRPr>
          </a:p>
        </p:txBody>
      </p:sp>
      <p:sp>
        <p:nvSpPr>
          <p:cNvPr id="4" name="TextBox 3">
            <a:extLst>
              <a:ext uri="{FF2B5EF4-FFF2-40B4-BE49-F238E27FC236}">
                <a16:creationId xmlns:a16="http://schemas.microsoft.com/office/drawing/2014/main" id="{209BF0A8-477B-8CC2-450D-382E525FA423}"/>
              </a:ext>
            </a:extLst>
          </p:cNvPr>
          <p:cNvSpPr txBox="1"/>
          <p:nvPr/>
        </p:nvSpPr>
        <p:spPr>
          <a:xfrm>
            <a:off x="320040" y="3909037"/>
            <a:ext cx="8174737" cy="338554"/>
          </a:xfrm>
          <a:prstGeom prst="rect">
            <a:avLst/>
          </a:prstGeom>
          <a:noFill/>
        </p:spPr>
        <p:txBody>
          <a:bodyPr wrap="square">
            <a:spAutoFit/>
          </a:bodyPr>
          <a:lstStyle/>
          <a:p>
            <a:pPr algn="just"/>
            <a:r>
              <a:rPr lang="en-US" sz="1600"/>
              <a:t>Tuy nhiên thực tế cho thấy điểm M đáng nhẽ là vân sáng thì lại là vân tối và ngược lại.</a:t>
            </a:r>
          </a:p>
        </p:txBody>
      </p:sp>
      <p:sp>
        <p:nvSpPr>
          <p:cNvPr id="5" name="TextBox 4">
            <a:extLst>
              <a:ext uri="{FF2B5EF4-FFF2-40B4-BE49-F238E27FC236}">
                <a16:creationId xmlns:a16="http://schemas.microsoft.com/office/drawing/2014/main" id="{6FFFC9D3-346A-FB42-9A5D-F6662875E421}"/>
              </a:ext>
            </a:extLst>
          </p:cNvPr>
          <p:cNvSpPr txBox="1"/>
          <p:nvPr/>
        </p:nvSpPr>
        <p:spPr>
          <a:xfrm>
            <a:off x="320040" y="4251557"/>
            <a:ext cx="8174737" cy="338554"/>
          </a:xfrm>
          <a:prstGeom prst="rect">
            <a:avLst/>
          </a:prstGeom>
          <a:noFill/>
        </p:spPr>
        <p:txBody>
          <a:bodyPr wrap="square">
            <a:spAutoFit/>
          </a:bodyPr>
          <a:lstStyle/>
          <a:p>
            <a:pPr algn="just"/>
            <a:r>
              <a:rPr lang="en-US" sz="1600"/>
              <a:t>Do đó pha dao động của một trong hai tia L</a:t>
            </a:r>
            <a:r>
              <a:rPr lang="en-US" sz="1600" baseline="-25000"/>
              <a:t>1</a:t>
            </a:r>
            <a:r>
              <a:rPr lang="en-US" sz="1600"/>
              <a:t> hoặc L</a:t>
            </a:r>
            <a:r>
              <a:rPr lang="en-US" sz="1600" baseline="-25000"/>
              <a:t>2</a:t>
            </a:r>
            <a:r>
              <a:rPr lang="en-US" sz="1600"/>
              <a:t> phải thêm một lượng là </a:t>
            </a:r>
            <a:r>
              <a:rPr lang="en-US" sz="1600">
                <a:sym typeface="Symbol" panose="05050102010706020507" pitchFamily="18" charset="2"/>
              </a:rPr>
              <a:t>. </a:t>
            </a:r>
            <a:endParaRPr lang="en-US" sz="1600"/>
          </a:p>
        </p:txBody>
      </p:sp>
      <p:sp>
        <p:nvSpPr>
          <p:cNvPr id="9" name="TextBox 8">
            <a:extLst>
              <a:ext uri="{FF2B5EF4-FFF2-40B4-BE49-F238E27FC236}">
                <a16:creationId xmlns:a16="http://schemas.microsoft.com/office/drawing/2014/main" id="{ECA88563-4356-9275-88EC-1DD687BA42EA}"/>
              </a:ext>
            </a:extLst>
          </p:cNvPr>
          <p:cNvSpPr txBox="1"/>
          <p:nvPr/>
        </p:nvSpPr>
        <p:spPr>
          <a:xfrm>
            <a:off x="320039" y="4658308"/>
            <a:ext cx="11551921" cy="584775"/>
          </a:xfrm>
          <a:prstGeom prst="rect">
            <a:avLst/>
          </a:prstGeom>
          <a:noFill/>
        </p:spPr>
        <p:txBody>
          <a:bodyPr wrap="square">
            <a:spAutoFit/>
          </a:bodyPr>
          <a:lstStyle/>
          <a:p>
            <a:pPr algn="just"/>
            <a:r>
              <a:rPr lang="en-US" sz="1600"/>
              <a:t>Tia L</a:t>
            </a:r>
            <a:r>
              <a:rPr lang="en-US" sz="1600" baseline="-25000"/>
              <a:t>2</a:t>
            </a:r>
            <a:r>
              <a:rPr lang="en-US" sz="1600"/>
              <a:t> truyền trực tiếp đến M qua một môi trường duy nhất nên chỉ có tia L</a:t>
            </a:r>
            <a:r>
              <a:rPr lang="en-US" sz="1600" baseline="-25000"/>
              <a:t>1</a:t>
            </a:r>
            <a:r>
              <a:rPr lang="en-US" sz="1600"/>
              <a:t> – tia phản xạ có pha thêm một lượng là </a:t>
            </a:r>
            <a:r>
              <a:rPr lang="en-US" sz="1600">
                <a:sym typeface="Symbol" panose="05050102010706020507" pitchFamily="18" charset="2"/>
              </a:rPr>
              <a:t> tức là quang lộ tia phản xạ phải dài thêm một nửa bước sóng.</a:t>
            </a:r>
            <a:endParaRPr lang="en-US" sz="1600"/>
          </a:p>
        </p:txBody>
      </p:sp>
      <p:sp>
        <p:nvSpPr>
          <p:cNvPr id="11" name="TextBox 10">
            <a:extLst>
              <a:ext uri="{FF2B5EF4-FFF2-40B4-BE49-F238E27FC236}">
                <a16:creationId xmlns:a16="http://schemas.microsoft.com/office/drawing/2014/main" id="{30101871-7D09-3381-F6CC-B34358BEFF0E}"/>
              </a:ext>
            </a:extLst>
          </p:cNvPr>
          <p:cNvSpPr txBox="1"/>
          <p:nvPr/>
        </p:nvSpPr>
        <p:spPr>
          <a:xfrm>
            <a:off x="320039" y="5417071"/>
            <a:ext cx="11551921" cy="584775"/>
          </a:xfrm>
          <a:prstGeom prst="rect">
            <a:avLst/>
          </a:prstGeom>
          <a:noFill/>
        </p:spPr>
        <p:txBody>
          <a:bodyPr wrap="square">
            <a:spAutoFit/>
          </a:bodyPr>
          <a:lstStyle/>
          <a:p>
            <a:pPr algn="just"/>
            <a:r>
              <a:rPr lang="en-US" sz="1600" i="1">
                <a:solidFill>
                  <a:srgbClr val="0070C0"/>
                </a:solidFill>
              </a:rPr>
              <a:t>Thí nghiệm của Lloyd cho thấy: </a:t>
            </a:r>
            <a:r>
              <a:rPr lang="en-US" sz="1600" i="1">
                <a:solidFill>
                  <a:srgbClr val="C00000"/>
                </a:solidFill>
              </a:rPr>
              <a:t>Khi phản xạ trên môi trường chiết quang hơn môi trường của tia tới thì quang lộ của tia phản xạ dài thêm một lượng bằng nửa bước sóng.</a:t>
            </a:r>
            <a:r>
              <a:rPr lang="en-US" sz="1600" i="1">
                <a:solidFill>
                  <a:srgbClr val="0070C0"/>
                </a:solidFill>
              </a:rPr>
              <a:t> </a:t>
            </a:r>
          </a:p>
        </p:txBody>
      </p:sp>
    </p:spTree>
    <p:extLst>
      <p:ext uri="{BB962C8B-B14F-4D97-AF65-F5344CB8AC3E}">
        <p14:creationId xmlns:p14="http://schemas.microsoft.com/office/powerpoint/2010/main" val="24396951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Effect transition="in" filter="fade">
                                      <p:cBhvr>
                                        <p:cTn id="7" dur="1000"/>
                                        <p:tgtEl>
                                          <p:spTgt spid="2">
                                            <p:txEl>
                                              <p:pRg st="0" end="0"/>
                                            </p:txEl>
                                          </p:spTgt>
                                        </p:tgtEl>
                                      </p:cBhvr>
                                    </p:animEffect>
                                    <p:anim calcmode="lin" valueType="num">
                                      <p:cBhvr>
                                        <p:cTn id="8" dur="1000" fill="hold"/>
                                        <p:tgtEl>
                                          <p:spTgt spid="2">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2">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2">
                                            <p:txEl>
                                              <p:pRg st="1" end="1"/>
                                            </p:txEl>
                                          </p:spTgt>
                                        </p:tgtEl>
                                        <p:attrNameLst>
                                          <p:attrName>style.visibility</p:attrName>
                                        </p:attrNameLst>
                                      </p:cBhvr>
                                      <p:to>
                                        <p:strVal val="visible"/>
                                      </p:to>
                                    </p:set>
                                    <p:animEffect transition="in" filter="fade">
                                      <p:cBhvr>
                                        <p:cTn id="14" dur="1000"/>
                                        <p:tgtEl>
                                          <p:spTgt spid="2">
                                            <p:txEl>
                                              <p:pRg st="1" end="1"/>
                                            </p:txEl>
                                          </p:spTgt>
                                        </p:tgtEl>
                                      </p:cBhvr>
                                    </p:animEffect>
                                    <p:anim calcmode="lin" valueType="num">
                                      <p:cBhvr>
                                        <p:cTn id="15" dur="1000" fill="hold"/>
                                        <p:tgtEl>
                                          <p:spTgt spid="2">
                                            <p:txEl>
                                              <p:pRg st="1" end="1"/>
                                            </p:txEl>
                                          </p:spTgt>
                                        </p:tgtEl>
                                        <p:attrNameLst>
                                          <p:attrName>ppt_x</p:attrName>
                                        </p:attrNameLst>
                                      </p:cBhvr>
                                      <p:tavLst>
                                        <p:tav tm="0">
                                          <p:val>
                                            <p:strVal val="#ppt_x"/>
                                          </p:val>
                                        </p:tav>
                                        <p:tav tm="100000">
                                          <p:val>
                                            <p:strVal val="#ppt_x"/>
                                          </p:val>
                                        </p:tav>
                                      </p:tavLst>
                                    </p:anim>
                                    <p:anim calcmode="lin" valueType="num">
                                      <p:cBhvr>
                                        <p:cTn id="16" dur="1000" fill="hold"/>
                                        <p:tgtEl>
                                          <p:spTgt spid="2">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nodeType="clickEffect">
                                  <p:stCondLst>
                                    <p:cond delay="0"/>
                                  </p:stCondLst>
                                  <p:childTnLst>
                                    <p:set>
                                      <p:cBhvr>
                                        <p:cTn id="20" dur="1" fill="hold">
                                          <p:stCondLst>
                                            <p:cond delay="0"/>
                                          </p:stCondLst>
                                        </p:cTn>
                                        <p:tgtEl>
                                          <p:spTgt spid="2">
                                            <p:txEl>
                                              <p:pRg st="2" end="2"/>
                                            </p:txEl>
                                          </p:spTgt>
                                        </p:tgtEl>
                                        <p:attrNameLst>
                                          <p:attrName>style.visibility</p:attrName>
                                        </p:attrNameLst>
                                      </p:cBhvr>
                                      <p:to>
                                        <p:strVal val="visible"/>
                                      </p:to>
                                    </p:set>
                                    <p:animEffect transition="in" filter="fade">
                                      <p:cBhvr>
                                        <p:cTn id="21" dur="1000"/>
                                        <p:tgtEl>
                                          <p:spTgt spid="2">
                                            <p:txEl>
                                              <p:pRg st="2" end="2"/>
                                            </p:txEl>
                                          </p:spTgt>
                                        </p:tgtEl>
                                      </p:cBhvr>
                                    </p:animEffect>
                                    <p:anim calcmode="lin" valueType="num">
                                      <p:cBhvr>
                                        <p:cTn id="22" dur="1000" fill="hold"/>
                                        <p:tgtEl>
                                          <p:spTgt spid="2">
                                            <p:txEl>
                                              <p:pRg st="2" end="2"/>
                                            </p:txEl>
                                          </p:spTgt>
                                        </p:tgtEl>
                                        <p:attrNameLst>
                                          <p:attrName>ppt_x</p:attrName>
                                        </p:attrNameLst>
                                      </p:cBhvr>
                                      <p:tavLst>
                                        <p:tav tm="0">
                                          <p:val>
                                            <p:strVal val="#ppt_x"/>
                                          </p:val>
                                        </p:tav>
                                        <p:tav tm="100000">
                                          <p:val>
                                            <p:strVal val="#ppt_x"/>
                                          </p:val>
                                        </p:tav>
                                      </p:tavLst>
                                    </p:anim>
                                    <p:anim calcmode="lin" valueType="num">
                                      <p:cBhvr>
                                        <p:cTn id="23" dur="1000" fill="hold"/>
                                        <p:tgtEl>
                                          <p:spTgt spid="2">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nodeType="clickEffect">
                                  <p:stCondLst>
                                    <p:cond delay="0"/>
                                  </p:stCondLst>
                                  <p:childTnLst>
                                    <p:set>
                                      <p:cBhvr>
                                        <p:cTn id="27" dur="1" fill="hold">
                                          <p:stCondLst>
                                            <p:cond delay="0"/>
                                          </p:stCondLst>
                                        </p:cTn>
                                        <p:tgtEl>
                                          <p:spTgt spid="2">
                                            <p:txEl>
                                              <p:pRg st="3" end="3"/>
                                            </p:txEl>
                                          </p:spTgt>
                                        </p:tgtEl>
                                        <p:attrNameLst>
                                          <p:attrName>style.visibility</p:attrName>
                                        </p:attrNameLst>
                                      </p:cBhvr>
                                      <p:to>
                                        <p:strVal val="visible"/>
                                      </p:to>
                                    </p:set>
                                    <p:animEffect transition="in" filter="fade">
                                      <p:cBhvr>
                                        <p:cTn id="28" dur="1000"/>
                                        <p:tgtEl>
                                          <p:spTgt spid="2">
                                            <p:txEl>
                                              <p:pRg st="3" end="3"/>
                                            </p:txEl>
                                          </p:spTgt>
                                        </p:tgtEl>
                                      </p:cBhvr>
                                    </p:animEffect>
                                    <p:anim calcmode="lin" valueType="num">
                                      <p:cBhvr>
                                        <p:cTn id="29" dur="1000" fill="hold"/>
                                        <p:tgtEl>
                                          <p:spTgt spid="2">
                                            <p:txEl>
                                              <p:pRg st="3" end="3"/>
                                            </p:txEl>
                                          </p:spTgt>
                                        </p:tgtEl>
                                        <p:attrNameLst>
                                          <p:attrName>ppt_x</p:attrName>
                                        </p:attrNameLst>
                                      </p:cBhvr>
                                      <p:tavLst>
                                        <p:tav tm="0">
                                          <p:val>
                                            <p:strVal val="#ppt_x"/>
                                          </p:val>
                                        </p:tav>
                                        <p:tav tm="100000">
                                          <p:val>
                                            <p:strVal val="#ppt_x"/>
                                          </p:val>
                                        </p:tav>
                                      </p:tavLst>
                                    </p:anim>
                                    <p:anim calcmode="lin" valueType="num">
                                      <p:cBhvr>
                                        <p:cTn id="30" dur="1000" fill="hold"/>
                                        <p:tgtEl>
                                          <p:spTgt spid="2">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6" presetClass="entr" presetSubtype="16" fill="hold" nodeType="clickEffect">
                                  <p:stCondLst>
                                    <p:cond delay="0"/>
                                  </p:stCondLst>
                                  <p:childTnLst>
                                    <p:set>
                                      <p:cBhvr>
                                        <p:cTn id="34" dur="1" fill="hold">
                                          <p:stCondLst>
                                            <p:cond delay="0"/>
                                          </p:stCondLst>
                                        </p:cTn>
                                        <p:tgtEl>
                                          <p:spTgt spid="8"/>
                                        </p:tgtEl>
                                        <p:attrNameLst>
                                          <p:attrName>style.visibility</p:attrName>
                                        </p:attrNameLst>
                                      </p:cBhvr>
                                      <p:to>
                                        <p:strVal val="visible"/>
                                      </p:to>
                                    </p:set>
                                    <p:animEffect transition="in" filter="circle(in)">
                                      <p:cBhvr>
                                        <p:cTn id="35" dur="2000"/>
                                        <p:tgtEl>
                                          <p:spTgt spid="8"/>
                                        </p:tgtEl>
                                      </p:cBhvr>
                                    </p:animEffect>
                                  </p:childTnLst>
                                </p:cTn>
                              </p:par>
                            </p:childTnLst>
                          </p:cTn>
                        </p:par>
                      </p:childTnLst>
                    </p:cTn>
                  </p:par>
                  <p:par>
                    <p:cTn id="36" fill="hold">
                      <p:stCondLst>
                        <p:cond delay="indefinite"/>
                      </p:stCondLst>
                      <p:childTnLst>
                        <p:par>
                          <p:cTn id="37" fill="hold">
                            <p:stCondLst>
                              <p:cond delay="0"/>
                            </p:stCondLst>
                            <p:childTnLst>
                              <p:par>
                                <p:cTn id="38" presetID="6" presetClass="entr" presetSubtype="16" fill="hold" nodeType="clickEffect">
                                  <p:stCondLst>
                                    <p:cond delay="0"/>
                                  </p:stCondLst>
                                  <p:childTnLst>
                                    <p:set>
                                      <p:cBhvr>
                                        <p:cTn id="39" dur="1" fill="hold">
                                          <p:stCondLst>
                                            <p:cond delay="0"/>
                                          </p:stCondLst>
                                        </p:cTn>
                                        <p:tgtEl>
                                          <p:spTgt spid="12"/>
                                        </p:tgtEl>
                                        <p:attrNameLst>
                                          <p:attrName>style.visibility</p:attrName>
                                        </p:attrNameLst>
                                      </p:cBhvr>
                                      <p:to>
                                        <p:strVal val="visible"/>
                                      </p:to>
                                    </p:set>
                                    <p:animEffect transition="in" filter="circle(in)">
                                      <p:cBhvr>
                                        <p:cTn id="40" dur="2000"/>
                                        <p:tgtEl>
                                          <p:spTgt spid="12"/>
                                        </p:tgtEl>
                                      </p:cBhvr>
                                    </p:animEffect>
                                  </p:childTnLst>
                                </p:cTn>
                              </p:par>
                              <p:par>
                                <p:cTn id="41" presetID="6" presetClass="entr" presetSubtype="16" fill="hold" grpId="0" nodeType="withEffect">
                                  <p:stCondLst>
                                    <p:cond delay="0"/>
                                  </p:stCondLst>
                                  <p:childTnLst>
                                    <p:set>
                                      <p:cBhvr>
                                        <p:cTn id="42" dur="1" fill="hold">
                                          <p:stCondLst>
                                            <p:cond delay="0"/>
                                          </p:stCondLst>
                                        </p:cTn>
                                        <p:tgtEl>
                                          <p:spTgt spid="13"/>
                                        </p:tgtEl>
                                        <p:attrNameLst>
                                          <p:attrName>style.visibility</p:attrName>
                                        </p:attrNameLst>
                                      </p:cBhvr>
                                      <p:to>
                                        <p:strVal val="visible"/>
                                      </p:to>
                                    </p:set>
                                    <p:animEffect transition="in" filter="circle(in)">
                                      <p:cBhvr>
                                        <p:cTn id="43" dur="2000"/>
                                        <p:tgtEl>
                                          <p:spTgt spid="13"/>
                                        </p:tgtEl>
                                      </p:cBhvr>
                                    </p:animEffect>
                                  </p:childTnLst>
                                </p:cTn>
                              </p:par>
                            </p:childTnLst>
                          </p:cTn>
                        </p:par>
                      </p:childTnLst>
                    </p:cTn>
                  </p:par>
                  <p:par>
                    <p:cTn id="44" fill="hold">
                      <p:stCondLst>
                        <p:cond delay="indefinite"/>
                      </p:stCondLst>
                      <p:childTnLst>
                        <p:par>
                          <p:cTn id="45" fill="hold">
                            <p:stCondLst>
                              <p:cond delay="0"/>
                            </p:stCondLst>
                            <p:childTnLst>
                              <p:par>
                                <p:cTn id="46" presetID="6" presetClass="entr" presetSubtype="16" fill="hold" grpId="0" nodeType="clickEffect">
                                  <p:stCondLst>
                                    <p:cond delay="0"/>
                                  </p:stCondLst>
                                  <p:childTnLst>
                                    <p:set>
                                      <p:cBhvr>
                                        <p:cTn id="47" dur="1" fill="hold">
                                          <p:stCondLst>
                                            <p:cond delay="0"/>
                                          </p:stCondLst>
                                        </p:cTn>
                                        <p:tgtEl>
                                          <p:spTgt spid="10"/>
                                        </p:tgtEl>
                                        <p:attrNameLst>
                                          <p:attrName>style.visibility</p:attrName>
                                        </p:attrNameLst>
                                      </p:cBhvr>
                                      <p:to>
                                        <p:strVal val="visible"/>
                                      </p:to>
                                    </p:set>
                                    <p:animEffect transition="in" filter="circle(in)">
                                      <p:cBhvr>
                                        <p:cTn id="48" dur="2000"/>
                                        <p:tgtEl>
                                          <p:spTgt spid="10"/>
                                        </p:tgtEl>
                                      </p:cBhvr>
                                    </p:animEffect>
                                  </p:childTnLst>
                                </p:cTn>
                              </p:par>
                              <p:par>
                                <p:cTn id="49" presetID="6" presetClass="entr" presetSubtype="16" fill="hold" grpId="0" nodeType="withEffect">
                                  <p:stCondLst>
                                    <p:cond delay="0"/>
                                  </p:stCondLst>
                                  <p:childTnLst>
                                    <p:set>
                                      <p:cBhvr>
                                        <p:cTn id="50" dur="1" fill="hold">
                                          <p:stCondLst>
                                            <p:cond delay="0"/>
                                          </p:stCondLst>
                                        </p:cTn>
                                        <p:tgtEl>
                                          <p:spTgt spid="25"/>
                                        </p:tgtEl>
                                        <p:attrNameLst>
                                          <p:attrName>style.visibility</p:attrName>
                                        </p:attrNameLst>
                                      </p:cBhvr>
                                      <p:to>
                                        <p:strVal val="visible"/>
                                      </p:to>
                                    </p:set>
                                    <p:animEffect transition="in" filter="circle(in)">
                                      <p:cBhvr>
                                        <p:cTn id="51" dur="2000"/>
                                        <p:tgtEl>
                                          <p:spTgt spid="25"/>
                                        </p:tgtEl>
                                      </p:cBhvr>
                                    </p:animEffect>
                                  </p:childTnLst>
                                </p:cTn>
                              </p:par>
                            </p:childTnLst>
                          </p:cTn>
                        </p:par>
                      </p:childTnLst>
                    </p:cTn>
                  </p:par>
                  <p:par>
                    <p:cTn id="52" fill="hold">
                      <p:stCondLst>
                        <p:cond delay="indefinite"/>
                      </p:stCondLst>
                      <p:childTnLst>
                        <p:par>
                          <p:cTn id="53" fill="hold">
                            <p:stCondLst>
                              <p:cond delay="0"/>
                            </p:stCondLst>
                            <p:childTnLst>
                              <p:par>
                                <p:cTn id="54" presetID="6" presetClass="entr" presetSubtype="16" fill="hold" nodeType="clickEffect">
                                  <p:stCondLst>
                                    <p:cond delay="0"/>
                                  </p:stCondLst>
                                  <p:childTnLst>
                                    <p:set>
                                      <p:cBhvr>
                                        <p:cTn id="55" dur="1" fill="hold">
                                          <p:stCondLst>
                                            <p:cond delay="0"/>
                                          </p:stCondLst>
                                        </p:cTn>
                                        <p:tgtEl>
                                          <p:spTgt spid="26"/>
                                        </p:tgtEl>
                                        <p:attrNameLst>
                                          <p:attrName>style.visibility</p:attrName>
                                        </p:attrNameLst>
                                      </p:cBhvr>
                                      <p:to>
                                        <p:strVal val="visible"/>
                                      </p:to>
                                    </p:set>
                                    <p:animEffect transition="in" filter="circle(in)">
                                      <p:cBhvr>
                                        <p:cTn id="56" dur="2000"/>
                                        <p:tgtEl>
                                          <p:spTgt spid="26"/>
                                        </p:tgtEl>
                                      </p:cBhvr>
                                    </p:animEffect>
                                  </p:childTnLst>
                                </p:cTn>
                              </p:par>
                            </p:childTnLst>
                          </p:cTn>
                        </p:par>
                      </p:childTnLst>
                    </p:cTn>
                  </p:par>
                  <p:par>
                    <p:cTn id="57" fill="hold">
                      <p:stCondLst>
                        <p:cond delay="indefinite"/>
                      </p:stCondLst>
                      <p:childTnLst>
                        <p:par>
                          <p:cTn id="58" fill="hold">
                            <p:stCondLst>
                              <p:cond delay="0"/>
                            </p:stCondLst>
                            <p:childTnLst>
                              <p:par>
                                <p:cTn id="59" presetID="6" presetClass="entr" presetSubtype="16" fill="hold" grpId="0" nodeType="clickEffect">
                                  <p:stCondLst>
                                    <p:cond delay="0"/>
                                  </p:stCondLst>
                                  <p:childTnLst>
                                    <p:set>
                                      <p:cBhvr>
                                        <p:cTn id="60" dur="1" fill="hold">
                                          <p:stCondLst>
                                            <p:cond delay="0"/>
                                          </p:stCondLst>
                                        </p:cTn>
                                        <p:tgtEl>
                                          <p:spTgt spid="27"/>
                                        </p:tgtEl>
                                        <p:attrNameLst>
                                          <p:attrName>style.visibility</p:attrName>
                                        </p:attrNameLst>
                                      </p:cBhvr>
                                      <p:to>
                                        <p:strVal val="visible"/>
                                      </p:to>
                                    </p:set>
                                    <p:animEffect transition="in" filter="circle(in)">
                                      <p:cBhvr>
                                        <p:cTn id="61" dur="2000"/>
                                        <p:tgtEl>
                                          <p:spTgt spid="27"/>
                                        </p:tgtEl>
                                      </p:cBhvr>
                                    </p:animEffect>
                                  </p:childTnLst>
                                </p:cTn>
                              </p:par>
                            </p:childTnLst>
                          </p:cTn>
                        </p:par>
                      </p:childTnLst>
                    </p:cTn>
                  </p:par>
                  <p:par>
                    <p:cTn id="62" fill="hold">
                      <p:stCondLst>
                        <p:cond delay="indefinite"/>
                      </p:stCondLst>
                      <p:childTnLst>
                        <p:par>
                          <p:cTn id="63" fill="hold">
                            <p:stCondLst>
                              <p:cond delay="0"/>
                            </p:stCondLst>
                            <p:childTnLst>
                              <p:par>
                                <p:cTn id="64" presetID="6" presetClass="entr" presetSubtype="16" fill="hold" nodeType="clickEffect">
                                  <p:stCondLst>
                                    <p:cond delay="0"/>
                                  </p:stCondLst>
                                  <p:childTnLst>
                                    <p:set>
                                      <p:cBhvr>
                                        <p:cTn id="65" dur="1" fill="hold">
                                          <p:stCondLst>
                                            <p:cond delay="0"/>
                                          </p:stCondLst>
                                        </p:cTn>
                                        <p:tgtEl>
                                          <p:spTgt spid="38"/>
                                        </p:tgtEl>
                                        <p:attrNameLst>
                                          <p:attrName>style.visibility</p:attrName>
                                        </p:attrNameLst>
                                      </p:cBhvr>
                                      <p:to>
                                        <p:strVal val="visible"/>
                                      </p:to>
                                    </p:set>
                                    <p:animEffect transition="in" filter="circle(in)">
                                      <p:cBhvr>
                                        <p:cTn id="66" dur="2000"/>
                                        <p:tgtEl>
                                          <p:spTgt spid="38"/>
                                        </p:tgtEl>
                                      </p:cBhvr>
                                    </p:animEffect>
                                  </p:childTnLst>
                                </p:cTn>
                              </p:par>
                            </p:childTnLst>
                          </p:cTn>
                        </p:par>
                      </p:childTnLst>
                    </p:cTn>
                  </p:par>
                  <p:par>
                    <p:cTn id="67" fill="hold">
                      <p:stCondLst>
                        <p:cond delay="indefinite"/>
                      </p:stCondLst>
                      <p:childTnLst>
                        <p:par>
                          <p:cTn id="68" fill="hold">
                            <p:stCondLst>
                              <p:cond delay="0"/>
                            </p:stCondLst>
                            <p:childTnLst>
                              <p:par>
                                <p:cTn id="69" presetID="6" presetClass="entr" presetSubtype="16" fill="hold" grpId="0" nodeType="clickEffect">
                                  <p:stCondLst>
                                    <p:cond delay="0"/>
                                  </p:stCondLst>
                                  <p:childTnLst>
                                    <p:set>
                                      <p:cBhvr>
                                        <p:cTn id="70" dur="1" fill="hold">
                                          <p:stCondLst>
                                            <p:cond delay="0"/>
                                          </p:stCondLst>
                                        </p:cTn>
                                        <p:tgtEl>
                                          <p:spTgt spid="46"/>
                                        </p:tgtEl>
                                        <p:attrNameLst>
                                          <p:attrName>style.visibility</p:attrName>
                                        </p:attrNameLst>
                                      </p:cBhvr>
                                      <p:to>
                                        <p:strVal val="visible"/>
                                      </p:to>
                                    </p:set>
                                    <p:animEffect transition="in" filter="circle(in)">
                                      <p:cBhvr>
                                        <p:cTn id="71" dur="2000"/>
                                        <p:tgtEl>
                                          <p:spTgt spid="46"/>
                                        </p:tgtEl>
                                      </p:cBhvr>
                                    </p:animEffect>
                                  </p:childTnLst>
                                </p:cTn>
                              </p:par>
                            </p:childTnLst>
                          </p:cTn>
                        </p:par>
                      </p:childTnLst>
                    </p:cTn>
                  </p:par>
                  <p:par>
                    <p:cTn id="72" fill="hold">
                      <p:stCondLst>
                        <p:cond delay="indefinite"/>
                      </p:stCondLst>
                      <p:childTnLst>
                        <p:par>
                          <p:cTn id="73" fill="hold">
                            <p:stCondLst>
                              <p:cond delay="0"/>
                            </p:stCondLst>
                            <p:childTnLst>
                              <p:par>
                                <p:cTn id="74" presetID="6" presetClass="entr" presetSubtype="16" fill="hold" nodeType="clickEffect">
                                  <p:stCondLst>
                                    <p:cond delay="0"/>
                                  </p:stCondLst>
                                  <p:childTnLst>
                                    <p:set>
                                      <p:cBhvr>
                                        <p:cTn id="75" dur="1" fill="hold">
                                          <p:stCondLst>
                                            <p:cond delay="0"/>
                                          </p:stCondLst>
                                        </p:cTn>
                                        <p:tgtEl>
                                          <p:spTgt spid="40"/>
                                        </p:tgtEl>
                                        <p:attrNameLst>
                                          <p:attrName>style.visibility</p:attrName>
                                        </p:attrNameLst>
                                      </p:cBhvr>
                                      <p:to>
                                        <p:strVal val="visible"/>
                                      </p:to>
                                    </p:set>
                                    <p:animEffect transition="in" filter="circle(in)">
                                      <p:cBhvr>
                                        <p:cTn id="76" dur="2000"/>
                                        <p:tgtEl>
                                          <p:spTgt spid="40"/>
                                        </p:tgtEl>
                                      </p:cBhvr>
                                    </p:animEffect>
                                  </p:childTnLst>
                                </p:cTn>
                              </p:par>
                            </p:childTnLst>
                          </p:cTn>
                        </p:par>
                      </p:childTnLst>
                    </p:cTn>
                  </p:par>
                  <p:par>
                    <p:cTn id="77" fill="hold">
                      <p:stCondLst>
                        <p:cond delay="indefinite"/>
                      </p:stCondLst>
                      <p:childTnLst>
                        <p:par>
                          <p:cTn id="78" fill="hold">
                            <p:stCondLst>
                              <p:cond delay="0"/>
                            </p:stCondLst>
                            <p:childTnLst>
                              <p:par>
                                <p:cTn id="79" presetID="6" presetClass="entr" presetSubtype="16" fill="hold" nodeType="clickEffect">
                                  <p:stCondLst>
                                    <p:cond delay="0"/>
                                  </p:stCondLst>
                                  <p:childTnLst>
                                    <p:set>
                                      <p:cBhvr>
                                        <p:cTn id="80" dur="1" fill="hold">
                                          <p:stCondLst>
                                            <p:cond delay="0"/>
                                          </p:stCondLst>
                                        </p:cTn>
                                        <p:tgtEl>
                                          <p:spTgt spid="33"/>
                                        </p:tgtEl>
                                        <p:attrNameLst>
                                          <p:attrName>style.visibility</p:attrName>
                                        </p:attrNameLst>
                                      </p:cBhvr>
                                      <p:to>
                                        <p:strVal val="visible"/>
                                      </p:to>
                                    </p:set>
                                    <p:animEffect transition="in" filter="circle(in)">
                                      <p:cBhvr>
                                        <p:cTn id="81" dur="2000"/>
                                        <p:tgtEl>
                                          <p:spTgt spid="33"/>
                                        </p:tgtEl>
                                      </p:cBhvr>
                                    </p:animEffect>
                                  </p:childTnLst>
                                </p:cTn>
                              </p:par>
                            </p:childTnLst>
                          </p:cTn>
                        </p:par>
                      </p:childTnLst>
                    </p:cTn>
                  </p:par>
                  <p:par>
                    <p:cTn id="82" fill="hold">
                      <p:stCondLst>
                        <p:cond delay="indefinite"/>
                      </p:stCondLst>
                      <p:childTnLst>
                        <p:par>
                          <p:cTn id="83" fill="hold">
                            <p:stCondLst>
                              <p:cond delay="0"/>
                            </p:stCondLst>
                            <p:childTnLst>
                              <p:par>
                                <p:cTn id="84" presetID="6" presetClass="entr" presetSubtype="16" fill="hold" grpId="0" nodeType="clickEffect">
                                  <p:stCondLst>
                                    <p:cond delay="0"/>
                                  </p:stCondLst>
                                  <p:childTnLst>
                                    <p:set>
                                      <p:cBhvr>
                                        <p:cTn id="85" dur="1" fill="hold">
                                          <p:stCondLst>
                                            <p:cond delay="0"/>
                                          </p:stCondLst>
                                        </p:cTn>
                                        <p:tgtEl>
                                          <p:spTgt spid="34"/>
                                        </p:tgtEl>
                                        <p:attrNameLst>
                                          <p:attrName>style.visibility</p:attrName>
                                        </p:attrNameLst>
                                      </p:cBhvr>
                                      <p:to>
                                        <p:strVal val="visible"/>
                                      </p:to>
                                    </p:set>
                                    <p:animEffect transition="in" filter="circle(in)">
                                      <p:cBhvr>
                                        <p:cTn id="86" dur="2000"/>
                                        <p:tgtEl>
                                          <p:spTgt spid="34"/>
                                        </p:tgtEl>
                                      </p:cBhvr>
                                    </p:animEffect>
                                  </p:childTnLst>
                                </p:cTn>
                              </p:par>
                            </p:childTnLst>
                          </p:cTn>
                        </p:par>
                      </p:childTnLst>
                    </p:cTn>
                  </p:par>
                  <p:par>
                    <p:cTn id="87" fill="hold">
                      <p:stCondLst>
                        <p:cond delay="indefinite"/>
                      </p:stCondLst>
                      <p:childTnLst>
                        <p:par>
                          <p:cTn id="88" fill="hold">
                            <p:stCondLst>
                              <p:cond delay="0"/>
                            </p:stCondLst>
                            <p:childTnLst>
                              <p:par>
                                <p:cTn id="89" presetID="6" presetClass="entr" presetSubtype="16" fill="hold" nodeType="clickEffect">
                                  <p:stCondLst>
                                    <p:cond delay="0"/>
                                  </p:stCondLst>
                                  <p:childTnLst>
                                    <p:set>
                                      <p:cBhvr>
                                        <p:cTn id="90" dur="1" fill="hold">
                                          <p:stCondLst>
                                            <p:cond delay="0"/>
                                          </p:stCondLst>
                                        </p:cTn>
                                        <p:tgtEl>
                                          <p:spTgt spid="28"/>
                                        </p:tgtEl>
                                        <p:attrNameLst>
                                          <p:attrName>style.visibility</p:attrName>
                                        </p:attrNameLst>
                                      </p:cBhvr>
                                      <p:to>
                                        <p:strVal val="visible"/>
                                      </p:to>
                                    </p:set>
                                    <p:animEffect transition="in" filter="circle(in)">
                                      <p:cBhvr>
                                        <p:cTn id="91" dur="2000"/>
                                        <p:tgtEl>
                                          <p:spTgt spid="28"/>
                                        </p:tgtEl>
                                      </p:cBhvr>
                                    </p:animEffect>
                                  </p:childTnLst>
                                </p:cTn>
                              </p:par>
                            </p:childTnLst>
                          </p:cTn>
                        </p:par>
                      </p:childTnLst>
                    </p:cTn>
                  </p:par>
                  <p:par>
                    <p:cTn id="92" fill="hold">
                      <p:stCondLst>
                        <p:cond delay="indefinite"/>
                      </p:stCondLst>
                      <p:childTnLst>
                        <p:par>
                          <p:cTn id="93" fill="hold">
                            <p:stCondLst>
                              <p:cond delay="0"/>
                            </p:stCondLst>
                            <p:childTnLst>
                              <p:par>
                                <p:cTn id="94" presetID="6" presetClass="entr" presetSubtype="16" fill="hold" nodeType="clickEffect">
                                  <p:stCondLst>
                                    <p:cond delay="0"/>
                                  </p:stCondLst>
                                  <p:childTnLst>
                                    <p:set>
                                      <p:cBhvr>
                                        <p:cTn id="95" dur="1" fill="hold">
                                          <p:stCondLst>
                                            <p:cond delay="0"/>
                                          </p:stCondLst>
                                        </p:cTn>
                                        <p:tgtEl>
                                          <p:spTgt spid="30"/>
                                        </p:tgtEl>
                                        <p:attrNameLst>
                                          <p:attrName>style.visibility</p:attrName>
                                        </p:attrNameLst>
                                      </p:cBhvr>
                                      <p:to>
                                        <p:strVal val="visible"/>
                                      </p:to>
                                    </p:set>
                                    <p:animEffect transition="in" filter="circle(in)">
                                      <p:cBhvr>
                                        <p:cTn id="96" dur="2000"/>
                                        <p:tgtEl>
                                          <p:spTgt spid="30"/>
                                        </p:tgtEl>
                                      </p:cBhvr>
                                    </p:animEffect>
                                  </p:childTnLst>
                                </p:cTn>
                              </p:par>
                            </p:childTnLst>
                          </p:cTn>
                        </p:par>
                      </p:childTnLst>
                    </p:cTn>
                  </p:par>
                  <p:par>
                    <p:cTn id="97" fill="hold">
                      <p:stCondLst>
                        <p:cond delay="indefinite"/>
                      </p:stCondLst>
                      <p:childTnLst>
                        <p:par>
                          <p:cTn id="98" fill="hold">
                            <p:stCondLst>
                              <p:cond delay="0"/>
                            </p:stCondLst>
                            <p:childTnLst>
                              <p:par>
                                <p:cTn id="99" presetID="6" presetClass="entr" presetSubtype="16" fill="hold" grpId="0" nodeType="clickEffect">
                                  <p:stCondLst>
                                    <p:cond delay="0"/>
                                  </p:stCondLst>
                                  <p:childTnLst>
                                    <p:set>
                                      <p:cBhvr>
                                        <p:cTn id="100" dur="1" fill="hold">
                                          <p:stCondLst>
                                            <p:cond delay="0"/>
                                          </p:stCondLst>
                                        </p:cTn>
                                        <p:tgtEl>
                                          <p:spTgt spid="45"/>
                                        </p:tgtEl>
                                        <p:attrNameLst>
                                          <p:attrName>style.visibility</p:attrName>
                                        </p:attrNameLst>
                                      </p:cBhvr>
                                      <p:to>
                                        <p:strVal val="visible"/>
                                      </p:to>
                                    </p:set>
                                    <p:animEffect transition="in" filter="circle(in)">
                                      <p:cBhvr>
                                        <p:cTn id="101" dur="2000"/>
                                        <p:tgtEl>
                                          <p:spTgt spid="45"/>
                                        </p:tgtEl>
                                      </p:cBhvr>
                                    </p:animEffect>
                                  </p:childTnLst>
                                </p:cTn>
                              </p:par>
                              <p:par>
                                <p:cTn id="102" presetID="6" presetClass="entr" presetSubtype="16" fill="hold" grpId="0" nodeType="withEffect">
                                  <p:stCondLst>
                                    <p:cond delay="0"/>
                                  </p:stCondLst>
                                  <p:childTnLst>
                                    <p:set>
                                      <p:cBhvr>
                                        <p:cTn id="103" dur="1" fill="hold">
                                          <p:stCondLst>
                                            <p:cond delay="0"/>
                                          </p:stCondLst>
                                        </p:cTn>
                                        <p:tgtEl>
                                          <p:spTgt spid="15"/>
                                        </p:tgtEl>
                                        <p:attrNameLst>
                                          <p:attrName>style.visibility</p:attrName>
                                        </p:attrNameLst>
                                      </p:cBhvr>
                                      <p:to>
                                        <p:strVal val="visible"/>
                                      </p:to>
                                    </p:set>
                                    <p:animEffect transition="in" filter="circle(in)">
                                      <p:cBhvr>
                                        <p:cTn id="104" dur="2000"/>
                                        <p:tgtEl>
                                          <p:spTgt spid="15"/>
                                        </p:tgtEl>
                                      </p:cBhvr>
                                    </p:animEffect>
                                  </p:childTnLst>
                                </p:cTn>
                              </p:par>
                              <p:par>
                                <p:cTn id="105" presetID="6" presetClass="entr" presetSubtype="16" fill="hold" grpId="0" nodeType="withEffect">
                                  <p:stCondLst>
                                    <p:cond delay="0"/>
                                  </p:stCondLst>
                                  <p:childTnLst>
                                    <p:set>
                                      <p:cBhvr>
                                        <p:cTn id="106" dur="1" fill="hold">
                                          <p:stCondLst>
                                            <p:cond delay="0"/>
                                          </p:stCondLst>
                                        </p:cTn>
                                        <p:tgtEl>
                                          <p:spTgt spid="16"/>
                                        </p:tgtEl>
                                        <p:attrNameLst>
                                          <p:attrName>style.visibility</p:attrName>
                                        </p:attrNameLst>
                                      </p:cBhvr>
                                      <p:to>
                                        <p:strVal val="visible"/>
                                      </p:to>
                                    </p:set>
                                    <p:animEffect transition="in" filter="circle(in)">
                                      <p:cBhvr>
                                        <p:cTn id="107" dur="2000"/>
                                        <p:tgtEl>
                                          <p:spTgt spid="16"/>
                                        </p:tgtEl>
                                      </p:cBhvr>
                                    </p:animEffect>
                                  </p:childTnLst>
                                </p:cTn>
                              </p:par>
                            </p:childTnLst>
                          </p:cTn>
                        </p:par>
                      </p:childTnLst>
                    </p:cTn>
                  </p:par>
                  <p:par>
                    <p:cTn id="108" fill="hold">
                      <p:stCondLst>
                        <p:cond delay="indefinite"/>
                      </p:stCondLst>
                      <p:childTnLst>
                        <p:par>
                          <p:cTn id="109" fill="hold">
                            <p:stCondLst>
                              <p:cond delay="0"/>
                            </p:stCondLst>
                            <p:childTnLst>
                              <p:par>
                                <p:cTn id="110" presetID="42" presetClass="entr" presetSubtype="0" fill="hold" grpId="0" nodeType="clickEffect">
                                  <p:stCondLst>
                                    <p:cond delay="0"/>
                                  </p:stCondLst>
                                  <p:childTnLst>
                                    <p:set>
                                      <p:cBhvr>
                                        <p:cTn id="111" dur="1" fill="hold">
                                          <p:stCondLst>
                                            <p:cond delay="0"/>
                                          </p:stCondLst>
                                        </p:cTn>
                                        <p:tgtEl>
                                          <p:spTgt spid="17"/>
                                        </p:tgtEl>
                                        <p:attrNameLst>
                                          <p:attrName>style.visibility</p:attrName>
                                        </p:attrNameLst>
                                      </p:cBhvr>
                                      <p:to>
                                        <p:strVal val="visible"/>
                                      </p:to>
                                    </p:set>
                                    <p:animEffect transition="in" filter="fade">
                                      <p:cBhvr>
                                        <p:cTn id="112" dur="1000"/>
                                        <p:tgtEl>
                                          <p:spTgt spid="17"/>
                                        </p:tgtEl>
                                      </p:cBhvr>
                                    </p:animEffect>
                                    <p:anim calcmode="lin" valueType="num">
                                      <p:cBhvr>
                                        <p:cTn id="113" dur="1000" fill="hold"/>
                                        <p:tgtEl>
                                          <p:spTgt spid="17"/>
                                        </p:tgtEl>
                                        <p:attrNameLst>
                                          <p:attrName>ppt_x</p:attrName>
                                        </p:attrNameLst>
                                      </p:cBhvr>
                                      <p:tavLst>
                                        <p:tav tm="0">
                                          <p:val>
                                            <p:strVal val="#ppt_x"/>
                                          </p:val>
                                        </p:tav>
                                        <p:tav tm="100000">
                                          <p:val>
                                            <p:strVal val="#ppt_x"/>
                                          </p:val>
                                        </p:tav>
                                      </p:tavLst>
                                    </p:anim>
                                    <p:anim calcmode="lin" valueType="num">
                                      <p:cBhvr>
                                        <p:cTn id="114" dur="1000" fill="hold"/>
                                        <p:tgtEl>
                                          <p:spTgt spid="17"/>
                                        </p:tgtEl>
                                        <p:attrNameLst>
                                          <p:attrName>ppt_y</p:attrName>
                                        </p:attrNameLst>
                                      </p:cBhvr>
                                      <p:tavLst>
                                        <p:tav tm="0">
                                          <p:val>
                                            <p:strVal val="#ppt_y+.1"/>
                                          </p:val>
                                        </p:tav>
                                        <p:tav tm="100000">
                                          <p:val>
                                            <p:strVal val="#ppt_y"/>
                                          </p:val>
                                        </p:tav>
                                      </p:tavLst>
                                    </p:anim>
                                  </p:childTnLst>
                                </p:cTn>
                              </p:par>
                            </p:childTnLst>
                          </p:cTn>
                        </p:par>
                      </p:childTnLst>
                    </p:cTn>
                  </p:par>
                  <p:par>
                    <p:cTn id="115" fill="hold">
                      <p:stCondLst>
                        <p:cond delay="indefinite"/>
                      </p:stCondLst>
                      <p:childTnLst>
                        <p:par>
                          <p:cTn id="116" fill="hold">
                            <p:stCondLst>
                              <p:cond delay="0"/>
                            </p:stCondLst>
                            <p:childTnLst>
                              <p:par>
                                <p:cTn id="117" presetID="42" presetClass="entr" presetSubtype="0" fill="hold" nodeType="clickEffect">
                                  <p:stCondLst>
                                    <p:cond delay="0"/>
                                  </p:stCondLst>
                                  <p:childTnLst>
                                    <p:set>
                                      <p:cBhvr>
                                        <p:cTn id="118" dur="1" fill="hold">
                                          <p:stCondLst>
                                            <p:cond delay="0"/>
                                          </p:stCondLst>
                                        </p:cTn>
                                        <p:tgtEl>
                                          <p:spTgt spid="18"/>
                                        </p:tgtEl>
                                        <p:attrNameLst>
                                          <p:attrName>style.visibility</p:attrName>
                                        </p:attrNameLst>
                                      </p:cBhvr>
                                      <p:to>
                                        <p:strVal val="visible"/>
                                      </p:to>
                                    </p:set>
                                    <p:animEffect transition="in" filter="fade">
                                      <p:cBhvr>
                                        <p:cTn id="119" dur="1000"/>
                                        <p:tgtEl>
                                          <p:spTgt spid="18"/>
                                        </p:tgtEl>
                                      </p:cBhvr>
                                    </p:animEffect>
                                    <p:anim calcmode="lin" valueType="num">
                                      <p:cBhvr>
                                        <p:cTn id="120" dur="1000" fill="hold"/>
                                        <p:tgtEl>
                                          <p:spTgt spid="18"/>
                                        </p:tgtEl>
                                        <p:attrNameLst>
                                          <p:attrName>ppt_x</p:attrName>
                                        </p:attrNameLst>
                                      </p:cBhvr>
                                      <p:tavLst>
                                        <p:tav tm="0">
                                          <p:val>
                                            <p:strVal val="#ppt_x"/>
                                          </p:val>
                                        </p:tav>
                                        <p:tav tm="100000">
                                          <p:val>
                                            <p:strVal val="#ppt_x"/>
                                          </p:val>
                                        </p:tav>
                                      </p:tavLst>
                                    </p:anim>
                                    <p:anim calcmode="lin" valueType="num">
                                      <p:cBhvr>
                                        <p:cTn id="121" dur="1000" fill="hold"/>
                                        <p:tgtEl>
                                          <p:spTgt spid="18"/>
                                        </p:tgtEl>
                                        <p:attrNameLst>
                                          <p:attrName>ppt_y</p:attrName>
                                        </p:attrNameLst>
                                      </p:cBhvr>
                                      <p:tavLst>
                                        <p:tav tm="0">
                                          <p:val>
                                            <p:strVal val="#ppt_y+.1"/>
                                          </p:val>
                                        </p:tav>
                                        <p:tav tm="100000">
                                          <p:val>
                                            <p:strVal val="#ppt_y"/>
                                          </p:val>
                                        </p:tav>
                                      </p:tavLst>
                                    </p:anim>
                                  </p:childTnLst>
                                </p:cTn>
                              </p:par>
                            </p:childTnLst>
                          </p:cTn>
                        </p:par>
                      </p:childTnLst>
                    </p:cTn>
                  </p:par>
                  <p:par>
                    <p:cTn id="122" fill="hold">
                      <p:stCondLst>
                        <p:cond delay="indefinite"/>
                      </p:stCondLst>
                      <p:childTnLst>
                        <p:par>
                          <p:cTn id="123" fill="hold">
                            <p:stCondLst>
                              <p:cond delay="0"/>
                            </p:stCondLst>
                            <p:childTnLst>
                              <p:par>
                                <p:cTn id="124" presetID="42" presetClass="entr" presetSubtype="0" fill="hold" grpId="0" nodeType="clickEffect">
                                  <p:stCondLst>
                                    <p:cond delay="0"/>
                                  </p:stCondLst>
                                  <p:childTnLst>
                                    <p:set>
                                      <p:cBhvr>
                                        <p:cTn id="125" dur="1" fill="hold">
                                          <p:stCondLst>
                                            <p:cond delay="0"/>
                                          </p:stCondLst>
                                        </p:cTn>
                                        <p:tgtEl>
                                          <p:spTgt spid="19"/>
                                        </p:tgtEl>
                                        <p:attrNameLst>
                                          <p:attrName>style.visibility</p:attrName>
                                        </p:attrNameLst>
                                      </p:cBhvr>
                                      <p:to>
                                        <p:strVal val="visible"/>
                                      </p:to>
                                    </p:set>
                                    <p:animEffect transition="in" filter="fade">
                                      <p:cBhvr>
                                        <p:cTn id="126" dur="1000"/>
                                        <p:tgtEl>
                                          <p:spTgt spid="19"/>
                                        </p:tgtEl>
                                      </p:cBhvr>
                                    </p:animEffect>
                                    <p:anim calcmode="lin" valueType="num">
                                      <p:cBhvr>
                                        <p:cTn id="127" dur="1000" fill="hold"/>
                                        <p:tgtEl>
                                          <p:spTgt spid="19"/>
                                        </p:tgtEl>
                                        <p:attrNameLst>
                                          <p:attrName>ppt_x</p:attrName>
                                        </p:attrNameLst>
                                      </p:cBhvr>
                                      <p:tavLst>
                                        <p:tav tm="0">
                                          <p:val>
                                            <p:strVal val="#ppt_x"/>
                                          </p:val>
                                        </p:tav>
                                        <p:tav tm="100000">
                                          <p:val>
                                            <p:strVal val="#ppt_x"/>
                                          </p:val>
                                        </p:tav>
                                      </p:tavLst>
                                    </p:anim>
                                    <p:anim calcmode="lin" valueType="num">
                                      <p:cBhvr>
                                        <p:cTn id="128" dur="1000" fill="hold"/>
                                        <p:tgtEl>
                                          <p:spTgt spid="19"/>
                                        </p:tgtEl>
                                        <p:attrNameLst>
                                          <p:attrName>ppt_y</p:attrName>
                                        </p:attrNameLst>
                                      </p:cBhvr>
                                      <p:tavLst>
                                        <p:tav tm="0">
                                          <p:val>
                                            <p:strVal val="#ppt_y+.1"/>
                                          </p:val>
                                        </p:tav>
                                        <p:tav tm="100000">
                                          <p:val>
                                            <p:strVal val="#ppt_y"/>
                                          </p:val>
                                        </p:tav>
                                      </p:tavLst>
                                    </p:anim>
                                  </p:childTnLst>
                                </p:cTn>
                              </p:par>
                            </p:childTnLst>
                          </p:cTn>
                        </p:par>
                      </p:childTnLst>
                    </p:cTn>
                  </p:par>
                  <p:par>
                    <p:cTn id="129" fill="hold">
                      <p:stCondLst>
                        <p:cond delay="indefinite"/>
                      </p:stCondLst>
                      <p:childTnLst>
                        <p:par>
                          <p:cTn id="130" fill="hold">
                            <p:stCondLst>
                              <p:cond delay="0"/>
                            </p:stCondLst>
                            <p:childTnLst>
                              <p:par>
                                <p:cTn id="131" presetID="42" presetClass="entr" presetSubtype="0" fill="hold" nodeType="clickEffect">
                                  <p:stCondLst>
                                    <p:cond delay="0"/>
                                  </p:stCondLst>
                                  <p:childTnLst>
                                    <p:set>
                                      <p:cBhvr>
                                        <p:cTn id="132" dur="1" fill="hold">
                                          <p:stCondLst>
                                            <p:cond delay="0"/>
                                          </p:stCondLst>
                                        </p:cTn>
                                        <p:tgtEl>
                                          <p:spTgt spid="20"/>
                                        </p:tgtEl>
                                        <p:attrNameLst>
                                          <p:attrName>style.visibility</p:attrName>
                                        </p:attrNameLst>
                                      </p:cBhvr>
                                      <p:to>
                                        <p:strVal val="visible"/>
                                      </p:to>
                                    </p:set>
                                    <p:animEffect transition="in" filter="fade">
                                      <p:cBhvr>
                                        <p:cTn id="133" dur="1000"/>
                                        <p:tgtEl>
                                          <p:spTgt spid="20"/>
                                        </p:tgtEl>
                                      </p:cBhvr>
                                    </p:animEffect>
                                    <p:anim calcmode="lin" valueType="num">
                                      <p:cBhvr>
                                        <p:cTn id="134" dur="1000" fill="hold"/>
                                        <p:tgtEl>
                                          <p:spTgt spid="20"/>
                                        </p:tgtEl>
                                        <p:attrNameLst>
                                          <p:attrName>ppt_x</p:attrName>
                                        </p:attrNameLst>
                                      </p:cBhvr>
                                      <p:tavLst>
                                        <p:tav tm="0">
                                          <p:val>
                                            <p:strVal val="#ppt_x"/>
                                          </p:val>
                                        </p:tav>
                                        <p:tav tm="100000">
                                          <p:val>
                                            <p:strVal val="#ppt_x"/>
                                          </p:val>
                                        </p:tav>
                                      </p:tavLst>
                                    </p:anim>
                                    <p:anim calcmode="lin" valueType="num">
                                      <p:cBhvr>
                                        <p:cTn id="135" dur="1000" fill="hold"/>
                                        <p:tgtEl>
                                          <p:spTgt spid="20"/>
                                        </p:tgtEl>
                                        <p:attrNameLst>
                                          <p:attrName>ppt_y</p:attrName>
                                        </p:attrNameLst>
                                      </p:cBhvr>
                                      <p:tavLst>
                                        <p:tav tm="0">
                                          <p:val>
                                            <p:strVal val="#ppt_y+.1"/>
                                          </p:val>
                                        </p:tav>
                                        <p:tav tm="100000">
                                          <p:val>
                                            <p:strVal val="#ppt_y"/>
                                          </p:val>
                                        </p:tav>
                                      </p:tavLst>
                                    </p:anim>
                                  </p:childTnLst>
                                </p:cTn>
                              </p:par>
                            </p:childTnLst>
                          </p:cTn>
                        </p:par>
                      </p:childTnLst>
                    </p:cTn>
                  </p:par>
                  <p:par>
                    <p:cTn id="136" fill="hold">
                      <p:stCondLst>
                        <p:cond delay="indefinite"/>
                      </p:stCondLst>
                      <p:childTnLst>
                        <p:par>
                          <p:cTn id="137" fill="hold">
                            <p:stCondLst>
                              <p:cond delay="0"/>
                            </p:stCondLst>
                            <p:childTnLst>
                              <p:par>
                                <p:cTn id="138" presetID="42" presetClass="entr" presetSubtype="0" fill="hold" grpId="0" nodeType="clickEffect">
                                  <p:stCondLst>
                                    <p:cond delay="0"/>
                                  </p:stCondLst>
                                  <p:childTnLst>
                                    <p:set>
                                      <p:cBhvr>
                                        <p:cTn id="139" dur="1" fill="hold">
                                          <p:stCondLst>
                                            <p:cond delay="0"/>
                                          </p:stCondLst>
                                        </p:cTn>
                                        <p:tgtEl>
                                          <p:spTgt spid="4"/>
                                        </p:tgtEl>
                                        <p:attrNameLst>
                                          <p:attrName>style.visibility</p:attrName>
                                        </p:attrNameLst>
                                      </p:cBhvr>
                                      <p:to>
                                        <p:strVal val="visible"/>
                                      </p:to>
                                    </p:set>
                                    <p:animEffect transition="in" filter="fade">
                                      <p:cBhvr>
                                        <p:cTn id="140" dur="1000"/>
                                        <p:tgtEl>
                                          <p:spTgt spid="4"/>
                                        </p:tgtEl>
                                      </p:cBhvr>
                                    </p:animEffect>
                                    <p:anim calcmode="lin" valueType="num">
                                      <p:cBhvr>
                                        <p:cTn id="141" dur="1000" fill="hold"/>
                                        <p:tgtEl>
                                          <p:spTgt spid="4"/>
                                        </p:tgtEl>
                                        <p:attrNameLst>
                                          <p:attrName>ppt_x</p:attrName>
                                        </p:attrNameLst>
                                      </p:cBhvr>
                                      <p:tavLst>
                                        <p:tav tm="0">
                                          <p:val>
                                            <p:strVal val="#ppt_x"/>
                                          </p:val>
                                        </p:tav>
                                        <p:tav tm="100000">
                                          <p:val>
                                            <p:strVal val="#ppt_x"/>
                                          </p:val>
                                        </p:tav>
                                      </p:tavLst>
                                    </p:anim>
                                    <p:anim calcmode="lin" valueType="num">
                                      <p:cBhvr>
                                        <p:cTn id="142" dur="1000" fill="hold"/>
                                        <p:tgtEl>
                                          <p:spTgt spid="4"/>
                                        </p:tgtEl>
                                        <p:attrNameLst>
                                          <p:attrName>ppt_y</p:attrName>
                                        </p:attrNameLst>
                                      </p:cBhvr>
                                      <p:tavLst>
                                        <p:tav tm="0">
                                          <p:val>
                                            <p:strVal val="#ppt_y+.1"/>
                                          </p:val>
                                        </p:tav>
                                        <p:tav tm="100000">
                                          <p:val>
                                            <p:strVal val="#ppt_y"/>
                                          </p:val>
                                        </p:tav>
                                      </p:tavLst>
                                    </p:anim>
                                  </p:childTnLst>
                                </p:cTn>
                              </p:par>
                            </p:childTnLst>
                          </p:cTn>
                        </p:par>
                      </p:childTnLst>
                    </p:cTn>
                  </p:par>
                  <p:par>
                    <p:cTn id="143" fill="hold">
                      <p:stCondLst>
                        <p:cond delay="indefinite"/>
                      </p:stCondLst>
                      <p:childTnLst>
                        <p:par>
                          <p:cTn id="144" fill="hold">
                            <p:stCondLst>
                              <p:cond delay="0"/>
                            </p:stCondLst>
                            <p:childTnLst>
                              <p:par>
                                <p:cTn id="145" presetID="42" presetClass="entr" presetSubtype="0" fill="hold" grpId="0" nodeType="clickEffect">
                                  <p:stCondLst>
                                    <p:cond delay="0"/>
                                  </p:stCondLst>
                                  <p:childTnLst>
                                    <p:set>
                                      <p:cBhvr>
                                        <p:cTn id="146" dur="1" fill="hold">
                                          <p:stCondLst>
                                            <p:cond delay="0"/>
                                          </p:stCondLst>
                                        </p:cTn>
                                        <p:tgtEl>
                                          <p:spTgt spid="5"/>
                                        </p:tgtEl>
                                        <p:attrNameLst>
                                          <p:attrName>style.visibility</p:attrName>
                                        </p:attrNameLst>
                                      </p:cBhvr>
                                      <p:to>
                                        <p:strVal val="visible"/>
                                      </p:to>
                                    </p:set>
                                    <p:animEffect transition="in" filter="fade">
                                      <p:cBhvr>
                                        <p:cTn id="147" dur="1000"/>
                                        <p:tgtEl>
                                          <p:spTgt spid="5"/>
                                        </p:tgtEl>
                                      </p:cBhvr>
                                    </p:animEffect>
                                    <p:anim calcmode="lin" valueType="num">
                                      <p:cBhvr>
                                        <p:cTn id="148" dur="1000" fill="hold"/>
                                        <p:tgtEl>
                                          <p:spTgt spid="5"/>
                                        </p:tgtEl>
                                        <p:attrNameLst>
                                          <p:attrName>ppt_x</p:attrName>
                                        </p:attrNameLst>
                                      </p:cBhvr>
                                      <p:tavLst>
                                        <p:tav tm="0">
                                          <p:val>
                                            <p:strVal val="#ppt_x"/>
                                          </p:val>
                                        </p:tav>
                                        <p:tav tm="100000">
                                          <p:val>
                                            <p:strVal val="#ppt_x"/>
                                          </p:val>
                                        </p:tav>
                                      </p:tavLst>
                                    </p:anim>
                                    <p:anim calcmode="lin" valueType="num">
                                      <p:cBhvr>
                                        <p:cTn id="149" dur="1000" fill="hold"/>
                                        <p:tgtEl>
                                          <p:spTgt spid="5"/>
                                        </p:tgtEl>
                                        <p:attrNameLst>
                                          <p:attrName>ppt_y</p:attrName>
                                        </p:attrNameLst>
                                      </p:cBhvr>
                                      <p:tavLst>
                                        <p:tav tm="0">
                                          <p:val>
                                            <p:strVal val="#ppt_y+.1"/>
                                          </p:val>
                                        </p:tav>
                                        <p:tav tm="100000">
                                          <p:val>
                                            <p:strVal val="#ppt_y"/>
                                          </p:val>
                                        </p:tav>
                                      </p:tavLst>
                                    </p:anim>
                                  </p:childTnLst>
                                </p:cTn>
                              </p:par>
                            </p:childTnLst>
                          </p:cTn>
                        </p:par>
                      </p:childTnLst>
                    </p:cTn>
                  </p:par>
                  <p:par>
                    <p:cTn id="150" fill="hold">
                      <p:stCondLst>
                        <p:cond delay="indefinite"/>
                      </p:stCondLst>
                      <p:childTnLst>
                        <p:par>
                          <p:cTn id="151" fill="hold">
                            <p:stCondLst>
                              <p:cond delay="0"/>
                            </p:stCondLst>
                            <p:childTnLst>
                              <p:par>
                                <p:cTn id="152" presetID="42" presetClass="entr" presetSubtype="0" fill="hold" grpId="0" nodeType="clickEffect">
                                  <p:stCondLst>
                                    <p:cond delay="0"/>
                                  </p:stCondLst>
                                  <p:childTnLst>
                                    <p:set>
                                      <p:cBhvr>
                                        <p:cTn id="153" dur="1" fill="hold">
                                          <p:stCondLst>
                                            <p:cond delay="0"/>
                                          </p:stCondLst>
                                        </p:cTn>
                                        <p:tgtEl>
                                          <p:spTgt spid="9"/>
                                        </p:tgtEl>
                                        <p:attrNameLst>
                                          <p:attrName>style.visibility</p:attrName>
                                        </p:attrNameLst>
                                      </p:cBhvr>
                                      <p:to>
                                        <p:strVal val="visible"/>
                                      </p:to>
                                    </p:set>
                                    <p:animEffect transition="in" filter="fade">
                                      <p:cBhvr>
                                        <p:cTn id="154" dur="1000"/>
                                        <p:tgtEl>
                                          <p:spTgt spid="9"/>
                                        </p:tgtEl>
                                      </p:cBhvr>
                                    </p:animEffect>
                                    <p:anim calcmode="lin" valueType="num">
                                      <p:cBhvr>
                                        <p:cTn id="155" dur="1000" fill="hold"/>
                                        <p:tgtEl>
                                          <p:spTgt spid="9"/>
                                        </p:tgtEl>
                                        <p:attrNameLst>
                                          <p:attrName>ppt_x</p:attrName>
                                        </p:attrNameLst>
                                      </p:cBhvr>
                                      <p:tavLst>
                                        <p:tav tm="0">
                                          <p:val>
                                            <p:strVal val="#ppt_x"/>
                                          </p:val>
                                        </p:tav>
                                        <p:tav tm="100000">
                                          <p:val>
                                            <p:strVal val="#ppt_x"/>
                                          </p:val>
                                        </p:tav>
                                      </p:tavLst>
                                    </p:anim>
                                    <p:anim calcmode="lin" valueType="num">
                                      <p:cBhvr>
                                        <p:cTn id="156" dur="1000" fill="hold"/>
                                        <p:tgtEl>
                                          <p:spTgt spid="9"/>
                                        </p:tgtEl>
                                        <p:attrNameLst>
                                          <p:attrName>ppt_y</p:attrName>
                                        </p:attrNameLst>
                                      </p:cBhvr>
                                      <p:tavLst>
                                        <p:tav tm="0">
                                          <p:val>
                                            <p:strVal val="#ppt_y+.1"/>
                                          </p:val>
                                        </p:tav>
                                        <p:tav tm="100000">
                                          <p:val>
                                            <p:strVal val="#ppt_y"/>
                                          </p:val>
                                        </p:tav>
                                      </p:tavLst>
                                    </p:anim>
                                  </p:childTnLst>
                                </p:cTn>
                              </p:par>
                            </p:childTnLst>
                          </p:cTn>
                        </p:par>
                      </p:childTnLst>
                    </p:cTn>
                  </p:par>
                  <p:par>
                    <p:cTn id="157" fill="hold">
                      <p:stCondLst>
                        <p:cond delay="indefinite"/>
                      </p:stCondLst>
                      <p:childTnLst>
                        <p:par>
                          <p:cTn id="158" fill="hold">
                            <p:stCondLst>
                              <p:cond delay="0"/>
                            </p:stCondLst>
                            <p:childTnLst>
                              <p:par>
                                <p:cTn id="159" presetID="42" presetClass="entr" presetSubtype="0" fill="hold" grpId="0" nodeType="clickEffect">
                                  <p:stCondLst>
                                    <p:cond delay="0"/>
                                  </p:stCondLst>
                                  <p:childTnLst>
                                    <p:set>
                                      <p:cBhvr>
                                        <p:cTn id="160" dur="1" fill="hold">
                                          <p:stCondLst>
                                            <p:cond delay="0"/>
                                          </p:stCondLst>
                                        </p:cTn>
                                        <p:tgtEl>
                                          <p:spTgt spid="11"/>
                                        </p:tgtEl>
                                        <p:attrNameLst>
                                          <p:attrName>style.visibility</p:attrName>
                                        </p:attrNameLst>
                                      </p:cBhvr>
                                      <p:to>
                                        <p:strVal val="visible"/>
                                      </p:to>
                                    </p:set>
                                    <p:animEffect transition="in" filter="fade">
                                      <p:cBhvr>
                                        <p:cTn id="161" dur="1000"/>
                                        <p:tgtEl>
                                          <p:spTgt spid="11"/>
                                        </p:tgtEl>
                                      </p:cBhvr>
                                    </p:animEffect>
                                    <p:anim calcmode="lin" valueType="num">
                                      <p:cBhvr>
                                        <p:cTn id="162" dur="1000" fill="hold"/>
                                        <p:tgtEl>
                                          <p:spTgt spid="11"/>
                                        </p:tgtEl>
                                        <p:attrNameLst>
                                          <p:attrName>ppt_x</p:attrName>
                                        </p:attrNameLst>
                                      </p:cBhvr>
                                      <p:tavLst>
                                        <p:tav tm="0">
                                          <p:val>
                                            <p:strVal val="#ppt_x"/>
                                          </p:val>
                                        </p:tav>
                                        <p:tav tm="100000">
                                          <p:val>
                                            <p:strVal val="#ppt_x"/>
                                          </p:val>
                                        </p:tav>
                                      </p:tavLst>
                                    </p:anim>
                                    <p:anim calcmode="lin" valueType="num">
                                      <p:cBhvr>
                                        <p:cTn id="163" dur="1000" fill="hold"/>
                                        <p:tgtEl>
                                          <p:spTgt spid="11"/>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p:bldP spid="10" grpId="0" animBg="1"/>
      <p:bldP spid="25" grpId="0"/>
      <p:bldP spid="27" grpId="0"/>
      <p:bldP spid="46" grpId="0"/>
      <p:bldP spid="34" grpId="0"/>
      <p:bldP spid="45" grpId="0"/>
      <p:bldP spid="15" grpId="0"/>
      <p:bldP spid="16" grpId="0"/>
      <p:bldP spid="17" grpId="0"/>
      <p:bldP spid="19" grpId="0"/>
      <p:bldP spid="4" grpId="0"/>
      <p:bldP spid="5" grpId="0"/>
      <p:bldP spid="9" grpId="0"/>
      <p:bldP spid="11"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1">
            <a:extLst>
              <a:ext uri="{FF2B5EF4-FFF2-40B4-BE49-F238E27FC236}">
                <a16:creationId xmlns:a16="http://schemas.microsoft.com/office/drawing/2014/main" id="{B5372DF2-F8E4-ECCB-1ED8-B5D4BB6C3FB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128971" y="185928"/>
            <a:ext cx="3876828" cy="279654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 name="TextBox 1">
            <a:extLst>
              <a:ext uri="{FF2B5EF4-FFF2-40B4-BE49-F238E27FC236}">
                <a16:creationId xmlns:a16="http://schemas.microsoft.com/office/drawing/2014/main" id="{A377A934-8FBC-BD78-2A95-1930744897B9}"/>
              </a:ext>
            </a:extLst>
          </p:cNvPr>
          <p:cNvSpPr txBox="1"/>
          <p:nvPr/>
        </p:nvSpPr>
        <p:spPr>
          <a:xfrm>
            <a:off x="225551" y="185928"/>
            <a:ext cx="8289799" cy="1938992"/>
          </a:xfrm>
          <a:prstGeom prst="rect">
            <a:avLst/>
          </a:prstGeom>
          <a:noFill/>
        </p:spPr>
        <p:txBody>
          <a:bodyPr wrap="square" rtlCol="0">
            <a:spAutoFit/>
          </a:bodyPr>
          <a:lstStyle/>
          <a:p>
            <a:pPr algn="just"/>
            <a:r>
              <a:rPr lang="en-US" sz="2000" b="1">
                <a:solidFill>
                  <a:srgbClr val="0070C0"/>
                </a:solidFill>
                <a:sym typeface="Wingdings" panose="05000000000000000000" pitchFamily="2" charset="2"/>
              </a:rPr>
              <a:t>b) </a:t>
            </a:r>
            <a:r>
              <a:rPr lang="en-US" sz="2000" b="1" i="1">
                <a:solidFill>
                  <a:srgbClr val="0070C0"/>
                </a:solidFill>
              </a:rPr>
              <a:t>Giao thoa cho hệ vân nêm không khí</a:t>
            </a:r>
          </a:p>
          <a:p>
            <a:pPr algn="just"/>
            <a:r>
              <a:rPr lang="en-US" sz="1600"/>
              <a:t>- Đặt hai bản thủy tinh mỏng phẳng tạo với nhau một góc nhị diện </a:t>
            </a:r>
            <a:r>
              <a:rPr lang="en-US" sz="1600">
                <a:sym typeface="Symbol" panose="05050102010706020507" pitchFamily="18" charset="2"/>
              </a:rPr>
              <a:t> thì lớp không khí giữa chúng tạo thành một nêm không khí có bề dày thay đổi.</a:t>
            </a:r>
            <a:endParaRPr lang="en-US" sz="1600"/>
          </a:p>
          <a:p>
            <a:pPr algn="just"/>
            <a:r>
              <a:rPr lang="en-US" sz="1600"/>
              <a:t>- Chiếu một chùm sáng đơn sắc song song có bước sóng </a:t>
            </a:r>
            <a:r>
              <a:rPr lang="en-US" sz="1600">
                <a:sym typeface="Symbol" panose="05050102010706020507" pitchFamily="18" charset="2"/>
              </a:rPr>
              <a:t> theo phương vuông góc với bản thủy tinh G</a:t>
            </a:r>
            <a:r>
              <a:rPr lang="en-US" sz="1600" baseline="-25000">
                <a:sym typeface="Symbol" panose="05050102010706020507" pitchFamily="18" charset="2"/>
              </a:rPr>
              <a:t>2</a:t>
            </a:r>
            <a:r>
              <a:rPr lang="en-US" sz="1600">
                <a:sym typeface="Symbol" panose="05050102010706020507" pitchFamily="18" charset="2"/>
              </a:rPr>
              <a:t> bên dưới như hình vẽ.</a:t>
            </a:r>
          </a:p>
          <a:p>
            <a:pPr algn="just"/>
            <a:r>
              <a:rPr lang="en-US" sz="1600"/>
              <a:t>- Các tia phản xạ từ bản G</a:t>
            </a:r>
            <a:r>
              <a:rPr lang="en-US" sz="1600" baseline="-25000"/>
              <a:t>2</a:t>
            </a:r>
            <a:r>
              <a:rPr lang="en-US" sz="1600"/>
              <a:t> và tia tới tại điểm M ở mặt dưới của bản thủy tinh G1 sẽ giao thoa với nhau và tạo ra hệ vân định xứ trên mặt dưới của bản thủy tinh G</a:t>
            </a:r>
            <a:r>
              <a:rPr lang="en-US" sz="1600" baseline="-25000"/>
              <a:t>1</a:t>
            </a:r>
            <a:r>
              <a:rPr lang="en-US" sz="1600"/>
              <a:t>. </a:t>
            </a:r>
            <a:endParaRPr lang="en-US" sz="1600" b="1" i="1">
              <a:solidFill>
                <a:srgbClr val="0070C0"/>
              </a:solidFill>
            </a:endParaRPr>
          </a:p>
        </p:txBody>
      </p:sp>
      <p:sp>
        <p:nvSpPr>
          <p:cNvPr id="20" name="TextBox 19">
            <a:extLst>
              <a:ext uri="{FF2B5EF4-FFF2-40B4-BE49-F238E27FC236}">
                <a16:creationId xmlns:a16="http://schemas.microsoft.com/office/drawing/2014/main" id="{BFFFBD46-B973-B75B-D0FD-45B0CD91DD28}"/>
              </a:ext>
            </a:extLst>
          </p:cNvPr>
          <p:cNvSpPr txBox="1"/>
          <p:nvPr/>
        </p:nvSpPr>
        <p:spPr>
          <a:xfrm>
            <a:off x="198420" y="2087773"/>
            <a:ext cx="7405435" cy="338554"/>
          </a:xfrm>
          <a:prstGeom prst="rect">
            <a:avLst/>
          </a:prstGeom>
          <a:noFill/>
        </p:spPr>
        <p:txBody>
          <a:bodyPr wrap="square">
            <a:spAutoFit/>
          </a:bodyPr>
          <a:lstStyle/>
          <a:p>
            <a:pPr algn="just"/>
            <a:r>
              <a:rPr lang="en-US" sz="1600" b="1">
                <a:solidFill>
                  <a:srgbClr val="FF0000"/>
                </a:solidFill>
              </a:rPr>
              <a:t>+ Trường hợp nêm có độ dày thay đổi - vân cùng độ dày </a:t>
            </a:r>
          </a:p>
        </p:txBody>
      </p:sp>
      <p:sp>
        <p:nvSpPr>
          <p:cNvPr id="21" name="TextBox 20">
            <a:extLst>
              <a:ext uri="{FF2B5EF4-FFF2-40B4-BE49-F238E27FC236}">
                <a16:creationId xmlns:a16="http://schemas.microsoft.com/office/drawing/2014/main" id="{8BCE73B9-9676-AC96-DA59-C06DE79894B4}"/>
              </a:ext>
            </a:extLst>
          </p:cNvPr>
          <p:cNvSpPr txBox="1"/>
          <p:nvPr/>
        </p:nvSpPr>
        <p:spPr>
          <a:xfrm>
            <a:off x="198419" y="2495183"/>
            <a:ext cx="8179771" cy="338554"/>
          </a:xfrm>
          <a:prstGeom prst="rect">
            <a:avLst/>
          </a:prstGeom>
          <a:noFill/>
        </p:spPr>
        <p:txBody>
          <a:bodyPr wrap="square">
            <a:spAutoFit/>
          </a:bodyPr>
          <a:lstStyle/>
          <a:p>
            <a:pPr algn="just"/>
            <a:r>
              <a:rPr lang="en-US" sz="1600"/>
              <a:t>- Gọi </a:t>
            </a:r>
            <a:r>
              <a:rPr lang="en-US" sz="1600" i="1"/>
              <a:t>d </a:t>
            </a:r>
            <a:r>
              <a:rPr lang="en-US" sz="1600"/>
              <a:t>= MK là bề dày của lớp không khí tại M thì hiệu quang lộ của tia tới và tia phản xạ tại M là: </a:t>
            </a:r>
          </a:p>
        </p:txBody>
      </p:sp>
      <p:graphicFrame>
        <p:nvGraphicFramePr>
          <p:cNvPr id="22" name="Object 21">
            <a:extLst>
              <a:ext uri="{FF2B5EF4-FFF2-40B4-BE49-F238E27FC236}">
                <a16:creationId xmlns:a16="http://schemas.microsoft.com/office/drawing/2014/main" id="{D119C8FC-B985-6362-D209-6D74B65F0445}"/>
              </a:ext>
            </a:extLst>
          </p:cNvPr>
          <p:cNvGraphicFramePr>
            <a:graphicFrameLocks noChangeAspect="1"/>
          </p:cNvGraphicFramePr>
          <p:nvPr>
            <p:extLst>
              <p:ext uri="{D42A27DB-BD31-4B8C-83A1-F6EECF244321}">
                <p14:modId xmlns:p14="http://schemas.microsoft.com/office/powerpoint/2010/main" val="2958486756"/>
              </p:ext>
            </p:extLst>
          </p:nvPr>
        </p:nvGraphicFramePr>
        <p:xfrm>
          <a:off x="3401346" y="2752594"/>
          <a:ext cx="1314159" cy="584961"/>
        </p:xfrm>
        <a:graphic>
          <a:graphicData uri="http://schemas.openxmlformats.org/presentationml/2006/ole">
            <mc:AlternateContent xmlns:mc="http://schemas.openxmlformats.org/markup-compatibility/2006">
              <mc:Choice xmlns:v="urn:schemas-microsoft-com:vml" Requires="v">
                <p:oleObj name="Equation" r:id="rId4" imgW="1028520" imgH="393480" progId="Equation.DSMT4">
                  <p:embed/>
                </p:oleObj>
              </mc:Choice>
              <mc:Fallback>
                <p:oleObj name="Equation" r:id="rId4" imgW="1028520" imgH="393480" progId="Equation.DSMT4">
                  <p:embed/>
                  <p:pic>
                    <p:nvPicPr>
                      <p:cNvPr id="22" name="Object 21">
                        <a:extLst>
                          <a:ext uri="{FF2B5EF4-FFF2-40B4-BE49-F238E27FC236}">
                            <a16:creationId xmlns:a16="http://schemas.microsoft.com/office/drawing/2014/main" id="{D119C8FC-B985-6362-D209-6D74B65F0445}"/>
                          </a:ext>
                        </a:extLst>
                      </p:cNvPr>
                      <p:cNvPicPr>
                        <a:picLocks noChangeAspect="1" noChangeArrowheads="1"/>
                      </p:cNvPicPr>
                      <p:nvPr/>
                    </p:nvPicPr>
                    <p:blipFill>
                      <a:blip r:embed="rId5"/>
                      <a:srcRect/>
                      <a:stretch>
                        <a:fillRect/>
                      </a:stretch>
                    </p:blipFill>
                    <p:spPr bwMode="auto">
                      <a:xfrm>
                        <a:off x="3401346" y="2752594"/>
                        <a:ext cx="1314159" cy="584961"/>
                      </a:xfrm>
                      <a:prstGeom prst="rect">
                        <a:avLst/>
                      </a:prstGeom>
                      <a:noFill/>
                      <a:ln>
                        <a:noFill/>
                      </a:ln>
                    </p:spPr>
                  </p:pic>
                </p:oleObj>
              </mc:Fallback>
            </mc:AlternateContent>
          </a:graphicData>
        </a:graphic>
      </p:graphicFrame>
      <p:sp>
        <p:nvSpPr>
          <p:cNvPr id="23" name="TextBox 22">
            <a:extLst>
              <a:ext uri="{FF2B5EF4-FFF2-40B4-BE49-F238E27FC236}">
                <a16:creationId xmlns:a16="http://schemas.microsoft.com/office/drawing/2014/main" id="{8EFAC180-4FD3-0F85-4E19-6B5BCDE29658}"/>
              </a:ext>
            </a:extLst>
          </p:cNvPr>
          <p:cNvSpPr txBox="1"/>
          <p:nvPr/>
        </p:nvSpPr>
        <p:spPr>
          <a:xfrm>
            <a:off x="206790" y="3510336"/>
            <a:ext cx="7405435" cy="338554"/>
          </a:xfrm>
          <a:prstGeom prst="rect">
            <a:avLst/>
          </a:prstGeom>
          <a:noFill/>
        </p:spPr>
        <p:txBody>
          <a:bodyPr wrap="square">
            <a:spAutoFit/>
          </a:bodyPr>
          <a:lstStyle/>
          <a:p>
            <a:pPr algn="just"/>
            <a:r>
              <a:rPr lang="en-US" sz="1600"/>
              <a:t>- Tập hợp các vân tối thỏa mãn điều kiện: </a:t>
            </a:r>
          </a:p>
        </p:txBody>
      </p:sp>
      <p:graphicFrame>
        <p:nvGraphicFramePr>
          <p:cNvPr id="24" name="Object 23">
            <a:extLst>
              <a:ext uri="{FF2B5EF4-FFF2-40B4-BE49-F238E27FC236}">
                <a16:creationId xmlns:a16="http://schemas.microsoft.com/office/drawing/2014/main" id="{FCF9171E-E70F-F5CA-14D3-CD4281BA78C2}"/>
              </a:ext>
            </a:extLst>
          </p:cNvPr>
          <p:cNvGraphicFramePr>
            <a:graphicFrameLocks noChangeAspect="1"/>
          </p:cNvGraphicFramePr>
          <p:nvPr>
            <p:extLst>
              <p:ext uri="{D42A27DB-BD31-4B8C-83A1-F6EECF244321}">
                <p14:modId xmlns:p14="http://schemas.microsoft.com/office/powerpoint/2010/main" val="2379112277"/>
              </p:ext>
            </p:extLst>
          </p:nvPr>
        </p:nvGraphicFramePr>
        <p:xfrm>
          <a:off x="3855246" y="3331737"/>
          <a:ext cx="2629664" cy="586472"/>
        </p:xfrm>
        <a:graphic>
          <a:graphicData uri="http://schemas.openxmlformats.org/presentationml/2006/ole">
            <mc:AlternateContent xmlns:mc="http://schemas.openxmlformats.org/markup-compatibility/2006">
              <mc:Choice xmlns:v="urn:schemas-microsoft-com:vml" Requires="v">
                <p:oleObj name="Equation" r:id="rId6" imgW="1765080" imgH="393480" progId="Equation.DSMT4">
                  <p:embed/>
                </p:oleObj>
              </mc:Choice>
              <mc:Fallback>
                <p:oleObj name="Equation" r:id="rId6" imgW="1765080" imgH="393480" progId="Equation.DSMT4">
                  <p:embed/>
                  <p:pic>
                    <p:nvPicPr>
                      <p:cNvPr id="24" name="Object 23">
                        <a:extLst>
                          <a:ext uri="{FF2B5EF4-FFF2-40B4-BE49-F238E27FC236}">
                            <a16:creationId xmlns:a16="http://schemas.microsoft.com/office/drawing/2014/main" id="{FCF9171E-E70F-F5CA-14D3-CD4281BA78C2}"/>
                          </a:ext>
                        </a:extLst>
                      </p:cNvPr>
                      <p:cNvPicPr/>
                      <p:nvPr/>
                    </p:nvPicPr>
                    <p:blipFill>
                      <a:blip r:embed="rId7"/>
                      <a:stretch>
                        <a:fillRect/>
                      </a:stretch>
                    </p:blipFill>
                    <p:spPr>
                      <a:xfrm>
                        <a:off x="3855246" y="3331737"/>
                        <a:ext cx="2629664" cy="586472"/>
                      </a:xfrm>
                      <a:prstGeom prst="rect">
                        <a:avLst/>
                      </a:prstGeom>
                    </p:spPr>
                  </p:pic>
                </p:oleObj>
              </mc:Fallback>
            </mc:AlternateContent>
          </a:graphicData>
        </a:graphic>
      </p:graphicFrame>
      <p:graphicFrame>
        <p:nvGraphicFramePr>
          <p:cNvPr id="25" name="Object 24">
            <a:extLst>
              <a:ext uri="{FF2B5EF4-FFF2-40B4-BE49-F238E27FC236}">
                <a16:creationId xmlns:a16="http://schemas.microsoft.com/office/drawing/2014/main" id="{292BF2C8-D5F1-F08F-5A0E-EF5037717BB7}"/>
              </a:ext>
            </a:extLst>
          </p:cNvPr>
          <p:cNvGraphicFramePr>
            <a:graphicFrameLocks noChangeAspect="1"/>
          </p:cNvGraphicFramePr>
          <p:nvPr>
            <p:extLst>
              <p:ext uri="{D42A27DB-BD31-4B8C-83A1-F6EECF244321}">
                <p14:modId xmlns:p14="http://schemas.microsoft.com/office/powerpoint/2010/main" val="1218894268"/>
              </p:ext>
            </p:extLst>
          </p:nvPr>
        </p:nvGraphicFramePr>
        <p:xfrm>
          <a:off x="6963881" y="3353110"/>
          <a:ext cx="743158" cy="576754"/>
        </p:xfrm>
        <a:graphic>
          <a:graphicData uri="http://schemas.openxmlformats.org/presentationml/2006/ole">
            <mc:AlternateContent xmlns:mc="http://schemas.openxmlformats.org/markup-compatibility/2006">
              <mc:Choice xmlns:v="urn:schemas-microsoft-com:vml" Requires="v">
                <p:oleObj name="Equation" r:id="rId8" imgW="507960" imgH="393480" progId="Equation.DSMT4">
                  <p:embed/>
                </p:oleObj>
              </mc:Choice>
              <mc:Fallback>
                <p:oleObj name="Equation" r:id="rId8" imgW="507960" imgH="393480" progId="Equation.DSMT4">
                  <p:embed/>
                  <p:pic>
                    <p:nvPicPr>
                      <p:cNvPr id="25" name="Object 24">
                        <a:extLst>
                          <a:ext uri="{FF2B5EF4-FFF2-40B4-BE49-F238E27FC236}">
                            <a16:creationId xmlns:a16="http://schemas.microsoft.com/office/drawing/2014/main" id="{292BF2C8-D5F1-F08F-5A0E-EF5037717BB7}"/>
                          </a:ext>
                        </a:extLst>
                      </p:cNvPr>
                      <p:cNvPicPr/>
                      <p:nvPr/>
                    </p:nvPicPr>
                    <p:blipFill>
                      <a:blip r:embed="rId9"/>
                      <a:stretch>
                        <a:fillRect/>
                      </a:stretch>
                    </p:blipFill>
                    <p:spPr>
                      <a:xfrm>
                        <a:off x="6963881" y="3353110"/>
                        <a:ext cx="743158" cy="576754"/>
                      </a:xfrm>
                      <a:prstGeom prst="rect">
                        <a:avLst/>
                      </a:prstGeom>
                      <a:ln w="28575">
                        <a:solidFill>
                          <a:srgbClr val="C00000"/>
                        </a:solidFill>
                      </a:ln>
                    </p:spPr>
                  </p:pic>
                </p:oleObj>
              </mc:Fallback>
            </mc:AlternateContent>
          </a:graphicData>
        </a:graphic>
      </p:graphicFrame>
      <p:graphicFrame>
        <p:nvGraphicFramePr>
          <p:cNvPr id="26" name="Object 25">
            <a:extLst>
              <a:ext uri="{FF2B5EF4-FFF2-40B4-BE49-F238E27FC236}">
                <a16:creationId xmlns:a16="http://schemas.microsoft.com/office/drawing/2014/main" id="{2763EDA4-15C5-ED11-E2CC-679211422622}"/>
              </a:ext>
            </a:extLst>
          </p:cNvPr>
          <p:cNvGraphicFramePr>
            <a:graphicFrameLocks noChangeAspect="1"/>
          </p:cNvGraphicFramePr>
          <p:nvPr>
            <p:extLst>
              <p:ext uri="{D42A27DB-BD31-4B8C-83A1-F6EECF244321}">
                <p14:modId xmlns:p14="http://schemas.microsoft.com/office/powerpoint/2010/main" val="2425991880"/>
              </p:ext>
            </p:extLst>
          </p:nvPr>
        </p:nvGraphicFramePr>
        <p:xfrm>
          <a:off x="6524724" y="3556052"/>
          <a:ext cx="322453" cy="257962"/>
        </p:xfrm>
        <a:graphic>
          <a:graphicData uri="http://schemas.openxmlformats.org/presentationml/2006/ole">
            <mc:AlternateContent xmlns:mc="http://schemas.openxmlformats.org/markup-compatibility/2006">
              <mc:Choice xmlns:v="urn:schemas-microsoft-com:vml" Requires="v">
                <p:oleObj name="Equation" r:id="rId10" imgW="190440" imgH="152280" progId="Equation.DSMT4">
                  <p:embed/>
                </p:oleObj>
              </mc:Choice>
              <mc:Fallback>
                <p:oleObj name="Equation" r:id="rId10" imgW="190440" imgH="152280" progId="Equation.DSMT4">
                  <p:embed/>
                  <p:pic>
                    <p:nvPicPr>
                      <p:cNvPr id="26" name="Object 25">
                        <a:extLst>
                          <a:ext uri="{FF2B5EF4-FFF2-40B4-BE49-F238E27FC236}">
                            <a16:creationId xmlns:a16="http://schemas.microsoft.com/office/drawing/2014/main" id="{2763EDA4-15C5-ED11-E2CC-679211422622}"/>
                          </a:ext>
                        </a:extLst>
                      </p:cNvPr>
                      <p:cNvPicPr/>
                      <p:nvPr/>
                    </p:nvPicPr>
                    <p:blipFill>
                      <a:blip r:embed="rId11"/>
                      <a:stretch>
                        <a:fillRect/>
                      </a:stretch>
                    </p:blipFill>
                    <p:spPr>
                      <a:xfrm>
                        <a:off x="6524724" y="3556052"/>
                        <a:ext cx="322453" cy="257962"/>
                      </a:xfrm>
                      <a:prstGeom prst="rect">
                        <a:avLst/>
                      </a:prstGeom>
                    </p:spPr>
                  </p:pic>
                </p:oleObj>
              </mc:Fallback>
            </mc:AlternateContent>
          </a:graphicData>
        </a:graphic>
      </p:graphicFrame>
      <p:sp>
        <p:nvSpPr>
          <p:cNvPr id="27" name="TextBox 26">
            <a:extLst>
              <a:ext uri="{FF2B5EF4-FFF2-40B4-BE49-F238E27FC236}">
                <a16:creationId xmlns:a16="http://schemas.microsoft.com/office/drawing/2014/main" id="{3FF9ED8F-2ABB-5217-3017-E31352A6C711}"/>
              </a:ext>
            </a:extLst>
          </p:cNvPr>
          <p:cNvSpPr txBox="1"/>
          <p:nvPr/>
        </p:nvSpPr>
        <p:spPr>
          <a:xfrm>
            <a:off x="225551" y="4102749"/>
            <a:ext cx="7786879" cy="923330"/>
          </a:xfrm>
          <a:prstGeom prst="rect">
            <a:avLst/>
          </a:prstGeom>
          <a:noFill/>
        </p:spPr>
        <p:txBody>
          <a:bodyPr wrap="square">
            <a:spAutoFit/>
          </a:bodyPr>
          <a:lstStyle/>
          <a:p>
            <a:pPr algn="just"/>
            <a:r>
              <a:rPr lang="en-US" sz="1800" b="1">
                <a:solidFill>
                  <a:srgbClr val="0070C0"/>
                </a:solidFill>
                <a:sym typeface="Wingdings" panose="05000000000000000000" pitchFamily="2" charset="2"/>
              </a:rPr>
              <a:t>Vân tối là tập hợp các điểm có cùng bề dày d</a:t>
            </a:r>
            <a:r>
              <a:rPr lang="en-US" sz="1800" b="1" baseline="-25000">
                <a:solidFill>
                  <a:srgbClr val="0070C0"/>
                </a:solidFill>
                <a:sym typeface="Wingdings" panose="05000000000000000000" pitchFamily="2" charset="2"/>
              </a:rPr>
              <a:t>k</a:t>
            </a:r>
            <a:r>
              <a:rPr lang="en-US" sz="1800" b="1">
                <a:solidFill>
                  <a:srgbClr val="0070C0"/>
                </a:solidFill>
                <a:sym typeface="Wingdings" panose="05000000000000000000" pitchFamily="2" charset="2"/>
              </a:rPr>
              <a:t> thỏa mãn công thức trên đây nên ta gọi chúng là các vân có cùng độ dày. </a:t>
            </a:r>
            <a:r>
              <a:rPr lang="en-US" b="1" i="1">
                <a:solidFill>
                  <a:srgbClr val="FF0000"/>
                </a:solidFill>
                <a:sym typeface="Wingdings" panose="05000000000000000000" pitchFamily="2" charset="2"/>
              </a:rPr>
              <a:t>Đó là các đoạn thẳng tối song song với cạnh nêm (giao tuyến của G</a:t>
            </a:r>
            <a:r>
              <a:rPr lang="en-US" b="1" i="1" baseline="-25000">
                <a:solidFill>
                  <a:srgbClr val="FF0000"/>
                </a:solidFill>
                <a:sym typeface="Wingdings" panose="05000000000000000000" pitchFamily="2" charset="2"/>
              </a:rPr>
              <a:t>1</a:t>
            </a:r>
            <a:r>
              <a:rPr lang="en-US" b="1" i="1">
                <a:solidFill>
                  <a:srgbClr val="FF0000"/>
                </a:solidFill>
                <a:sym typeface="Wingdings" panose="05000000000000000000" pitchFamily="2" charset="2"/>
              </a:rPr>
              <a:t> và G</a:t>
            </a:r>
            <a:r>
              <a:rPr lang="en-US" b="1" i="1" baseline="-25000">
                <a:solidFill>
                  <a:srgbClr val="FF0000"/>
                </a:solidFill>
                <a:sym typeface="Wingdings" panose="05000000000000000000" pitchFamily="2" charset="2"/>
              </a:rPr>
              <a:t>2</a:t>
            </a:r>
            <a:r>
              <a:rPr lang="en-US" b="1" i="1">
                <a:solidFill>
                  <a:srgbClr val="FF0000"/>
                </a:solidFill>
                <a:sym typeface="Wingdings" panose="05000000000000000000" pitchFamily="2" charset="2"/>
              </a:rPr>
              <a:t>). </a:t>
            </a:r>
            <a:r>
              <a:rPr lang="en-US" b="1" i="1">
                <a:solidFill>
                  <a:schemeClr val="accent6">
                    <a:lumMod val="75000"/>
                  </a:schemeClr>
                </a:solidFill>
                <a:sym typeface="Wingdings" panose="05000000000000000000" pitchFamily="2" charset="2"/>
              </a:rPr>
              <a:t>Cạnh nêm ứng với k = 0 là một vân tối.</a:t>
            </a:r>
            <a:endParaRPr lang="en-US" sz="1800" b="1" i="1">
              <a:solidFill>
                <a:srgbClr val="0070C0"/>
              </a:solidFill>
            </a:endParaRPr>
          </a:p>
        </p:txBody>
      </p:sp>
      <p:pic>
        <p:nvPicPr>
          <p:cNvPr id="10" name="Picture 9">
            <a:extLst>
              <a:ext uri="{FF2B5EF4-FFF2-40B4-BE49-F238E27FC236}">
                <a16:creationId xmlns:a16="http://schemas.microsoft.com/office/drawing/2014/main" id="{2C8D17C1-732D-4430-4341-26D58CFD8EB2}"/>
              </a:ext>
            </a:extLst>
          </p:cNvPr>
          <p:cNvPicPr>
            <a:picLocks noChangeAspect="1"/>
          </p:cNvPicPr>
          <p:nvPr/>
        </p:nvPicPr>
        <p:blipFill>
          <a:blip r:embed="rId12"/>
          <a:stretch>
            <a:fillRect/>
          </a:stretch>
        </p:blipFill>
        <p:spPr>
          <a:xfrm>
            <a:off x="8358656" y="2982468"/>
            <a:ext cx="3718136" cy="3224442"/>
          </a:xfrm>
          <a:prstGeom prst="rect">
            <a:avLst/>
          </a:prstGeom>
        </p:spPr>
      </p:pic>
      <p:sp>
        <p:nvSpPr>
          <p:cNvPr id="11" name="TextBox 10">
            <a:extLst>
              <a:ext uri="{FF2B5EF4-FFF2-40B4-BE49-F238E27FC236}">
                <a16:creationId xmlns:a16="http://schemas.microsoft.com/office/drawing/2014/main" id="{09624D17-497E-6739-6E9A-7F078900F5C8}"/>
              </a:ext>
            </a:extLst>
          </p:cNvPr>
          <p:cNvSpPr txBox="1"/>
          <p:nvPr/>
        </p:nvSpPr>
        <p:spPr>
          <a:xfrm>
            <a:off x="186467" y="5210619"/>
            <a:ext cx="7405435" cy="338554"/>
          </a:xfrm>
          <a:prstGeom prst="rect">
            <a:avLst/>
          </a:prstGeom>
          <a:noFill/>
        </p:spPr>
        <p:txBody>
          <a:bodyPr wrap="square">
            <a:spAutoFit/>
          </a:bodyPr>
          <a:lstStyle/>
          <a:p>
            <a:pPr algn="just"/>
            <a:r>
              <a:rPr lang="en-US" sz="1600"/>
              <a:t>- Tập hợp các vân sáng thỏa mãn điều kiện: </a:t>
            </a:r>
          </a:p>
        </p:txBody>
      </p:sp>
      <p:graphicFrame>
        <p:nvGraphicFramePr>
          <p:cNvPr id="12" name="Object 11">
            <a:extLst>
              <a:ext uri="{FF2B5EF4-FFF2-40B4-BE49-F238E27FC236}">
                <a16:creationId xmlns:a16="http://schemas.microsoft.com/office/drawing/2014/main" id="{42F5D1A5-0B8A-AC3C-4509-F0B80B521880}"/>
              </a:ext>
            </a:extLst>
          </p:cNvPr>
          <p:cNvGraphicFramePr>
            <a:graphicFrameLocks noChangeAspect="1"/>
          </p:cNvGraphicFramePr>
          <p:nvPr>
            <p:extLst>
              <p:ext uri="{D42A27DB-BD31-4B8C-83A1-F6EECF244321}">
                <p14:modId xmlns:p14="http://schemas.microsoft.com/office/powerpoint/2010/main" val="1684103015"/>
              </p:ext>
            </p:extLst>
          </p:nvPr>
        </p:nvGraphicFramePr>
        <p:xfrm>
          <a:off x="3919281" y="5096909"/>
          <a:ext cx="2038449" cy="596984"/>
        </p:xfrm>
        <a:graphic>
          <a:graphicData uri="http://schemas.openxmlformats.org/presentationml/2006/ole">
            <mc:AlternateContent xmlns:mc="http://schemas.openxmlformats.org/markup-compatibility/2006">
              <mc:Choice xmlns:v="urn:schemas-microsoft-com:vml" Requires="v">
                <p:oleObj name="Equation" r:id="rId13" imgW="1346040" imgH="393480" progId="Equation.DSMT4">
                  <p:embed/>
                </p:oleObj>
              </mc:Choice>
              <mc:Fallback>
                <p:oleObj name="Equation" r:id="rId13" imgW="1346040" imgH="393480" progId="Equation.DSMT4">
                  <p:embed/>
                  <p:pic>
                    <p:nvPicPr>
                      <p:cNvPr id="12" name="Object 11">
                        <a:extLst>
                          <a:ext uri="{FF2B5EF4-FFF2-40B4-BE49-F238E27FC236}">
                            <a16:creationId xmlns:a16="http://schemas.microsoft.com/office/drawing/2014/main" id="{42F5D1A5-0B8A-AC3C-4509-F0B80B521880}"/>
                          </a:ext>
                        </a:extLst>
                      </p:cNvPr>
                      <p:cNvPicPr/>
                      <p:nvPr/>
                    </p:nvPicPr>
                    <p:blipFill>
                      <a:blip r:embed="rId14"/>
                      <a:stretch>
                        <a:fillRect/>
                      </a:stretch>
                    </p:blipFill>
                    <p:spPr>
                      <a:xfrm>
                        <a:off x="3919281" y="5096909"/>
                        <a:ext cx="2038449" cy="596984"/>
                      </a:xfrm>
                      <a:prstGeom prst="rect">
                        <a:avLst/>
                      </a:prstGeom>
                    </p:spPr>
                  </p:pic>
                </p:oleObj>
              </mc:Fallback>
            </mc:AlternateContent>
          </a:graphicData>
        </a:graphic>
      </p:graphicFrame>
      <p:graphicFrame>
        <p:nvGraphicFramePr>
          <p:cNvPr id="13" name="Object 12">
            <a:extLst>
              <a:ext uri="{FF2B5EF4-FFF2-40B4-BE49-F238E27FC236}">
                <a16:creationId xmlns:a16="http://schemas.microsoft.com/office/drawing/2014/main" id="{993D9427-D79E-FD9A-D5FE-60E45E887B20}"/>
              </a:ext>
            </a:extLst>
          </p:cNvPr>
          <p:cNvGraphicFramePr>
            <a:graphicFrameLocks noChangeAspect="1"/>
          </p:cNvGraphicFramePr>
          <p:nvPr>
            <p:extLst>
              <p:ext uri="{D42A27DB-BD31-4B8C-83A1-F6EECF244321}">
                <p14:modId xmlns:p14="http://schemas.microsoft.com/office/powerpoint/2010/main" val="782201949"/>
              </p:ext>
            </p:extLst>
          </p:nvPr>
        </p:nvGraphicFramePr>
        <p:xfrm>
          <a:off x="6335636" y="5096909"/>
          <a:ext cx="1416503" cy="627329"/>
        </p:xfrm>
        <a:graphic>
          <a:graphicData uri="http://schemas.openxmlformats.org/presentationml/2006/ole">
            <mc:AlternateContent xmlns:mc="http://schemas.openxmlformats.org/markup-compatibility/2006">
              <mc:Choice xmlns:v="urn:schemas-microsoft-com:vml" Requires="v">
                <p:oleObj name="Equation" r:id="rId15" imgW="888840" imgH="393480" progId="Equation.DSMT4">
                  <p:embed/>
                </p:oleObj>
              </mc:Choice>
              <mc:Fallback>
                <p:oleObj name="Equation" r:id="rId15" imgW="888840" imgH="393480" progId="Equation.DSMT4">
                  <p:embed/>
                  <p:pic>
                    <p:nvPicPr>
                      <p:cNvPr id="13" name="Object 12">
                        <a:extLst>
                          <a:ext uri="{FF2B5EF4-FFF2-40B4-BE49-F238E27FC236}">
                            <a16:creationId xmlns:a16="http://schemas.microsoft.com/office/drawing/2014/main" id="{993D9427-D79E-FD9A-D5FE-60E45E887B20}"/>
                          </a:ext>
                        </a:extLst>
                      </p:cNvPr>
                      <p:cNvPicPr/>
                      <p:nvPr/>
                    </p:nvPicPr>
                    <p:blipFill>
                      <a:blip r:embed="rId16"/>
                      <a:stretch>
                        <a:fillRect/>
                      </a:stretch>
                    </p:blipFill>
                    <p:spPr>
                      <a:xfrm>
                        <a:off x="6335636" y="5096909"/>
                        <a:ext cx="1416503" cy="627329"/>
                      </a:xfrm>
                      <a:prstGeom prst="rect">
                        <a:avLst/>
                      </a:prstGeom>
                      <a:ln w="28575">
                        <a:solidFill>
                          <a:srgbClr val="C00000"/>
                        </a:solidFill>
                      </a:ln>
                    </p:spPr>
                  </p:pic>
                </p:oleObj>
              </mc:Fallback>
            </mc:AlternateContent>
          </a:graphicData>
        </a:graphic>
      </p:graphicFrame>
      <p:graphicFrame>
        <p:nvGraphicFramePr>
          <p:cNvPr id="14" name="Object 13">
            <a:extLst>
              <a:ext uri="{FF2B5EF4-FFF2-40B4-BE49-F238E27FC236}">
                <a16:creationId xmlns:a16="http://schemas.microsoft.com/office/drawing/2014/main" id="{960265AA-D64B-C261-3D76-EF90C7BABEB8}"/>
              </a:ext>
            </a:extLst>
          </p:cNvPr>
          <p:cNvGraphicFramePr>
            <a:graphicFrameLocks noChangeAspect="1"/>
          </p:cNvGraphicFramePr>
          <p:nvPr>
            <p:extLst>
              <p:ext uri="{D42A27DB-BD31-4B8C-83A1-F6EECF244321}">
                <p14:modId xmlns:p14="http://schemas.microsoft.com/office/powerpoint/2010/main" val="1399801821"/>
              </p:ext>
            </p:extLst>
          </p:nvPr>
        </p:nvGraphicFramePr>
        <p:xfrm>
          <a:off x="5952566" y="5293926"/>
          <a:ext cx="322453" cy="257962"/>
        </p:xfrm>
        <a:graphic>
          <a:graphicData uri="http://schemas.openxmlformats.org/presentationml/2006/ole">
            <mc:AlternateContent xmlns:mc="http://schemas.openxmlformats.org/markup-compatibility/2006">
              <mc:Choice xmlns:v="urn:schemas-microsoft-com:vml" Requires="v">
                <p:oleObj name="Equation" r:id="rId10" imgW="190440" imgH="152280" progId="Equation.DSMT4">
                  <p:embed/>
                </p:oleObj>
              </mc:Choice>
              <mc:Fallback>
                <p:oleObj name="Equation" r:id="rId10" imgW="190440" imgH="152280" progId="Equation.DSMT4">
                  <p:embed/>
                  <p:pic>
                    <p:nvPicPr>
                      <p:cNvPr id="14" name="Object 13">
                        <a:extLst>
                          <a:ext uri="{FF2B5EF4-FFF2-40B4-BE49-F238E27FC236}">
                            <a16:creationId xmlns:a16="http://schemas.microsoft.com/office/drawing/2014/main" id="{960265AA-D64B-C261-3D76-EF90C7BABEB8}"/>
                          </a:ext>
                        </a:extLst>
                      </p:cNvPr>
                      <p:cNvPicPr/>
                      <p:nvPr/>
                    </p:nvPicPr>
                    <p:blipFill>
                      <a:blip r:embed="rId11"/>
                      <a:stretch>
                        <a:fillRect/>
                      </a:stretch>
                    </p:blipFill>
                    <p:spPr>
                      <a:xfrm>
                        <a:off x="5952566" y="5293926"/>
                        <a:ext cx="322453" cy="257962"/>
                      </a:xfrm>
                      <a:prstGeom prst="rect">
                        <a:avLst/>
                      </a:prstGeom>
                    </p:spPr>
                  </p:pic>
                </p:oleObj>
              </mc:Fallback>
            </mc:AlternateContent>
          </a:graphicData>
        </a:graphic>
      </p:graphicFrame>
      <p:sp>
        <p:nvSpPr>
          <p:cNvPr id="15" name="TextBox 14">
            <a:extLst>
              <a:ext uri="{FF2B5EF4-FFF2-40B4-BE49-F238E27FC236}">
                <a16:creationId xmlns:a16="http://schemas.microsoft.com/office/drawing/2014/main" id="{77A73E1A-C5C9-2AC5-FF92-79F4ECEE89A3}"/>
              </a:ext>
            </a:extLst>
          </p:cNvPr>
          <p:cNvSpPr txBox="1"/>
          <p:nvPr/>
        </p:nvSpPr>
        <p:spPr>
          <a:xfrm>
            <a:off x="309372" y="5937414"/>
            <a:ext cx="7302854" cy="369332"/>
          </a:xfrm>
          <a:prstGeom prst="rect">
            <a:avLst/>
          </a:prstGeom>
          <a:noFill/>
        </p:spPr>
        <p:txBody>
          <a:bodyPr wrap="square">
            <a:spAutoFit/>
          </a:bodyPr>
          <a:lstStyle/>
          <a:p>
            <a:pPr algn="just"/>
            <a:r>
              <a:rPr lang="en-US" sz="1800" b="1">
                <a:solidFill>
                  <a:srgbClr val="0070C0"/>
                </a:solidFill>
                <a:sym typeface="Wingdings" panose="05000000000000000000" pitchFamily="2" charset="2"/>
              </a:rPr>
              <a:t>Vân sáng cũng là tập hợp </a:t>
            </a:r>
            <a:r>
              <a:rPr lang="en-US" b="1" i="1">
                <a:solidFill>
                  <a:srgbClr val="FF0000"/>
                </a:solidFill>
                <a:sym typeface="Wingdings" panose="05000000000000000000" pitchFamily="2" charset="2"/>
              </a:rPr>
              <a:t>các đoạn thẳng sáng song song với cạnh nêm.</a:t>
            </a:r>
            <a:endParaRPr lang="en-US" sz="1800" b="1" i="1">
              <a:solidFill>
                <a:srgbClr val="0070C0"/>
              </a:solidFill>
            </a:endParaRPr>
          </a:p>
        </p:txBody>
      </p:sp>
    </p:spTree>
    <p:extLst>
      <p:ext uri="{BB962C8B-B14F-4D97-AF65-F5344CB8AC3E}">
        <p14:creationId xmlns:p14="http://schemas.microsoft.com/office/powerpoint/2010/main" val="1981958133"/>
      </p:ext>
    </p:extLst>
  </p:cSld>
  <p:clrMapOvr>
    <a:masterClrMapping/>
  </p:clrMapOvr>
  <p:transition spd="slow">
    <p:randomBar dir="vert"/>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Effect transition="in" filter="fade">
                                      <p:cBhvr>
                                        <p:cTn id="7" dur="1000"/>
                                        <p:tgtEl>
                                          <p:spTgt spid="2">
                                            <p:txEl>
                                              <p:pRg st="0" end="0"/>
                                            </p:txEl>
                                          </p:spTgt>
                                        </p:tgtEl>
                                      </p:cBhvr>
                                    </p:animEffect>
                                    <p:anim calcmode="lin" valueType="num">
                                      <p:cBhvr>
                                        <p:cTn id="8" dur="1000" fill="hold"/>
                                        <p:tgtEl>
                                          <p:spTgt spid="2">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2">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6" presetClass="entr" presetSubtype="16" fill="hold" nodeType="clickEffect">
                                  <p:stCondLst>
                                    <p:cond delay="0"/>
                                  </p:stCondLst>
                                  <p:childTnLst>
                                    <p:set>
                                      <p:cBhvr>
                                        <p:cTn id="13" dur="1" fill="hold">
                                          <p:stCondLst>
                                            <p:cond delay="0"/>
                                          </p:stCondLst>
                                        </p:cTn>
                                        <p:tgtEl>
                                          <p:spTgt spid="5"/>
                                        </p:tgtEl>
                                        <p:attrNameLst>
                                          <p:attrName>style.visibility</p:attrName>
                                        </p:attrNameLst>
                                      </p:cBhvr>
                                      <p:to>
                                        <p:strVal val="visible"/>
                                      </p:to>
                                    </p:set>
                                    <p:animEffect transition="in" filter="circle(in)">
                                      <p:cBhvr>
                                        <p:cTn id="14" dur="2000"/>
                                        <p:tgtEl>
                                          <p:spTgt spid="5"/>
                                        </p:tgtEl>
                                      </p:cBhvr>
                                    </p:animEffect>
                                  </p:childTnLst>
                                </p:cTn>
                              </p:par>
                            </p:childTnLst>
                          </p:cTn>
                        </p:par>
                      </p:childTnLst>
                    </p:cTn>
                  </p:par>
                  <p:par>
                    <p:cTn id="15" fill="hold">
                      <p:stCondLst>
                        <p:cond delay="indefinite"/>
                      </p:stCondLst>
                      <p:childTnLst>
                        <p:par>
                          <p:cTn id="16" fill="hold">
                            <p:stCondLst>
                              <p:cond delay="0"/>
                            </p:stCondLst>
                            <p:childTnLst>
                              <p:par>
                                <p:cTn id="17" presetID="42" presetClass="entr" presetSubtype="0" fill="hold" nodeType="clickEffect">
                                  <p:stCondLst>
                                    <p:cond delay="0"/>
                                  </p:stCondLst>
                                  <p:childTnLst>
                                    <p:set>
                                      <p:cBhvr>
                                        <p:cTn id="18" dur="1" fill="hold">
                                          <p:stCondLst>
                                            <p:cond delay="0"/>
                                          </p:stCondLst>
                                        </p:cTn>
                                        <p:tgtEl>
                                          <p:spTgt spid="2">
                                            <p:txEl>
                                              <p:pRg st="1" end="1"/>
                                            </p:txEl>
                                          </p:spTgt>
                                        </p:tgtEl>
                                        <p:attrNameLst>
                                          <p:attrName>style.visibility</p:attrName>
                                        </p:attrNameLst>
                                      </p:cBhvr>
                                      <p:to>
                                        <p:strVal val="visible"/>
                                      </p:to>
                                    </p:set>
                                    <p:animEffect transition="in" filter="fade">
                                      <p:cBhvr>
                                        <p:cTn id="19" dur="1000"/>
                                        <p:tgtEl>
                                          <p:spTgt spid="2">
                                            <p:txEl>
                                              <p:pRg st="1" end="1"/>
                                            </p:txEl>
                                          </p:spTgt>
                                        </p:tgtEl>
                                      </p:cBhvr>
                                    </p:animEffect>
                                    <p:anim calcmode="lin" valueType="num">
                                      <p:cBhvr>
                                        <p:cTn id="20" dur="1000" fill="hold"/>
                                        <p:tgtEl>
                                          <p:spTgt spid="2">
                                            <p:txEl>
                                              <p:pRg st="1" end="1"/>
                                            </p:txEl>
                                          </p:spTgt>
                                        </p:tgtEl>
                                        <p:attrNameLst>
                                          <p:attrName>ppt_x</p:attrName>
                                        </p:attrNameLst>
                                      </p:cBhvr>
                                      <p:tavLst>
                                        <p:tav tm="0">
                                          <p:val>
                                            <p:strVal val="#ppt_x"/>
                                          </p:val>
                                        </p:tav>
                                        <p:tav tm="100000">
                                          <p:val>
                                            <p:strVal val="#ppt_x"/>
                                          </p:val>
                                        </p:tav>
                                      </p:tavLst>
                                    </p:anim>
                                    <p:anim calcmode="lin" valueType="num">
                                      <p:cBhvr>
                                        <p:cTn id="21" dur="1000" fill="hold"/>
                                        <p:tgtEl>
                                          <p:spTgt spid="2">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22" fill="hold">
                      <p:stCondLst>
                        <p:cond delay="indefinite"/>
                      </p:stCondLst>
                      <p:childTnLst>
                        <p:par>
                          <p:cTn id="23" fill="hold">
                            <p:stCondLst>
                              <p:cond delay="0"/>
                            </p:stCondLst>
                            <p:childTnLst>
                              <p:par>
                                <p:cTn id="24" presetID="42" presetClass="entr" presetSubtype="0" fill="hold" nodeType="clickEffect">
                                  <p:stCondLst>
                                    <p:cond delay="0"/>
                                  </p:stCondLst>
                                  <p:childTnLst>
                                    <p:set>
                                      <p:cBhvr>
                                        <p:cTn id="25" dur="1" fill="hold">
                                          <p:stCondLst>
                                            <p:cond delay="0"/>
                                          </p:stCondLst>
                                        </p:cTn>
                                        <p:tgtEl>
                                          <p:spTgt spid="2">
                                            <p:txEl>
                                              <p:pRg st="2" end="2"/>
                                            </p:txEl>
                                          </p:spTgt>
                                        </p:tgtEl>
                                        <p:attrNameLst>
                                          <p:attrName>style.visibility</p:attrName>
                                        </p:attrNameLst>
                                      </p:cBhvr>
                                      <p:to>
                                        <p:strVal val="visible"/>
                                      </p:to>
                                    </p:set>
                                    <p:animEffect transition="in" filter="fade">
                                      <p:cBhvr>
                                        <p:cTn id="26" dur="1000"/>
                                        <p:tgtEl>
                                          <p:spTgt spid="2">
                                            <p:txEl>
                                              <p:pRg st="2" end="2"/>
                                            </p:txEl>
                                          </p:spTgt>
                                        </p:tgtEl>
                                      </p:cBhvr>
                                    </p:animEffect>
                                    <p:anim calcmode="lin" valueType="num">
                                      <p:cBhvr>
                                        <p:cTn id="27" dur="1000" fill="hold"/>
                                        <p:tgtEl>
                                          <p:spTgt spid="2">
                                            <p:txEl>
                                              <p:pRg st="2" end="2"/>
                                            </p:txEl>
                                          </p:spTgt>
                                        </p:tgtEl>
                                        <p:attrNameLst>
                                          <p:attrName>ppt_x</p:attrName>
                                        </p:attrNameLst>
                                      </p:cBhvr>
                                      <p:tavLst>
                                        <p:tav tm="0">
                                          <p:val>
                                            <p:strVal val="#ppt_x"/>
                                          </p:val>
                                        </p:tav>
                                        <p:tav tm="100000">
                                          <p:val>
                                            <p:strVal val="#ppt_x"/>
                                          </p:val>
                                        </p:tav>
                                      </p:tavLst>
                                    </p:anim>
                                    <p:anim calcmode="lin" valueType="num">
                                      <p:cBhvr>
                                        <p:cTn id="28" dur="1000" fill="hold"/>
                                        <p:tgtEl>
                                          <p:spTgt spid="2">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29" fill="hold">
                      <p:stCondLst>
                        <p:cond delay="indefinite"/>
                      </p:stCondLst>
                      <p:childTnLst>
                        <p:par>
                          <p:cTn id="30" fill="hold">
                            <p:stCondLst>
                              <p:cond delay="0"/>
                            </p:stCondLst>
                            <p:childTnLst>
                              <p:par>
                                <p:cTn id="31" presetID="42" presetClass="entr" presetSubtype="0" fill="hold" nodeType="clickEffect">
                                  <p:stCondLst>
                                    <p:cond delay="0"/>
                                  </p:stCondLst>
                                  <p:childTnLst>
                                    <p:set>
                                      <p:cBhvr>
                                        <p:cTn id="32" dur="1" fill="hold">
                                          <p:stCondLst>
                                            <p:cond delay="0"/>
                                          </p:stCondLst>
                                        </p:cTn>
                                        <p:tgtEl>
                                          <p:spTgt spid="2">
                                            <p:txEl>
                                              <p:pRg st="3" end="3"/>
                                            </p:txEl>
                                          </p:spTgt>
                                        </p:tgtEl>
                                        <p:attrNameLst>
                                          <p:attrName>style.visibility</p:attrName>
                                        </p:attrNameLst>
                                      </p:cBhvr>
                                      <p:to>
                                        <p:strVal val="visible"/>
                                      </p:to>
                                    </p:set>
                                    <p:animEffect transition="in" filter="fade">
                                      <p:cBhvr>
                                        <p:cTn id="33" dur="1000"/>
                                        <p:tgtEl>
                                          <p:spTgt spid="2">
                                            <p:txEl>
                                              <p:pRg st="3" end="3"/>
                                            </p:txEl>
                                          </p:spTgt>
                                        </p:tgtEl>
                                      </p:cBhvr>
                                    </p:animEffect>
                                    <p:anim calcmode="lin" valueType="num">
                                      <p:cBhvr>
                                        <p:cTn id="34" dur="1000" fill="hold"/>
                                        <p:tgtEl>
                                          <p:spTgt spid="2">
                                            <p:txEl>
                                              <p:pRg st="3" end="3"/>
                                            </p:txEl>
                                          </p:spTgt>
                                        </p:tgtEl>
                                        <p:attrNameLst>
                                          <p:attrName>ppt_x</p:attrName>
                                        </p:attrNameLst>
                                      </p:cBhvr>
                                      <p:tavLst>
                                        <p:tav tm="0">
                                          <p:val>
                                            <p:strVal val="#ppt_x"/>
                                          </p:val>
                                        </p:tav>
                                        <p:tav tm="100000">
                                          <p:val>
                                            <p:strVal val="#ppt_x"/>
                                          </p:val>
                                        </p:tav>
                                      </p:tavLst>
                                    </p:anim>
                                    <p:anim calcmode="lin" valueType="num">
                                      <p:cBhvr>
                                        <p:cTn id="35" dur="1000" fill="hold"/>
                                        <p:tgtEl>
                                          <p:spTgt spid="2">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36" fill="hold">
                      <p:stCondLst>
                        <p:cond delay="indefinite"/>
                      </p:stCondLst>
                      <p:childTnLst>
                        <p:par>
                          <p:cTn id="37" fill="hold">
                            <p:stCondLst>
                              <p:cond delay="0"/>
                            </p:stCondLst>
                            <p:childTnLst>
                              <p:par>
                                <p:cTn id="38" presetID="42" presetClass="entr" presetSubtype="0" fill="hold" grpId="0" nodeType="clickEffect">
                                  <p:stCondLst>
                                    <p:cond delay="0"/>
                                  </p:stCondLst>
                                  <p:childTnLst>
                                    <p:set>
                                      <p:cBhvr>
                                        <p:cTn id="39" dur="1" fill="hold">
                                          <p:stCondLst>
                                            <p:cond delay="0"/>
                                          </p:stCondLst>
                                        </p:cTn>
                                        <p:tgtEl>
                                          <p:spTgt spid="20"/>
                                        </p:tgtEl>
                                        <p:attrNameLst>
                                          <p:attrName>style.visibility</p:attrName>
                                        </p:attrNameLst>
                                      </p:cBhvr>
                                      <p:to>
                                        <p:strVal val="visible"/>
                                      </p:to>
                                    </p:set>
                                    <p:animEffect transition="in" filter="fade">
                                      <p:cBhvr>
                                        <p:cTn id="40" dur="1000"/>
                                        <p:tgtEl>
                                          <p:spTgt spid="20"/>
                                        </p:tgtEl>
                                      </p:cBhvr>
                                    </p:animEffect>
                                    <p:anim calcmode="lin" valueType="num">
                                      <p:cBhvr>
                                        <p:cTn id="41" dur="1000" fill="hold"/>
                                        <p:tgtEl>
                                          <p:spTgt spid="20"/>
                                        </p:tgtEl>
                                        <p:attrNameLst>
                                          <p:attrName>ppt_x</p:attrName>
                                        </p:attrNameLst>
                                      </p:cBhvr>
                                      <p:tavLst>
                                        <p:tav tm="0">
                                          <p:val>
                                            <p:strVal val="#ppt_x"/>
                                          </p:val>
                                        </p:tav>
                                        <p:tav tm="100000">
                                          <p:val>
                                            <p:strVal val="#ppt_x"/>
                                          </p:val>
                                        </p:tav>
                                      </p:tavLst>
                                    </p:anim>
                                    <p:anim calcmode="lin" valueType="num">
                                      <p:cBhvr>
                                        <p:cTn id="42" dur="1000" fill="hold"/>
                                        <p:tgtEl>
                                          <p:spTgt spid="20"/>
                                        </p:tgtEl>
                                        <p:attrNameLst>
                                          <p:attrName>ppt_y</p:attrName>
                                        </p:attrNameLst>
                                      </p:cBhvr>
                                      <p:tavLst>
                                        <p:tav tm="0">
                                          <p:val>
                                            <p:strVal val="#ppt_y+.1"/>
                                          </p:val>
                                        </p:tav>
                                        <p:tav tm="100000">
                                          <p:val>
                                            <p:strVal val="#ppt_y"/>
                                          </p:val>
                                        </p:tav>
                                      </p:tavLst>
                                    </p:anim>
                                  </p:childTnLst>
                                </p:cTn>
                              </p:par>
                            </p:childTnLst>
                          </p:cTn>
                        </p:par>
                      </p:childTnLst>
                    </p:cTn>
                  </p:par>
                  <p:par>
                    <p:cTn id="43" fill="hold">
                      <p:stCondLst>
                        <p:cond delay="indefinite"/>
                      </p:stCondLst>
                      <p:childTnLst>
                        <p:par>
                          <p:cTn id="44" fill="hold">
                            <p:stCondLst>
                              <p:cond delay="0"/>
                            </p:stCondLst>
                            <p:childTnLst>
                              <p:par>
                                <p:cTn id="45" presetID="42" presetClass="entr" presetSubtype="0" fill="hold" grpId="0" nodeType="clickEffect">
                                  <p:stCondLst>
                                    <p:cond delay="0"/>
                                  </p:stCondLst>
                                  <p:childTnLst>
                                    <p:set>
                                      <p:cBhvr>
                                        <p:cTn id="46" dur="1" fill="hold">
                                          <p:stCondLst>
                                            <p:cond delay="0"/>
                                          </p:stCondLst>
                                        </p:cTn>
                                        <p:tgtEl>
                                          <p:spTgt spid="21"/>
                                        </p:tgtEl>
                                        <p:attrNameLst>
                                          <p:attrName>style.visibility</p:attrName>
                                        </p:attrNameLst>
                                      </p:cBhvr>
                                      <p:to>
                                        <p:strVal val="visible"/>
                                      </p:to>
                                    </p:set>
                                    <p:animEffect transition="in" filter="fade">
                                      <p:cBhvr>
                                        <p:cTn id="47" dur="1000"/>
                                        <p:tgtEl>
                                          <p:spTgt spid="21"/>
                                        </p:tgtEl>
                                      </p:cBhvr>
                                    </p:animEffect>
                                    <p:anim calcmode="lin" valueType="num">
                                      <p:cBhvr>
                                        <p:cTn id="48" dur="1000" fill="hold"/>
                                        <p:tgtEl>
                                          <p:spTgt spid="21"/>
                                        </p:tgtEl>
                                        <p:attrNameLst>
                                          <p:attrName>ppt_x</p:attrName>
                                        </p:attrNameLst>
                                      </p:cBhvr>
                                      <p:tavLst>
                                        <p:tav tm="0">
                                          <p:val>
                                            <p:strVal val="#ppt_x"/>
                                          </p:val>
                                        </p:tav>
                                        <p:tav tm="100000">
                                          <p:val>
                                            <p:strVal val="#ppt_x"/>
                                          </p:val>
                                        </p:tav>
                                      </p:tavLst>
                                    </p:anim>
                                    <p:anim calcmode="lin" valueType="num">
                                      <p:cBhvr>
                                        <p:cTn id="49" dur="1000" fill="hold"/>
                                        <p:tgtEl>
                                          <p:spTgt spid="21"/>
                                        </p:tgtEl>
                                        <p:attrNameLst>
                                          <p:attrName>ppt_y</p:attrName>
                                        </p:attrNameLst>
                                      </p:cBhvr>
                                      <p:tavLst>
                                        <p:tav tm="0">
                                          <p:val>
                                            <p:strVal val="#ppt_y+.1"/>
                                          </p:val>
                                        </p:tav>
                                        <p:tav tm="100000">
                                          <p:val>
                                            <p:strVal val="#ppt_y"/>
                                          </p:val>
                                        </p:tav>
                                      </p:tavLst>
                                    </p:anim>
                                  </p:childTnLst>
                                </p:cTn>
                              </p:par>
                            </p:childTnLst>
                          </p:cTn>
                        </p:par>
                      </p:childTnLst>
                    </p:cTn>
                  </p:par>
                  <p:par>
                    <p:cTn id="50" fill="hold">
                      <p:stCondLst>
                        <p:cond delay="indefinite"/>
                      </p:stCondLst>
                      <p:childTnLst>
                        <p:par>
                          <p:cTn id="51" fill="hold">
                            <p:stCondLst>
                              <p:cond delay="0"/>
                            </p:stCondLst>
                            <p:childTnLst>
                              <p:par>
                                <p:cTn id="52" presetID="6" presetClass="entr" presetSubtype="16" fill="hold" nodeType="clickEffect">
                                  <p:stCondLst>
                                    <p:cond delay="0"/>
                                  </p:stCondLst>
                                  <p:childTnLst>
                                    <p:set>
                                      <p:cBhvr>
                                        <p:cTn id="53" dur="1" fill="hold">
                                          <p:stCondLst>
                                            <p:cond delay="0"/>
                                          </p:stCondLst>
                                        </p:cTn>
                                        <p:tgtEl>
                                          <p:spTgt spid="22"/>
                                        </p:tgtEl>
                                        <p:attrNameLst>
                                          <p:attrName>style.visibility</p:attrName>
                                        </p:attrNameLst>
                                      </p:cBhvr>
                                      <p:to>
                                        <p:strVal val="visible"/>
                                      </p:to>
                                    </p:set>
                                    <p:animEffect transition="in" filter="circle(in)">
                                      <p:cBhvr>
                                        <p:cTn id="54" dur="2000"/>
                                        <p:tgtEl>
                                          <p:spTgt spid="22"/>
                                        </p:tgtEl>
                                      </p:cBhvr>
                                    </p:animEffect>
                                  </p:childTnLst>
                                </p:cTn>
                              </p:par>
                            </p:childTnLst>
                          </p:cTn>
                        </p:par>
                      </p:childTnLst>
                    </p:cTn>
                  </p:par>
                  <p:par>
                    <p:cTn id="55" fill="hold">
                      <p:stCondLst>
                        <p:cond delay="indefinite"/>
                      </p:stCondLst>
                      <p:childTnLst>
                        <p:par>
                          <p:cTn id="56" fill="hold">
                            <p:stCondLst>
                              <p:cond delay="0"/>
                            </p:stCondLst>
                            <p:childTnLst>
                              <p:par>
                                <p:cTn id="57" presetID="42" presetClass="entr" presetSubtype="0" fill="hold" grpId="0" nodeType="clickEffect">
                                  <p:stCondLst>
                                    <p:cond delay="0"/>
                                  </p:stCondLst>
                                  <p:childTnLst>
                                    <p:set>
                                      <p:cBhvr>
                                        <p:cTn id="58" dur="1" fill="hold">
                                          <p:stCondLst>
                                            <p:cond delay="0"/>
                                          </p:stCondLst>
                                        </p:cTn>
                                        <p:tgtEl>
                                          <p:spTgt spid="23"/>
                                        </p:tgtEl>
                                        <p:attrNameLst>
                                          <p:attrName>style.visibility</p:attrName>
                                        </p:attrNameLst>
                                      </p:cBhvr>
                                      <p:to>
                                        <p:strVal val="visible"/>
                                      </p:to>
                                    </p:set>
                                    <p:animEffect transition="in" filter="fade">
                                      <p:cBhvr>
                                        <p:cTn id="59" dur="1000"/>
                                        <p:tgtEl>
                                          <p:spTgt spid="23"/>
                                        </p:tgtEl>
                                      </p:cBhvr>
                                    </p:animEffect>
                                    <p:anim calcmode="lin" valueType="num">
                                      <p:cBhvr>
                                        <p:cTn id="60" dur="1000" fill="hold"/>
                                        <p:tgtEl>
                                          <p:spTgt spid="23"/>
                                        </p:tgtEl>
                                        <p:attrNameLst>
                                          <p:attrName>ppt_x</p:attrName>
                                        </p:attrNameLst>
                                      </p:cBhvr>
                                      <p:tavLst>
                                        <p:tav tm="0">
                                          <p:val>
                                            <p:strVal val="#ppt_x"/>
                                          </p:val>
                                        </p:tav>
                                        <p:tav tm="100000">
                                          <p:val>
                                            <p:strVal val="#ppt_x"/>
                                          </p:val>
                                        </p:tav>
                                      </p:tavLst>
                                    </p:anim>
                                    <p:anim calcmode="lin" valueType="num">
                                      <p:cBhvr>
                                        <p:cTn id="61" dur="1000" fill="hold"/>
                                        <p:tgtEl>
                                          <p:spTgt spid="23"/>
                                        </p:tgtEl>
                                        <p:attrNameLst>
                                          <p:attrName>ppt_y</p:attrName>
                                        </p:attrNameLst>
                                      </p:cBhvr>
                                      <p:tavLst>
                                        <p:tav tm="0">
                                          <p:val>
                                            <p:strVal val="#ppt_y+.1"/>
                                          </p:val>
                                        </p:tav>
                                        <p:tav tm="100000">
                                          <p:val>
                                            <p:strVal val="#ppt_y"/>
                                          </p:val>
                                        </p:tav>
                                      </p:tavLst>
                                    </p:anim>
                                  </p:childTnLst>
                                </p:cTn>
                              </p:par>
                            </p:childTnLst>
                          </p:cTn>
                        </p:par>
                      </p:childTnLst>
                    </p:cTn>
                  </p:par>
                  <p:par>
                    <p:cTn id="62" fill="hold">
                      <p:stCondLst>
                        <p:cond delay="indefinite"/>
                      </p:stCondLst>
                      <p:childTnLst>
                        <p:par>
                          <p:cTn id="63" fill="hold">
                            <p:stCondLst>
                              <p:cond delay="0"/>
                            </p:stCondLst>
                            <p:childTnLst>
                              <p:par>
                                <p:cTn id="64" presetID="2" presetClass="entr" presetSubtype="4" fill="hold" nodeType="clickEffect">
                                  <p:stCondLst>
                                    <p:cond delay="0"/>
                                  </p:stCondLst>
                                  <p:childTnLst>
                                    <p:set>
                                      <p:cBhvr>
                                        <p:cTn id="65" dur="1" fill="hold">
                                          <p:stCondLst>
                                            <p:cond delay="0"/>
                                          </p:stCondLst>
                                        </p:cTn>
                                        <p:tgtEl>
                                          <p:spTgt spid="24"/>
                                        </p:tgtEl>
                                        <p:attrNameLst>
                                          <p:attrName>style.visibility</p:attrName>
                                        </p:attrNameLst>
                                      </p:cBhvr>
                                      <p:to>
                                        <p:strVal val="visible"/>
                                      </p:to>
                                    </p:set>
                                    <p:anim calcmode="lin" valueType="num">
                                      <p:cBhvr additive="base">
                                        <p:cTn id="66" dur="500" fill="hold"/>
                                        <p:tgtEl>
                                          <p:spTgt spid="24"/>
                                        </p:tgtEl>
                                        <p:attrNameLst>
                                          <p:attrName>ppt_x</p:attrName>
                                        </p:attrNameLst>
                                      </p:cBhvr>
                                      <p:tavLst>
                                        <p:tav tm="0">
                                          <p:val>
                                            <p:strVal val="#ppt_x"/>
                                          </p:val>
                                        </p:tav>
                                        <p:tav tm="100000">
                                          <p:val>
                                            <p:strVal val="#ppt_x"/>
                                          </p:val>
                                        </p:tav>
                                      </p:tavLst>
                                    </p:anim>
                                    <p:anim calcmode="lin" valueType="num">
                                      <p:cBhvr additive="base">
                                        <p:cTn id="67" dur="500" fill="hold"/>
                                        <p:tgtEl>
                                          <p:spTgt spid="24"/>
                                        </p:tgtEl>
                                        <p:attrNameLst>
                                          <p:attrName>ppt_y</p:attrName>
                                        </p:attrNameLst>
                                      </p:cBhvr>
                                      <p:tavLst>
                                        <p:tav tm="0">
                                          <p:val>
                                            <p:strVal val="1+#ppt_h/2"/>
                                          </p:val>
                                        </p:tav>
                                        <p:tav tm="100000">
                                          <p:val>
                                            <p:strVal val="#ppt_y"/>
                                          </p:val>
                                        </p:tav>
                                      </p:tavLst>
                                    </p:anim>
                                  </p:childTnLst>
                                </p:cTn>
                              </p:par>
                            </p:childTnLst>
                          </p:cTn>
                        </p:par>
                      </p:childTnLst>
                    </p:cTn>
                  </p:par>
                  <p:par>
                    <p:cTn id="68" fill="hold">
                      <p:stCondLst>
                        <p:cond delay="indefinite"/>
                      </p:stCondLst>
                      <p:childTnLst>
                        <p:par>
                          <p:cTn id="69" fill="hold">
                            <p:stCondLst>
                              <p:cond delay="0"/>
                            </p:stCondLst>
                            <p:childTnLst>
                              <p:par>
                                <p:cTn id="70" presetID="42" presetClass="entr" presetSubtype="0" fill="hold" nodeType="clickEffect">
                                  <p:stCondLst>
                                    <p:cond delay="0"/>
                                  </p:stCondLst>
                                  <p:childTnLst>
                                    <p:set>
                                      <p:cBhvr>
                                        <p:cTn id="71" dur="1" fill="hold">
                                          <p:stCondLst>
                                            <p:cond delay="0"/>
                                          </p:stCondLst>
                                        </p:cTn>
                                        <p:tgtEl>
                                          <p:spTgt spid="26"/>
                                        </p:tgtEl>
                                        <p:attrNameLst>
                                          <p:attrName>style.visibility</p:attrName>
                                        </p:attrNameLst>
                                      </p:cBhvr>
                                      <p:to>
                                        <p:strVal val="visible"/>
                                      </p:to>
                                    </p:set>
                                    <p:animEffect transition="in" filter="fade">
                                      <p:cBhvr>
                                        <p:cTn id="72" dur="1000"/>
                                        <p:tgtEl>
                                          <p:spTgt spid="26"/>
                                        </p:tgtEl>
                                      </p:cBhvr>
                                    </p:animEffect>
                                    <p:anim calcmode="lin" valueType="num">
                                      <p:cBhvr>
                                        <p:cTn id="73" dur="1000" fill="hold"/>
                                        <p:tgtEl>
                                          <p:spTgt spid="26"/>
                                        </p:tgtEl>
                                        <p:attrNameLst>
                                          <p:attrName>ppt_x</p:attrName>
                                        </p:attrNameLst>
                                      </p:cBhvr>
                                      <p:tavLst>
                                        <p:tav tm="0">
                                          <p:val>
                                            <p:strVal val="#ppt_x"/>
                                          </p:val>
                                        </p:tav>
                                        <p:tav tm="100000">
                                          <p:val>
                                            <p:strVal val="#ppt_x"/>
                                          </p:val>
                                        </p:tav>
                                      </p:tavLst>
                                    </p:anim>
                                    <p:anim calcmode="lin" valueType="num">
                                      <p:cBhvr>
                                        <p:cTn id="74" dur="1000" fill="hold"/>
                                        <p:tgtEl>
                                          <p:spTgt spid="26"/>
                                        </p:tgtEl>
                                        <p:attrNameLst>
                                          <p:attrName>ppt_y</p:attrName>
                                        </p:attrNameLst>
                                      </p:cBhvr>
                                      <p:tavLst>
                                        <p:tav tm="0">
                                          <p:val>
                                            <p:strVal val="#ppt_y+.1"/>
                                          </p:val>
                                        </p:tav>
                                        <p:tav tm="100000">
                                          <p:val>
                                            <p:strVal val="#ppt_y"/>
                                          </p:val>
                                        </p:tav>
                                      </p:tavLst>
                                    </p:anim>
                                  </p:childTnLst>
                                </p:cTn>
                              </p:par>
                            </p:childTnLst>
                          </p:cTn>
                        </p:par>
                      </p:childTnLst>
                    </p:cTn>
                  </p:par>
                  <p:par>
                    <p:cTn id="75" fill="hold">
                      <p:stCondLst>
                        <p:cond delay="indefinite"/>
                      </p:stCondLst>
                      <p:childTnLst>
                        <p:par>
                          <p:cTn id="76" fill="hold">
                            <p:stCondLst>
                              <p:cond delay="0"/>
                            </p:stCondLst>
                            <p:childTnLst>
                              <p:par>
                                <p:cTn id="77" presetID="42" presetClass="entr" presetSubtype="0" fill="hold" nodeType="clickEffect">
                                  <p:stCondLst>
                                    <p:cond delay="0"/>
                                  </p:stCondLst>
                                  <p:childTnLst>
                                    <p:set>
                                      <p:cBhvr>
                                        <p:cTn id="78" dur="1" fill="hold">
                                          <p:stCondLst>
                                            <p:cond delay="0"/>
                                          </p:stCondLst>
                                        </p:cTn>
                                        <p:tgtEl>
                                          <p:spTgt spid="25"/>
                                        </p:tgtEl>
                                        <p:attrNameLst>
                                          <p:attrName>style.visibility</p:attrName>
                                        </p:attrNameLst>
                                      </p:cBhvr>
                                      <p:to>
                                        <p:strVal val="visible"/>
                                      </p:to>
                                    </p:set>
                                    <p:animEffect transition="in" filter="fade">
                                      <p:cBhvr>
                                        <p:cTn id="79" dur="1000"/>
                                        <p:tgtEl>
                                          <p:spTgt spid="25"/>
                                        </p:tgtEl>
                                      </p:cBhvr>
                                    </p:animEffect>
                                    <p:anim calcmode="lin" valueType="num">
                                      <p:cBhvr>
                                        <p:cTn id="80" dur="1000" fill="hold"/>
                                        <p:tgtEl>
                                          <p:spTgt spid="25"/>
                                        </p:tgtEl>
                                        <p:attrNameLst>
                                          <p:attrName>ppt_x</p:attrName>
                                        </p:attrNameLst>
                                      </p:cBhvr>
                                      <p:tavLst>
                                        <p:tav tm="0">
                                          <p:val>
                                            <p:strVal val="#ppt_x"/>
                                          </p:val>
                                        </p:tav>
                                        <p:tav tm="100000">
                                          <p:val>
                                            <p:strVal val="#ppt_x"/>
                                          </p:val>
                                        </p:tav>
                                      </p:tavLst>
                                    </p:anim>
                                    <p:anim calcmode="lin" valueType="num">
                                      <p:cBhvr>
                                        <p:cTn id="81" dur="1000" fill="hold"/>
                                        <p:tgtEl>
                                          <p:spTgt spid="25"/>
                                        </p:tgtEl>
                                        <p:attrNameLst>
                                          <p:attrName>ppt_y</p:attrName>
                                        </p:attrNameLst>
                                      </p:cBhvr>
                                      <p:tavLst>
                                        <p:tav tm="0">
                                          <p:val>
                                            <p:strVal val="#ppt_y+.1"/>
                                          </p:val>
                                        </p:tav>
                                        <p:tav tm="100000">
                                          <p:val>
                                            <p:strVal val="#ppt_y"/>
                                          </p:val>
                                        </p:tav>
                                      </p:tavLst>
                                    </p:anim>
                                  </p:childTnLst>
                                </p:cTn>
                              </p:par>
                            </p:childTnLst>
                          </p:cTn>
                        </p:par>
                      </p:childTnLst>
                    </p:cTn>
                  </p:par>
                  <p:par>
                    <p:cTn id="82" fill="hold">
                      <p:stCondLst>
                        <p:cond delay="indefinite"/>
                      </p:stCondLst>
                      <p:childTnLst>
                        <p:par>
                          <p:cTn id="83" fill="hold">
                            <p:stCondLst>
                              <p:cond delay="0"/>
                            </p:stCondLst>
                            <p:childTnLst>
                              <p:par>
                                <p:cTn id="84" presetID="42" presetClass="entr" presetSubtype="0" fill="hold" grpId="0" nodeType="clickEffect">
                                  <p:stCondLst>
                                    <p:cond delay="0"/>
                                  </p:stCondLst>
                                  <p:childTnLst>
                                    <p:set>
                                      <p:cBhvr>
                                        <p:cTn id="85" dur="1" fill="hold">
                                          <p:stCondLst>
                                            <p:cond delay="0"/>
                                          </p:stCondLst>
                                        </p:cTn>
                                        <p:tgtEl>
                                          <p:spTgt spid="27"/>
                                        </p:tgtEl>
                                        <p:attrNameLst>
                                          <p:attrName>style.visibility</p:attrName>
                                        </p:attrNameLst>
                                      </p:cBhvr>
                                      <p:to>
                                        <p:strVal val="visible"/>
                                      </p:to>
                                    </p:set>
                                    <p:animEffect transition="in" filter="fade">
                                      <p:cBhvr>
                                        <p:cTn id="86" dur="1000"/>
                                        <p:tgtEl>
                                          <p:spTgt spid="27"/>
                                        </p:tgtEl>
                                      </p:cBhvr>
                                    </p:animEffect>
                                    <p:anim calcmode="lin" valueType="num">
                                      <p:cBhvr>
                                        <p:cTn id="87" dur="1000" fill="hold"/>
                                        <p:tgtEl>
                                          <p:spTgt spid="27"/>
                                        </p:tgtEl>
                                        <p:attrNameLst>
                                          <p:attrName>ppt_x</p:attrName>
                                        </p:attrNameLst>
                                      </p:cBhvr>
                                      <p:tavLst>
                                        <p:tav tm="0">
                                          <p:val>
                                            <p:strVal val="#ppt_x"/>
                                          </p:val>
                                        </p:tav>
                                        <p:tav tm="100000">
                                          <p:val>
                                            <p:strVal val="#ppt_x"/>
                                          </p:val>
                                        </p:tav>
                                      </p:tavLst>
                                    </p:anim>
                                    <p:anim calcmode="lin" valueType="num">
                                      <p:cBhvr>
                                        <p:cTn id="88" dur="1000" fill="hold"/>
                                        <p:tgtEl>
                                          <p:spTgt spid="27"/>
                                        </p:tgtEl>
                                        <p:attrNameLst>
                                          <p:attrName>ppt_y</p:attrName>
                                        </p:attrNameLst>
                                      </p:cBhvr>
                                      <p:tavLst>
                                        <p:tav tm="0">
                                          <p:val>
                                            <p:strVal val="#ppt_y+.1"/>
                                          </p:val>
                                        </p:tav>
                                        <p:tav tm="100000">
                                          <p:val>
                                            <p:strVal val="#ppt_y"/>
                                          </p:val>
                                        </p:tav>
                                      </p:tavLst>
                                    </p:anim>
                                  </p:childTnLst>
                                </p:cTn>
                              </p:par>
                            </p:childTnLst>
                          </p:cTn>
                        </p:par>
                      </p:childTnLst>
                    </p:cTn>
                  </p:par>
                  <p:par>
                    <p:cTn id="89" fill="hold">
                      <p:stCondLst>
                        <p:cond delay="indefinite"/>
                      </p:stCondLst>
                      <p:childTnLst>
                        <p:par>
                          <p:cTn id="90" fill="hold">
                            <p:stCondLst>
                              <p:cond delay="0"/>
                            </p:stCondLst>
                            <p:childTnLst>
                              <p:par>
                                <p:cTn id="91" presetID="6" presetClass="entr" presetSubtype="16" fill="hold" nodeType="clickEffect">
                                  <p:stCondLst>
                                    <p:cond delay="0"/>
                                  </p:stCondLst>
                                  <p:childTnLst>
                                    <p:set>
                                      <p:cBhvr>
                                        <p:cTn id="92" dur="1" fill="hold">
                                          <p:stCondLst>
                                            <p:cond delay="0"/>
                                          </p:stCondLst>
                                        </p:cTn>
                                        <p:tgtEl>
                                          <p:spTgt spid="10"/>
                                        </p:tgtEl>
                                        <p:attrNameLst>
                                          <p:attrName>style.visibility</p:attrName>
                                        </p:attrNameLst>
                                      </p:cBhvr>
                                      <p:to>
                                        <p:strVal val="visible"/>
                                      </p:to>
                                    </p:set>
                                    <p:animEffect transition="in" filter="circle(in)">
                                      <p:cBhvr>
                                        <p:cTn id="93" dur="2000"/>
                                        <p:tgtEl>
                                          <p:spTgt spid="10"/>
                                        </p:tgtEl>
                                      </p:cBhvr>
                                    </p:animEffect>
                                  </p:childTnLst>
                                </p:cTn>
                              </p:par>
                            </p:childTnLst>
                          </p:cTn>
                        </p:par>
                      </p:childTnLst>
                    </p:cTn>
                  </p:par>
                  <p:par>
                    <p:cTn id="94" fill="hold">
                      <p:stCondLst>
                        <p:cond delay="indefinite"/>
                      </p:stCondLst>
                      <p:childTnLst>
                        <p:par>
                          <p:cTn id="95" fill="hold">
                            <p:stCondLst>
                              <p:cond delay="0"/>
                            </p:stCondLst>
                            <p:childTnLst>
                              <p:par>
                                <p:cTn id="96" presetID="42" presetClass="entr" presetSubtype="0" fill="hold" grpId="0" nodeType="clickEffect">
                                  <p:stCondLst>
                                    <p:cond delay="0"/>
                                  </p:stCondLst>
                                  <p:childTnLst>
                                    <p:set>
                                      <p:cBhvr>
                                        <p:cTn id="97" dur="1" fill="hold">
                                          <p:stCondLst>
                                            <p:cond delay="0"/>
                                          </p:stCondLst>
                                        </p:cTn>
                                        <p:tgtEl>
                                          <p:spTgt spid="11"/>
                                        </p:tgtEl>
                                        <p:attrNameLst>
                                          <p:attrName>style.visibility</p:attrName>
                                        </p:attrNameLst>
                                      </p:cBhvr>
                                      <p:to>
                                        <p:strVal val="visible"/>
                                      </p:to>
                                    </p:set>
                                    <p:animEffect transition="in" filter="fade">
                                      <p:cBhvr>
                                        <p:cTn id="98" dur="1000"/>
                                        <p:tgtEl>
                                          <p:spTgt spid="11"/>
                                        </p:tgtEl>
                                      </p:cBhvr>
                                    </p:animEffect>
                                    <p:anim calcmode="lin" valueType="num">
                                      <p:cBhvr>
                                        <p:cTn id="99" dur="1000" fill="hold"/>
                                        <p:tgtEl>
                                          <p:spTgt spid="11"/>
                                        </p:tgtEl>
                                        <p:attrNameLst>
                                          <p:attrName>ppt_x</p:attrName>
                                        </p:attrNameLst>
                                      </p:cBhvr>
                                      <p:tavLst>
                                        <p:tav tm="0">
                                          <p:val>
                                            <p:strVal val="#ppt_x"/>
                                          </p:val>
                                        </p:tav>
                                        <p:tav tm="100000">
                                          <p:val>
                                            <p:strVal val="#ppt_x"/>
                                          </p:val>
                                        </p:tav>
                                      </p:tavLst>
                                    </p:anim>
                                    <p:anim calcmode="lin" valueType="num">
                                      <p:cBhvr>
                                        <p:cTn id="100" dur="1000" fill="hold"/>
                                        <p:tgtEl>
                                          <p:spTgt spid="11"/>
                                        </p:tgtEl>
                                        <p:attrNameLst>
                                          <p:attrName>ppt_y</p:attrName>
                                        </p:attrNameLst>
                                      </p:cBhvr>
                                      <p:tavLst>
                                        <p:tav tm="0">
                                          <p:val>
                                            <p:strVal val="#ppt_y+.1"/>
                                          </p:val>
                                        </p:tav>
                                        <p:tav tm="100000">
                                          <p:val>
                                            <p:strVal val="#ppt_y"/>
                                          </p:val>
                                        </p:tav>
                                      </p:tavLst>
                                    </p:anim>
                                  </p:childTnLst>
                                </p:cTn>
                              </p:par>
                            </p:childTnLst>
                          </p:cTn>
                        </p:par>
                      </p:childTnLst>
                    </p:cTn>
                  </p:par>
                  <p:par>
                    <p:cTn id="101" fill="hold">
                      <p:stCondLst>
                        <p:cond delay="indefinite"/>
                      </p:stCondLst>
                      <p:childTnLst>
                        <p:par>
                          <p:cTn id="102" fill="hold">
                            <p:stCondLst>
                              <p:cond delay="0"/>
                            </p:stCondLst>
                            <p:childTnLst>
                              <p:par>
                                <p:cTn id="103" presetID="2" presetClass="entr" presetSubtype="4" fill="hold" nodeType="clickEffect">
                                  <p:stCondLst>
                                    <p:cond delay="0"/>
                                  </p:stCondLst>
                                  <p:childTnLst>
                                    <p:set>
                                      <p:cBhvr>
                                        <p:cTn id="104" dur="1" fill="hold">
                                          <p:stCondLst>
                                            <p:cond delay="0"/>
                                          </p:stCondLst>
                                        </p:cTn>
                                        <p:tgtEl>
                                          <p:spTgt spid="12"/>
                                        </p:tgtEl>
                                        <p:attrNameLst>
                                          <p:attrName>style.visibility</p:attrName>
                                        </p:attrNameLst>
                                      </p:cBhvr>
                                      <p:to>
                                        <p:strVal val="visible"/>
                                      </p:to>
                                    </p:set>
                                    <p:anim calcmode="lin" valueType="num">
                                      <p:cBhvr additive="base">
                                        <p:cTn id="105" dur="500" fill="hold"/>
                                        <p:tgtEl>
                                          <p:spTgt spid="12"/>
                                        </p:tgtEl>
                                        <p:attrNameLst>
                                          <p:attrName>ppt_x</p:attrName>
                                        </p:attrNameLst>
                                      </p:cBhvr>
                                      <p:tavLst>
                                        <p:tav tm="0">
                                          <p:val>
                                            <p:strVal val="#ppt_x"/>
                                          </p:val>
                                        </p:tav>
                                        <p:tav tm="100000">
                                          <p:val>
                                            <p:strVal val="#ppt_x"/>
                                          </p:val>
                                        </p:tav>
                                      </p:tavLst>
                                    </p:anim>
                                    <p:anim calcmode="lin" valueType="num">
                                      <p:cBhvr additive="base">
                                        <p:cTn id="106" dur="500" fill="hold"/>
                                        <p:tgtEl>
                                          <p:spTgt spid="12"/>
                                        </p:tgtEl>
                                        <p:attrNameLst>
                                          <p:attrName>ppt_y</p:attrName>
                                        </p:attrNameLst>
                                      </p:cBhvr>
                                      <p:tavLst>
                                        <p:tav tm="0">
                                          <p:val>
                                            <p:strVal val="1+#ppt_h/2"/>
                                          </p:val>
                                        </p:tav>
                                        <p:tav tm="100000">
                                          <p:val>
                                            <p:strVal val="#ppt_y"/>
                                          </p:val>
                                        </p:tav>
                                      </p:tavLst>
                                    </p:anim>
                                  </p:childTnLst>
                                </p:cTn>
                              </p:par>
                            </p:childTnLst>
                          </p:cTn>
                        </p:par>
                      </p:childTnLst>
                    </p:cTn>
                  </p:par>
                  <p:par>
                    <p:cTn id="107" fill="hold">
                      <p:stCondLst>
                        <p:cond delay="indefinite"/>
                      </p:stCondLst>
                      <p:childTnLst>
                        <p:par>
                          <p:cTn id="108" fill="hold">
                            <p:stCondLst>
                              <p:cond delay="0"/>
                            </p:stCondLst>
                            <p:childTnLst>
                              <p:par>
                                <p:cTn id="109" presetID="42" presetClass="entr" presetSubtype="0" fill="hold" nodeType="clickEffect">
                                  <p:stCondLst>
                                    <p:cond delay="0"/>
                                  </p:stCondLst>
                                  <p:childTnLst>
                                    <p:set>
                                      <p:cBhvr>
                                        <p:cTn id="110" dur="1" fill="hold">
                                          <p:stCondLst>
                                            <p:cond delay="0"/>
                                          </p:stCondLst>
                                        </p:cTn>
                                        <p:tgtEl>
                                          <p:spTgt spid="14"/>
                                        </p:tgtEl>
                                        <p:attrNameLst>
                                          <p:attrName>style.visibility</p:attrName>
                                        </p:attrNameLst>
                                      </p:cBhvr>
                                      <p:to>
                                        <p:strVal val="visible"/>
                                      </p:to>
                                    </p:set>
                                    <p:animEffect transition="in" filter="fade">
                                      <p:cBhvr>
                                        <p:cTn id="111" dur="1000"/>
                                        <p:tgtEl>
                                          <p:spTgt spid="14"/>
                                        </p:tgtEl>
                                      </p:cBhvr>
                                    </p:animEffect>
                                    <p:anim calcmode="lin" valueType="num">
                                      <p:cBhvr>
                                        <p:cTn id="112" dur="1000" fill="hold"/>
                                        <p:tgtEl>
                                          <p:spTgt spid="14"/>
                                        </p:tgtEl>
                                        <p:attrNameLst>
                                          <p:attrName>ppt_x</p:attrName>
                                        </p:attrNameLst>
                                      </p:cBhvr>
                                      <p:tavLst>
                                        <p:tav tm="0">
                                          <p:val>
                                            <p:strVal val="#ppt_x"/>
                                          </p:val>
                                        </p:tav>
                                        <p:tav tm="100000">
                                          <p:val>
                                            <p:strVal val="#ppt_x"/>
                                          </p:val>
                                        </p:tav>
                                      </p:tavLst>
                                    </p:anim>
                                    <p:anim calcmode="lin" valueType="num">
                                      <p:cBhvr>
                                        <p:cTn id="113" dur="1000" fill="hold"/>
                                        <p:tgtEl>
                                          <p:spTgt spid="14"/>
                                        </p:tgtEl>
                                        <p:attrNameLst>
                                          <p:attrName>ppt_y</p:attrName>
                                        </p:attrNameLst>
                                      </p:cBhvr>
                                      <p:tavLst>
                                        <p:tav tm="0">
                                          <p:val>
                                            <p:strVal val="#ppt_y+.1"/>
                                          </p:val>
                                        </p:tav>
                                        <p:tav tm="100000">
                                          <p:val>
                                            <p:strVal val="#ppt_y"/>
                                          </p:val>
                                        </p:tav>
                                      </p:tavLst>
                                    </p:anim>
                                  </p:childTnLst>
                                </p:cTn>
                              </p:par>
                            </p:childTnLst>
                          </p:cTn>
                        </p:par>
                      </p:childTnLst>
                    </p:cTn>
                  </p:par>
                  <p:par>
                    <p:cTn id="114" fill="hold">
                      <p:stCondLst>
                        <p:cond delay="indefinite"/>
                      </p:stCondLst>
                      <p:childTnLst>
                        <p:par>
                          <p:cTn id="115" fill="hold">
                            <p:stCondLst>
                              <p:cond delay="0"/>
                            </p:stCondLst>
                            <p:childTnLst>
                              <p:par>
                                <p:cTn id="116" presetID="42" presetClass="entr" presetSubtype="0" fill="hold" nodeType="clickEffect">
                                  <p:stCondLst>
                                    <p:cond delay="0"/>
                                  </p:stCondLst>
                                  <p:childTnLst>
                                    <p:set>
                                      <p:cBhvr>
                                        <p:cTn id="117" dur="1" fill="hold">
                                          <p:stCondLst>
                                            <p:cond delay="0"/>
                                          </p:stCondLst>
                                        </p:cTn>
                                        <p:tgtEl>
                                          <p:spTgt spid="13"/>
                                        </p:tgtEl>
                                        <p:attrNameLst>
                                          <p:attrName>style.visibility</p:attrName>
                                        </p:attrNameLst>
                                      </p:cBhvr>
                                      <p:to>
                                        <p:strVal val="visible"/>
                                      </p:to>
                                    </p:set>
                                    <p:animEffect transition="in" filter="fade">
                                      <p:cBhvr>
                                        <p:cTn id="118" dur="1000"/>
                                        <p:tgtEl>
                                          <p:spTgt spid="13"/>
                                        </p:tgtEl>
                                      </p:cBhvr>
                                    </p:animEffect>
                                    <p:anim calcmode="lin" valueType="num">
                                      <p:cBhvr>
                                        <p:cTn id="119" dur="1000" fill="hold"/>
                                        <p:tgtEl>
                                          <p:spTgt spid="13"/>
                                        </p:tgtEl>
                                        <p:attrNameLst>
                                          <p:attrName>ppt_x</p:attrName>
                                        </p:attrNameLst>
                                      </p:cBhvr>
                                      <p:tavLst>
                                        <p:tav tm="0">
                                          <p:val>
                                            <p:strVal val="#ppt_x"/>
                                          </p:val>
                                        </p:tav>
                                        <p:tav tm="100000">
                                          <p:val>
                                            <p:strVal val="#ppt_x"/>
                                          </p:val>
                                        </p:tav>
                                      </p:tavLst>
                                    </p:anim>
                                    <p:anim calcmode="lin" valueType="num">
                                      <p:cBhvr>
                                        <p:cTn id="120" dur="1000" fill="hold"/>
                                        <p:tgtEl>
                                          <p:spTgt spid="13"/>
                                        </p:tgtEl>
                                        <p:attrNameLst>
                                          <p:attrName>ppt_y</p:attrName>
                                        </p:attrNameLst>
                                      </p:cBhvr>
                                      <p:tavLst>
                                        <p:tav tm="0">
                                          <p:val>
                                            <p:strVal val="#ppt_y+.1"/>
                                          </p:val>
                                        </p:tav>
                                        <p:tav tm="100000">
                                          <p:val>
                                            <p:strVal val="#ppt_y"/>
                                          </p:val>
                                        </p:tav>
                                      </p:tavLst>
                                    </p:anim>
                                  </p:childTnLst>
                                </p:cTn>
                              </p:par>
                            </p:childTnLst>
                          </p:cTn>
                        </p:par>
                      </p:childTnLst>
                    </p:cTn>
                  </p:par>
                  <p:par>
                    <p:cTn id="121" fill="hold">
                      <p:stCondLst>
                        <p:cond delay="indefinite"/>
                      </p:stCondLst>
                      <p:childTnLst>
                        <p:par>
                          <p:cTn id="122" fill="hold">
                            <p:stCondLst>
                              <p:cond delay="0"/>
                            </p:stCondLst>
                            <p:childTnLst>
                              <p:par>
                                <p:cTn id="123" presetID="42" presetClass="entr" presetSubtype="0" fill="hold" grpId="0" nodeType="clickEffect">
                                  <p:stCondLst>
                                    <p:cond delay="0"/>
                                  </p:stCondLst>
                                  <p:childTnLst>
                                    <p:set>
                                      <p:cBhvr>
                                        <p:cTn id="124" dur="1" fill="hold">
                                          <p:stCondLst>
                                            <p:cond delay="0"/>
                                          </p:stCondLst>
                                        </p:cTn>
                                        <p:tgtEl>
                                          <p:spTgt spid="15"/>
                                        </p:tgtEl>
                                        <p:attrNameLst>
                                          <p:attrName>style.visibility</p:attrName>
                                        </p:attrNameLst>
                                      </p:cBhvr>
                                      <p:to>
                                        <p:strVal val="visible"/>
                                      </p:to>
                                    </p:set>
                                    <p:animEffect transition="in" filter="fade">
                                      <p:cBhvr>
                                        <p:cTn id="125" dur="1000"/>
                                        <p:tgtEl>
                                          <p:spTgt spid="15"/>
                                        </p:tgtEl>
                                      </p:cBhvr>
                                    </p:animEffect>
                                    <p:anim calcmode="lin" valueType="num">
                                      <p:cBhvr>
                                        <p:cTn id="126" dur="1000" fill="hold"/>
                                        <p:tgtEl>
                                          <p:spTgt spid="15"/>
                                        </p:tgtEl>
                                        <p:attrNameLst>
                                          <p:attrName>ppt_x</p:attrName>
                                        </p:attrNameLst>
                                      </p:cBhvr>
                                      <p:tavLst>
                                        <p:tav tm="0">
                                          <p:val>
                                            <p:strVal val="#ppt_x"/>
                                          </p:val>
                                        </p:tav>
                                        <p:tav tm="100000">
                                          <p:val>
                                            <p:strVal val="#ppt_x"/>
                                          </p:val>
                                        </p:tav>
                                      </p:tavLst>
                                    </p:anim>
                                    <p:anim calcmode="lin" valueType="num">
                                      <p:cBhvr>
                                        <p:cTn id="127" dur="1000" fill="hold"/>
                                        <p:tgtEl>
                                          <p:spTgt spid="15"/>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 grpId="0"/>
      <p:bldP spid="21" grpId="0"/>
      <p:bldP spid="23" grpId="0"/>
      <p:bldP spid="27" grpId="0"/>
      <p:bldP spid="11" grpId="0"/>
      <p:bldP spid="15"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311CF92-7548-5F6D-FEE1-B20E199904B7}"/>
            </a:ext>
          </a:extLst>
        </p:cNvPr>
        <p:cNvGrpSpPr/>
        <p:nvPr/>
      </p:nvGrpSpPr>
      <p:grpSpPr>
        <a:xfrm>
          <a:off x="0" y="0"/>
          <a:ext cx="0" cy="0"/>
          <a:chOff x="0" y="0"/>
          <a:chExt cx="0" cy="0"/>
        </a:xfrm>
      </p:grpSpPr>
      <p:sp>
        <p:nvSpPr>
          <p:cNvPr id="7" name="TextBox 6">
            <a:extLst>
              <a:ext uri="{FF2B5EF4-FFF2-40B4-BE49-F238E27FC236}">
                <a16:creationId xmlns:a16="http://schemas.microsoft.com/office/drawing/2014/main" id="{9D29476F-E3A8-FC7D-4FD5-3258992BAF79}"/>
              </a:ext>
            </a:extLst>
          </p:cNvPr>
          <p:cNvSpPr txBox="1"/>
          <p:nvPr/>
        </p:nvSpPr>
        <p:spPr>
          <a:xfrm>
            <a:off x="250333" y="72368"/>
            <a:ext cx="7405435" cy="338554"/>
          </a:xfrm>
          <a:prstGeom prst="rect">
            <a:avLst/>
          </a:prstGeom>
          <a:noFill/>
        </p:spPr>
        <p:txBody>
          <a:bodyPr wrap="square">
            <a:spAutoFit/>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a:ln>
                  <a:noFill/>
                </a:ln>
                <a:solidFill>
                  <a:srgbClr val="FF0000"/>
                </a:solidFill>
                <a:effectLst/>
                <a:uLnTx/>
                <a:uFillTx/>
                <a:latin typeface="Calibri" panose="020F0502020204030204"/>
                <a:ea typeface="+mn-ea"/>
                <a:cs typeface="+mn-cs"/>
              </a:rPr>
              <a:t>+ Trường hợp nêm có độ dày không đổi - vân cùng độ nghiêng</a:t>
            </a:r>
          </a:p>
        </p:txBody>
      </p:sp>
      <p:sp>
        <p:nvSpPr>
          <p:cNvPr id="20" name="TextBox 19">
            <a:extLst>
              <a:ext uri="{FF2B5EF4-FFF2-40B4-BE49-F238E27FC236}">
                <a16:creationId xmlns:a16="http://schemas.microsoft.com/office/drawing/2014/main" id="{4B36540F-907C-93F2-DD5F-2C2273BB974B}"/>
              </a:ext>
            </a:extLst>
          </p:cNvPr>
          <p:cNvSpPr txBox="1"/>
          <p:nvPr/>
        </p:nvSpPr>
        <p:spPr>
          <a:xfrm>
            <a:off x="253392" y="486705"/>
            <a:ext cx="7296913" cy="1815882"/>
          </a:xfrm>
          <a:prstGeom prst="rect">
            <a:avLst/>
          </a:prstGeom>
          <a:noFill/>
        </p:spPr>
        <p:txBody>
          <a:bodyPr wrap="square" rtlCol="0">
            <a:spAutoFit/>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a:ln>
                  <a:noFill/>
                </a:ln>
                <a:solidFill>
                  <a:prstClr val="black"/>
                </a:solidFill>
                <a:effectLst/>
                <a:uLnTx/>
                <a:uFillTx/>
                <a:latin typeface="Calibri" panose="020F0502020204030204"/>
                <a:ea typeface="+mn-ea"/>
                <a:cs typeface="+mn-cs"/>
              </a:rPr>
              <a:t>- Xét</a:t>
            </a:r>
            <a:r>
              <a:rPr kumimoji="0" lang="en-US" sz="1600" b="0" i="0" u="none" strike="noStrike" kern="1200" cap="none" spc="0" normalizeH="0" noProof="0">
                <a:ln>
                  <a:noFill/>
                </a:ln>
                <a:solidFill>
                  <a:prstClr val="black"/>
                </a:solidFill>
                <a:effectLst/>
                <a:uLnTx/>
                <a:uFillTx/>
                <a:latin typeface="Calibri" panose="020F0502020204030204"/>
                <a:ea typeface="+mn-ea"/>
                <a:cs typeface="+mn-cs"/>
              </a:rPr>
              <a:t> trường hợp hai bản thủy tinh G</a:t>
            </a:r>
            <a:r>
              <a:rPr kumimoji="0" lang="en-US" sz="1600" b="0" i="0" u="none" strike="noStrike" kern="1200" cap="none" spc="0" normalizeH="0" baseline="-25000" noProof="0">
                <a:ln>
                  <a:noFill/>
                </a:ln>
                <a:solidFill>
                  <a:prstClr val="black"/>
                </a:solidFill>
                <a:effectLst/>
                <a:uLnTx/>
                <a:uFillTx/>
                <a:latin typeface="Calibri" panose="020F0502020204030204"/>
                <a:ea typeface="+mn-ea"/>
                <a:cs typeface="+mn-cs"/>
              </a:rPr>
              <a:t>1</a:t>
            </a:r>
            <a:r>
              <a:rPr kumimoji="0" lang="en-US" sz="1600" b="0" i="0" u="none" strike="noStrike" kern="1200" cap="none" spc="0" normalizeH="0" noProof="0">
                <a:ln>
                  <a:noFill/>
                </a:ln>
                <a:solidFill>
                  <a:prstClr val="black"/>
                </a:solidFill>
                <a:effectLst/>
                <a:uLnTx/>
                <a:uFillTx/>
                <a:latin typeface="Calibri" panose="020F0502020204030204"/>
                <a:ea typeface="+mn-ea"/>
                <a:cs typeface="+mn-cs"/>
              </a:rPr>
              <a:t> và G</a:t>
            </a:r>
            <a:r>
              <a:rPr kumimoji="0" lang="en-US" sz="1600" b="0" i="0" u="none" strike="noStrike" kern="1200" cap="none" spc="0" normalizeH="0" baseline="-25000" noProof="0">
                <a:ln>
                  <a:noFill/>
                </a:ln>
                <a:solidFill>
                  <a:prstClr val="black"/>
                </a:solidFill>
                <a:effectLst/>
                <a:uLnTx/>
                <a:uFillTx/>
                <a:latin typeface="Calibri" panose="020F0502020204030204"/>
                <a:ea typeface="+mn-ea"/>
                <a:cs typeface="+mn-cs"/>
              </a:rPr>
              <a:t>2</a:t>
            </a:r>
            <a:r>
              <a:rPr kumimoji="0" lang="en-US" sz="1600" b="0" i="0" u="none" strike="noStrike" kern="1200" cap="none" spc="0" normalizeH="0" noProof="0">
                <a:ln>
                  <a:noFill/>
                </a:ln>
                <a:solidFill>
                  <a:prstClr val="black"/>
                </a:solidFill>
                <a:effectLst/>
                <a:uLnTx/>
                <a:uFillTx/>
                <a:latin typeface="Calibri" panose="020F0502020204030204"/>
                <a:ea typeface="+mn-ea"/>
                <a:cs typeface="+mn-cs"/>
              </a:rPr>
              <a:t> đặt song song cách nhau một khoảng là d. Khi đó ta có vân nêm không khí bề dày không đổi</a:t>
            </a:r>
            <a:r>
              <a:rPr kumimoji="0" lang="en-US" sz="1600" b="0" i="0" u="none" strike="noStrike" kern="1200" cap="none" spc="0" normalizeH="0" baseline="0" noProof="0">
                <a:ln>
                  <a:noFill/>
                </a:ln>
                <a:solidFill>
                  <a:prstClr val="black"/>
                </a:solidFill>
                <a:effectLst/>
                <a:uLnTx/>
                <a:uFillTx/>
                <a:latin typeface="Calibri" panose="020F0502020204030204"/>
                <a:ea typeface="+mn-ea"/>
                <a:cs typeface="+mn-cs"/>
                <a:sym typeface="Symbol" panose="05050102010706020507" pitchFamily="18" charset="2"/>
              </a:rPr>
              <a:t>.</a:t>
            </a:r>
            <a:endParaRPr kumimoji="0" lang="en-US" sz="1600" b="0" i="0" u="none" strike="noStrike" kern="1200" cap="none" spc="0" normalizeH="0" baseline="0" noProof="0">
              <a:ln>
                <a:noFill/>
              </a:ln>
              <a:solidFill>
                <a:prstClr val="black"/>
              </a:solidFill>
              <a:effectLst/>
              <a:uLnTx/>
              <a:uFillTx/>
              <a:latin typeface="Calibri" panose="020F0502020204030204"/>
              <a:ea typeface="+mn-ea"/>
              <a:cs typeface="+mn-cs"/>
            </a:endParaRPr>
          </a:p>
          <a:p>
            <a:pPr marL="0" marR="0" lvl="0" indent="0" algn="just"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a:ln>
                  <a:noFill/>
                </a:ln>
                <a:solidFill>
                  <a:prstClr val="black"/>
                </a:solidFill>
                <a:effectLst/>
                <a:uLnTx/>
                <a:uFillTx/>
                <a:latin typeface="Calibri" panose="020F0502020204030204"/>
                <a:ea typeface="+mn-ea"/>
                <a:cs typeface="+mn-cs"/>
              </a:rPr>
              <a:t>- Chiếu một chùm sáng đơn sắc song song có bước sóng </a:t>
            </a:r>
            <a:r>
              <a:rPr kumimoji="0" lang="en-US" sz="1600" b="0" i="0" u="none" strike="noStrike" kern="1200" cap="none" spc="0" normalizeH="0" baseline="0" noProof="0">
                <a:ln>
                  <a:noFill/>
                </a:ln>
                <a:solidFill>
                  <a:prstClr val="black"/>
                </a:solidFill>
                <a:effectLst/>
                <a:uLnTx/>
                <a:uFillTx/>
                <a:latin typeface="Calibri" panose="020F0502020204030204"/>
                <a:ea typeface="+mn-ea"/>
                <a:cs typeface="+mn-cs"/>
                <a:sym typeface="Symbol" panose="05050102010706020507" pitchFamily="18" charset="2"/>
              </a:rPr>
              <a:t> tới hai bản thủy tinh với</a:t>
            </a:r>
            <a:r>
              <a:rPr kumimoji="0" lang="en-US" sz="1600" b="0" i="0" u="none" strike="noStrike" kern="1200" cap="none" spc="0" normalizeH="0" noProof="0">
                <a:ln>
                  <a:noFill/>
                </a:ln>
                <a:solidFill>
                  <a:prstClr val="black"/>
                </a:solidFill>
                <a:effectLst/>
                <a:uLnTx/>
                <a:uFillTx/>
                <a:latin typeface="Calibri" panose="020F0502020204030204"/>
                <a:ea typeface="+mn-ea"/>
                <a:cs typeface="+mn-cs"/>
                <a:sym typeface="Symbol" panose="05050102010706020507" pitchFamily="18" charset="2"/>
              </a:rPr>
              <a:t> góc tới là </a:t>
            </a:r>
            <a:r>
              <a:rPr kumimoji="0" lang="en-US" sz="1600" b="0" i="1" u="none" strike="noStrike" kern="1200" cap="none" spc="0" normalizeH="0" noProof="0">
                <a:ln>
                  <a:noFill/>
                </a:ln>
                <a:solidFill>
                  <a:prstClr val="black"/>
                </a:solidFill>
                <a:effectLst/>
                <a:uLnTx/>
                <a:uFillTx/>
                <a:latin typeface="Calibri" panose="020F0502020204030204"/>
                <a:ea typeface="+mn-ea"/>
                <a:cs typeface="+mn-cs"/>
                <a:sym typeface="Symbol" panose="05050102010706020507" pitchFamily="18" charset="2"/>
              </a:rPr>
              <a:t>i</a:t>
            </a:r>
            <a:r>
              <a:rPr kumimoji="0" lang="en-US" sz="1600" b="0" i="0" u="none" strike="noStrike" kern="1200" cap="none" spc="0" normalizeH="0" baseline="0" noProof="0">
                <a:ln>
                  <a:noFill/>
                </a:ln>
                <a:solidFill>
                  <a:prstClr val="black"/>
                </a:solidFill>
                <a:effectLst/>
                <a:uLnTx/>
                <a:uFillTx/>
                <a:latin typeface="Calibri" panose="020F0502020204030204"/>
                <a:ea typeface="+mn-ea"/>
                <a:cs typeface="+mn-cs"/>
                <a:sym typeface="Symbol" panose="05050102010706020507" pitchFamily="18" charset="2"/>
              </a:rPr>
              <a:t>.</a:t>
            </a:r>
          </a:p>
          <a:p>
            <a:pPr marL="0" marR="0" lvl="0" indent="0" algn="just"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a:ln>
                  <a:noFill/>
                </a:ln>
                <a:solidFill>
                  <a:prstClr val="black"/>
                </a:solidFill>
                <a:effectLst/>
                <a:uLnTx/>
                <a:uFillTx/>
                <a:latin typeface="Calibri" panose="020F0502020204030204"/>
                <a:ea typeface="+mn-ea"/>
                <a:cs typeface="+mn-cs"/>
              </a:rPr>
              <a:t>- Các tia phản xạ từ mặt</a:t>
            </a:r>
            <a:r>
              <a:rPr kumimoji="0" lang="en-US" sz="1600" b="0" i="0" u="none" strike="noStrike" kern="1200" cap="none" spc="0" normalizeH="0" noProof="0">
                <a:ln>
                  <a:noFill/>
                </a:ln>
                <a:solidFill>
                  <a:prstClr val="black"/>
                </a:solidFill>
                <a:effectLst/>
                <a:uLnTx/>
                <a:uFillTx/>
                <a:latin typeface="Calibri" panose="020F0502020204030204"/>
                <a:ea typeface="+mn-ea"/>
                <a:cs typeface="+mn-cs"/>
              </a:rPr>
              <a:t> của hai </a:t>
            </a:r>
            <a:r>
              <a:rPr kumimoji="0" lang="en-US" sz="1600" b="0" i="0" u="none" strike="noStrike" kern="1200" cap="none" spc="0" normalizeH="0" baseline="0" noProof="0">
                <a:ln>
                  <a:noFill/>
                </a:ln>
                <a:solidFill>
                  <a:prstClr val="black"/>
                </a:solidFill>
                <a:effectLst/>
                <a:uLnTx/>
                <a:uFillTx/>
                <a:latin typeface="Calibri" panose="020F0502020204030204"/>
                <a:ea typeface="+mn-ea"/>
                <a:cs typeface="+mn-cs"/>
              </a:rPr>
              <a:t>bản thủ</a:t>
            </a:r>
            <a:r>
              <a:rPr kumimoji="0" lang="en-US" sz="1600" b="0" i="0" u="none" strike="noStrike" kern="1200" cap="none" spc="0" normalizeH="0" noProof="0">
                <a:ln>
                  <a:noFill/>
                </a:ln>
                <a:solidFill>
                  <a:prstClr val="black"/>
                </a:solidFill>
                <a:effectLst/>
                <a:uLnTx/>
                <a:uFillTx/>
                <a:latin typeface="Calibri" panose="020F0502020204030204"/>
                <a:ea typeface="+mn-ea"/>
                <a:cs typeface="+mn-cs"/>
              </a:rPr>
              <a:t>y tinh là chum tia song song. </a:t>
            </a:r>
          </a:p>
          <a:p>
            <a:pPr marL="0" marR="0" lvl="0" indent="0" algn="just" defTabSz="914400" rtl="0" eaLnBrk="1" fontAlgn="auto" latinLnBrk="0" hangingPunct="1">
              <a:lnSpc>
                <a:spcPct val="100000"/>
              </a:lnSpc>
              <a:spcBef>
                <a:spcPts val="0"/>
              </a:spcBef>
              <a:spcAft>
                <a:spcPts val="0"/>
              </a:spcAft>
              <a:buClrTx/>
              <a:buSzTx/>
              <a:buFontTx/>
              <a:buNone/>
              <a:tabLst/>
              <a:defRPr/>
            </a:pPr>
            <a:r>
              <a:rPr kumimoji="0" lang="en-US" sz="1600" u="none" strike="noStrike" kern="1200" cap="none" spc="0" normalizeH="0" baseline="0" noProof="0">
                <a:ln>
                  <a:noFill/>
                </a:ln>
                <a:effectLst/>
                <a:uLnTx/>
                <a:uFillTx/>
                <a:latin typeface="Calibri" panose="020F0502020204030204"/>
                <a:ea typeface="+mn-ea"/>
                <a:cs typeface="+mn-cs"/>
              </a:rPr>
              <a:t>- Dùng</a:t>
            </a:r>
            <a:r>
              <a:rPr kumimoji="0" lang="en-US" sz="1600" u="none" strike="noStrike" kern="1200" cap="none" spc="0" normalizeH="0" noProof="0">
                <a:ln>
                  <a:noFill/>
                </a:ln>
                <a:effectLst/>
                <a:uLnTx/>
                <a:uFillTx/>
                <a:latin typeface="Calibri" panose="020F0502020204030204"/>
                <a:ea typeface="+mn-ea"/>
                <a:cs typeface="+mn-cs"/>
              </a:rPr>
              <a:t> một thấu kính L để hội tụ chùm tia phản xạ nói trên, chúng sẽ giao thoa với nhau và tạo thành một hệ vân tròn trên mặt phẳng tiêu của thấu kính L.</a:t>
            </a:r>
            <a:endParaRPr kumimoji="0" lang="en-US" sz="1600" u="none" strike="noStrike" kern="1200" cap="none" spc="0" normalizeH="0" baseline="0" noProof="0">
              <a:ln>
                <a:noFill/>
              </a:ln>
              <a:effectLst/>
              <a:uLnTx/>
              <a:uFillTx/>
              <a:latin typeface="Calibri" panose="020F0502020204030204"/>
              <a:ea typeface="+mn-ea"/>
              <a:cs typeface="+mn-cs"/>
            </a:endParaRPr>
          </a:p>
        </p:txBody>
      </p:sp>
      <p:pic>
        <p:nvPicPr>
          <p:cNvPr id="21" name="Picture 20">
            <a:extLst>
              <a:ext uri="{FF2B5EF4-FFF2-40B4-BE49-F238E27FC236}">
                <a16:creationId xmlns:a16="http://schemas.microsoft.com/office/drawing/2014/main" id="{63F27DA8-3956-13A6-0453-7FA9C46FCBD4}"/>
              </a:ext>
            </a:extLst>
          </p:cNvPr>
          <p:cNvPicPr>
            <a:picLocks noChangeAspect="1"/>
          </p:cNvPicPr>
          <p:nvPr/>
        </p:nvPicPr>
        <p:blipFill>
          <a:blip r:embed="rId3"/>
          <a:stretch>
            <a:fillRect/>
          </a:stretch>
        </p:blipFill>
        <p:spPr>
          <a:xfrm>
            <a:off x="7868963" y="265268"/>
            <a:ext cx="3823176" cy="3645010"/>
          </a:xfrm>
          <a:prstGeom prst="rect">
            <a:avLst/>
          </a:prstGeom>
        </p:spPr>
      </p:pic>
      <p:sp>
        <p:nvSpPr>
          <p:cNvPr id="22" name="TextBox 21">
            <a:extLst>
              <a:ext uri="{FF2B5EF4-FFF2-40B4-BE49-F238E27FC236}">
                <a16:creationId xmlns:a16="http://schemas.microsoft.com/office/drawing/2014/main" id="{8E91E72C-544C-965D-C9E3-524BF9F91F8F}"/>
              </a:ext>
            </a:extLst>
          </p:cNvPr>
          <p:cNvSpPr txBox="1"/>
          <p:nvPr/>
        </p:nvSpPr>
        <p:spPr>
          <a:xfrm>
            <a:off x="10127050" y="1468748"/>
            <a:ext cx="434260" cy="369332"/>
          </a:xfrm>
          <a:prstGeom prst="rect">
            <a:avLst/>
          </a:prstGeom>
          <a:noFill/>
        </p:spPr>
        <p:txBody>
          <a:bodyPr wrap="square" rtlCol="0">
            <a:spAutoFit/>
          </a:bodyPr>
          <a:lstStyle/>
          <a:p>
            <a:r>
              <a:rPr lang="en-US"/>
              <a:t>L</a:t>
            </a:r>
          </a:p>
        </p:txBody>
      </p:sp>
      <p:grpSp>
        <p:nvGrpSpPr>
          <p:cNvPr id="23" name="Group 22">
            <a:extLst>
              <a:ext uri="{FF2B5EF4-FFF2-40B4-BE49-F238E27FC236}">
                <a16:creationId xmlns:a16="http://schemas.microsoft.com/office/drawing/2014/main" id="{71D3C6BF-5EF0-ECB2-61AA-7CD929728C74}"/>
              </a:ext>
            </a:extLst>
          </p:cNvPr>
          <p:cNvGrpSpPr>
            <a:grpSpLocks/>
          </p:cNvGrpSpPr>
          <p:nvPr/>
        </p:nvGrpSpPr>
        <p:grpSpPr bwMode="auto">
          <a:xfrm>
            <a:off x="324853" y="2770021"/>
            <a:ext cx="4740275" cy="3767137"/>
            <a:chOff x="136435" y="852048"/>
            <a:chExt cx="4740366" cy="3767344"/>
          </a:xfrm>
        </p:grpSpPr>
        <p:pic>
          <p:nvPicPr>
            <p:cNvPr id="24" name="Picture 37">
              <a:extLst>
                <a:ext uri="{FF2B5EF4-FFF2-40B4-BE49-F238E27FC236}">
                  <a16:creationId xmlns:a16="http://schemas.microsoft.com/office/drawing/2014/main" id="{270629B0-4472-D3BE-3622-C46EA45B5AF7}"/>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36435" y="852048"/>
              <a:ext cx="4740366" cy="376734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5" name="TextBox 33">
              <a:extLst>
                <a:ext uri="{FF2B5EF4-FFF2-40B4-BE49-F238E27FC236}">
                  <a16:creationId xmlns:a16="http://schemas.microsoft.com/office/drawing/2014/main" id="{1A10540E-6510-708C-C814-F7832B6B38BE}"/>
                </a:ext>
              </a:extLst>
            </p:cNvPr>
            <p:cNvSpPr txBox="1">
              <a:spLocks noChangeArrowheads="1"/>
            </p:cNvSpPr>
            <p:nvPr/>
          </p:nvSpPr>
          <p:spPr bwMode="auto">
            <a:xfrm>
              <a:off x="2397764" y="2874609"/>
              <a:ext cx="914400"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Calibri" panose="020F0502020204030204" pitchFamily="34" charset="0"/>
                  <a:cs typeface="Arial" panose="020B0604020202020204" pitchFamily="34" charset="0"/>
                </a:defRPr>
              </a:lvl1pPr>
              <a:lvl2pPr marL="742950" indent="-285750" eaLnBrk="0" hangingPunct="0">
                <a:defRPr>
                  <a:solidFill>
                    <a:schemeClr val="tx1"/>
                  </a:solidFill>
                  <a:latin typeface="Calibri" panose="020F0502020204030204" pitchFamily="34" charset="0"/>
                  <a:cs typeface="Arial" panose="020B0604020202020204" pitchFamily="34" charset="0"/>
                </a:defRPr>
              </a:lvl2pPr>
              <a:lvl3pPr marL="1143000" indent="-228600" eaLnBrk="0" hangingPunct="0">
                <a:defRPr>
                  <a:solidFill>
                    <a:schemeClr val="tx1"/>
                  </a:solidFill>
                  <a:latin typeface="Calibri" panose="020F0502020204030204" pitchFamily="34" charset="0"/>
                  <a:cs typeface="Arial" panose="020B0604020202020204" pitchFamily="34" charset="0"/>
                </a:defRPr>
              </a:lvl3pPr>
              <a:lvl4pPr marL="1600200" indent="-228600" eaLnBrk="0" hangingPunct="0">
                <a:defRPr>
                  <a:solidFill>
                    <a:schemeClr val="tx1"/>
                  </a:solidFill>
                  <a:latin typeface="Calibri" panose="020F0502020204030204" pitchFamily="34" charset="0"/>
                  <a:cs typeface="Arial" panose="020B0604020202020204" pitchFamily="34" charset="0"/>
                </a:defRPr>
              </a:lvl4pPr>
              <a:lvl5pPr marL="2057400" indent="-228600" eaLnBrk="0" hangingPunct="0">
                <a:defRPr>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9pPr>
            </a:lstStyle>
            <a:p>
              <a:pPr eaLnBrk="1" hangingPunct="1"/>
              <a:r>
                <a:rPr lang="en-US" altLang="en-US">
                  <a:solidFill>
                    <a:srgbClr val="000000"/>
                  </a:solidFill>
                </a:rPr>
                <a:t>M</a:t>
              </a:r>
            </a:p>
          </p:txBody>
        </p:sp>
      </p:grpSp>
      <p:sp>
        <p:nvSpPr>
          <p:cNvPr id="26" name="TextBox 25">
            <a:extLst>
              <a:ext uri="{FF2B5EF4-FFF2-40B4-BE49-F238E27FC236}">
                <a16:creationId xmlns:a16="http://schemas.microsoft.com/office/drawing/2014/main" id="{67E29884-6422-551C-02B5-99421514BCF0}"/>
              </a:ext>
            </a:extLst>
          </p:cNvPr>
          <p:cNvSpPr txBox="1"/>
          <p:nvPr/>
        </p:nvSpPr>
        <p:spPr>
          <a:xfrm>
            <a:off x="5065128" y="3986061"/>
            <a:ext cx="5393851" cy="338554"/>
          </a:xfrm>
          <a:prstGeom prst="rect">
            <a:avLst/>
          </a:prstGeom>
          <a:noFill/>
        </p:spPr>
        <p:txBody>
          <a:bodyPr wrap="square">
            <a:spAutoFit/>
          </a:bodyPr>
          <a:lstStyle/>
          <a:p>
            <a:pPr algn="just"/>
            <a:r>
              <a:rPr lang="en-US" sz="1600"/>
              <a:t>- Ta có hiệu quang lộ của tia tới và tia phản xạ tại M là: </a:t>
            </a:r>
          </a:p>
        </p:txBody>
      </p:sp>
      <p:graphicFrame>
        <p:nvGraphicFramePr>
          <p:cNvPr id="27" name="Object 26">
            <a:extLst>
              <a:ext uri="{FF2B5EF4-FFF2-40B4-BE49-F238E27FC236}">
                <a16:creationId xmlns:a16="http://schemas.microsoft.com/office/drawing/2014/main" id="{D479C77D-A3DD-0F6F-A3BF-15F56ED23B7C}"/>
              </a:ext>
            </a:extLst>
          </p:cNvPr>
          <p:cNvGraphicFramePr>
            <a:graphicFrameLocks noChangeAspect="1"/>
          </p:cNvGraphicFramePr>
          <p:nvPr>
            <p:extLst>
              <p:ext uri="{D42A27DB-BD31-4B8C-83A1-F6EECF244321}">
                <p14:modId xmlns:p14="http://schemas.microsoft.com/office/powerpoint/2010/main" val="2994839337"/>
              </p:ext>
            </p:extLst>
          </p:nvPr>
        </p:nvGraphicFramePr>
        <p:xfrm>
          <a:off x="7604567" y="4400398"/>
          <a:ext cx="2604586" cy="625691"/>
        </p:xfrm>
        <a:graphic>
          <a:graphicData uri="http://schemas.openxmlformats.org/presentationml/2006/ole">
            <mc:AlternateContent xmlns:mc="http://schemas.openxmlformats.org/markup-compatibility/2006">
              <mc:Choice xmlns:v="urn:schemas-microsoft-com:vml" Requires="v">
                <p:oleObj name="Equation" r:id="rId5" imgW="2032000" imgH="419100" progId="Equation.3">
                  <p:embed/>
                </p:oleObj>
              </mc:Choice>
              <mc:Fallback>
                <p:oleObj name="Equation" r:id="rId5" imgW="2032000" imgH="419100" progId="Equation.3">
                  <p:embed/>
                  <p:pic>
                    <p:nvPicPr>
                      <p:cNvPr id="27" name="Object 26">
                        <a:extLst>
                          <a:ext uri="{FF2B5EF4-FFF2-40B4-BE49-F238E27FC236}">
                            <a16:creationId xmlns:a16="http://schemas.microsoft.com/office/drawing/2014/main" id="{D479C77D-A3DD-0F6F-A3BF-15F56ED23B7C}"/>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7604567" y="4400398"/>
                        <a:ext cx="2604586" cy="625691"/>
                      </a:xfrm>
                      <a:prstGeom prst="rect">
                        <a:avLst/>
                      </a:prstGeom>
                      <a:noFill/>
                      <a:ln w="28575">
                        <a:solidFill>
                          <a:srgbClr val="FF3399"/>
                        </a:solidFill>
                      </a:ln>
                    </p:spPr>
                  </p:pic>
                </p:oleObj>
              </mc:Fallback>
            </mc:AlternateContent>
          </a:graphicData>
        </a:graphic>
      </p:graphicFrame>
      <p:sp>
        <p:nvSpPr>
          <p:cNvPr id="28" name="TextBox 27">
            <a:extLst>
              <a:ext uri="{FF2B5EF4-FFF2-40B4-BE49-F238E27FC236}">
                <a16:creationId xmlns:a16="http://schemas.microsoft.com/office/drawing/2014/main" id="{2FCE8AEB-D383-1B8A-A0CF-F4923E082D3A}"/>
              </a:ext>
            </a:extLst>
          </p:cNvPr>
          <p:cNvSpPr txBox="1"/>
          <p:nvPr/>
        </p:nvSpPr>
        <p:spPr>
          <a:xfrm>
            <a:off x="5065128" y="5161783"/>
            <a:ext cx="6699688" cy="584775"/>
          </a:xfrm>
          <a:prstGeom prst="rect">
            <a:avLst/>
          </a:prstGeom>
          <a:noFill/>
        </p:spPr>
        <p:txBody>
          <a:bodyPr wrap="square">
            <a:spAutoFit/>
          </a:bodyPr>
          <a:lstStyle/>
          <a:p>
            <a:pPr algn="just"/>
            <a:r>
              <a:rPr lang="en-US" sz="1600"/>
              <a:t>Hiệu quang lộ chỉ phụ thuộc vào góc tới </a:t>
            </a:r>
            <a:r>
              <a:rPr lang="en-US" sz="1600" i="1"/>
              <a:t>i </a:t>
            </a:r>
            <a:r>
              <a:rPr lang="en-US" sz="1600"/>
              <a:t>nên ta gọi chúng là các vân cùng độ nghiêng.</a:t>
            </a:r>
          </a:p>
        </p:txBody>
      </p:sp>
    </p:spTree>
    <p:extLst>
      <p:ext uri="{BB962C8B-B14F-4D97-AF65-F5344CB8AC3E}">
        <p14:creationId xmlns:p14="http://schemas.microsoft.com/office/powerpoint/2010/main" val="3076051059"/>
      </p:ext>
    </p:extLst>
  </p:cSld>
  <p:clrMapOvr>
    <a:masterClrMapping/>
  </p:clrMapOvr>
  <p:transition spd="slow">
    <p:randomBar dir="vert"/>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1000"/>
                                        <p:tgtEl>
                                          <p:spTgt spid="7"/>
                                        </p:tgtEl>
                                      </p:cBhvr>
                                    </p:animEffect>
                                    <p:anim calcmode="lin" valueType="num">
                                      <p:cBhvr>
                                        <p:cTn id="8" dur="1000" fill="hold"/>
                                        <p:tgtEl>
                                          <p:spTgt spid="7"/>
                                        </p:tgtEl>
                                        <p:attrNameLst>
                                          <p:attrName>ppt_x</p:attrName>
                                        </p:attrNameLst>
                                      </p:cBhvr>
                                      <p:tavLst>
                                        <p:tav tm="0">
                                          <p:val>
                                            <p:strVal val="#ppt_x"/>
                                          </p:val>
                                        </p:tav>
                                        <p:tav tm="100000">
                                          <p:val>
                                            <p:strVal val="#ppt_x"/>
                                          </p:val>
                                        </p:tav>
                                      </p:tavLst>
                                    </p:anim>
                                    <p:anim calcmode="lin" valueType="num">
                                      <p:cBhvr>
                                        <p:cTn id="9"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6" presetClass="entr" presetSubtype="16" fill="hold" nodeType="clickEffect">
                                  <p:stCondLst>
                                    <p:cond delay="0"/>
                                  </p:stCondLst>
                                  <p:childTnLst>
                                    <p:set>
                                      <p:cBhvr>
                                        <p:cTn id="13" dur="1" fill="hold">
                                          <p:stCondLst>
                                            <p:cond delay="0"/>
                                          </p:stCondLst>
                                        </p:cTn>
                                        <p:tgtEl>
                                          <p:spTgt spid="21"/>
                                        </p:tgtEl>
                                        <p:attrNameLst>
                                          <p:attrName>style.visibility</p:attrName>
                                        </p:attrNameLst>
                                      </p:cBhvr>
                                      <p:to>
                                        <p:strVal val="visible"/>
                                      </p:to>
                                    </p:set>
                                    <p:animEffect transition="in" filter="circle(in)">
                                      <p:cBhvr>
                                        <p:cTn id="14" dur="2000"/>
                                        <p:tgtEl>
                                          <p:spTgt spid="21"/>
                                        </p:tgtEl>
                                      </p:cBhvr>
                                    </p:animEffect>
                                  </p:childTnLst>
                                </p:cTn>
                              </p:par>
                            </p:childTnLst>
                          </p:cTn>
                        </p:par>
                      </p:childTnLst>
                    </p:cTn>
                  </p:par>
                  <p:par>
                    <p:cTn id="15" fill="hold">
                      <p:stCondLst>
                        <p:cond delay="indefinite"/>
                      </p:stCondLst>
                      <p:childTnLst>
                        <p:par>
                          <p:cTn id="16" fill="hold">
                            <p:stCondLst>
                              <p:cond delay="0"/>
                            </p:stCondLst>
                            <p:childTnLst>
                              <p:par>
                                <p:cTn id="17" presetID="42" presetClass="entr" presetSubtype="0" fill="hold" nodeType="clickEffect">
                                  <p:stCondLst>
                                    <p:cond delay="0"/>
                                  </p:stCondLst>
                                  <p:childTnLst>
                                    <p:set>
                                      <p:cBhvr>
                                        <p:cTn id="18" dur="1" fill="hold">
                                          <p:stCondLst>
                                            <p:cond delay="0"/>
                                          </p:stCondLst>
                                        </p:cTn>
                                        <p:tgtEl>
                                          <p:spTgt spid="20">
                                            <p:txEl>
                                              <p:pRg st="0" end="0"/>
                                            </p:txEl>
                                          </p:spTgt>
                                        </p:tgtEl>
                                        <p:attrNameLst>
                                          <p:attrName>style.visibility</p:attrName>
                                        </p:attrNameLst>
                                      </p:cBhvr>
                                      <p:to>
                                        <p:strVal val="visible"/>
                                      </p:to>
                                    </p:set>
                                    <p:animEffect transition="in" filter="fade">
                                      <p:cBhvr>
                                        <p:cTn id="19" dur="1000"/>
                                        <p:tgtEl>
                                          <p:spTgt spid="20">
                                            <p:txEl>
                                              <p:pRg st="0" end="0"/>
                                            </p:txEl>
                                          </p:spTgt>
                                        </p:tgtEl>
                                      </p:cBhvr>
                                    </p:animEffect>
                                    <p:anim calcmode="lin" valueType="num">
                                      <p:cBhvr>
                                        <p:cTn id="20" dur="1000" fill="hold"/>
                                        <p:tgtEl>
                                          <p:spTgt spid="20">
                                            <p:txEl>
                                              <p:pRg st="0" end="0"/>
                                            </p:txEl>
                                          </p:spTgt>
                                        </p:tgtEl>
                                        <p:attrNameLst>
                                          <p:attrName>ppt_x</p:attrName>
                                        </p:attrNameLst>
                                      </p:cBhvr>
                                      <p:tavLst>
                                        <p:tav tm="0">
                                          <p:val>
                                            <p:strVal val="#ppt_x"/>
                                          </p:val>
                                        </p:tav>
                                        <p:tav tm="100000">
                                          <p:val>
                                            <p:strVal val="#ppt_x"/>
                                          </p:val>
                                        </p:tav>
                                      </p:tavLst>
                                    </p:anim>
                                    <p:anim calcmode="lin" valueType="num">
                                      <p:cBhvr>
                                        <p:cTn id="21" dur="1000" fill="hold"/>
                                        <p:tgtEl>
                                          <p:spTgt spid="20">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22" fill="hold">
                      <p:stCondLst>
                        <p:cond delay="indefinite"/>
                      </p:stCondLst>
                      <p:childTnLst>
                        <p:par>
                          <p:cTn id="23" fill="hold">
                            <p:stCondLst>
                              <p:cond delay="0"/>
                            </p:stCondLst>
                            <p:childTnLst>
                              <p:par>
                                <p:cTn id="24" presetID="42" presetClass="entr" presetSubtype="0" fill="hold" nodeType="clickEffect">
                                  <p:stCondLst>
                                    <p:cond delay="0"/>
                                  </p:stCondLst>
                                  <p:childTnLst>
                                    <p:set>
                                      <p:cBhvr>
                                        <p:cTn id="25" dur="1" fill="hold">
                                          <p:stCondLst>
                                            <p:cond delay="0"/>
                                          </p:stCondLst>
                                        </p:cTn>
                                        <p:tgtEl>
                                          <p:spTgt spid="20">
                                            <p:txEl>
                                              <p:pRg st="1" end="1"/>
                                            </p:txEl>
                                          </p:spTgt>
                                        </p:tgtEl>
                                        <p:attrNameLst>
                                          <p:attrName>style.visibility</p:attrName>
                                        </p:attrNameLst>
                                      </p:cBhvr>
                                      <p:to>
                                        <p:strVal val="visible"/>
                                      </p:to>
                                    </p:set>
                                    <p:animEffect transition="in" filter="fade">
                                      <p:cBhvr>
                                        <p:cTn id="26" dur="1000"/>
                                        <p:tgtEl>
                                          <p:spTgt spid="20">
                                            <p:txEl>
                                              <p:pRg st="1" end="1"/>
                                            </p:txEl>
                                          </p:spTgt>
                                        </p:tgtEl>
                                      </p:cBhvr>
                                    </p:animEffect>
                                    <p:anim calcmode="lin" valueType="num">
                                      <p:cBhvr>
                                        <p:cTn id="27" dur="1000" fill="hold"/>
                                        <p:tgtEl>
                                          <p:spTgt spid="20">
                                            <p:txEl>
                                              <p:pRg st="1" end="1"/>
                                            </p:txEl>
                                          </p:spTgt>
                                        </p:tgtEl>
                                        <p:attrNameLst>
                                          <p:attrName>ppt_x</p:attrName>
                                        </p:attrNameLst>
                                      </p:cBhvr>
                                      <p:tavLst>
                                        <p:tav tm="0">
                                          <p:val>
                                            <p:strVal val="#ppt_x"/>
                                          </p:val>
                                        </p:tav>
                                        <p:tav tm="100000">
                                          <p:val>
                                            <p:strVal val="#ppt_x"/>
                                          </p:val>
                                        </p:tav>
                                      </p:tavLst>
                                    </p:anim>
                                    <p:anim calcmode="lin" valueType="num">
                                      <p:cBhvr>
                                        <p:cTn id="28" dur="1000" fill="hold"/>
                                        <p:tgtEl>
                                          <p:spTgt spid="20">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29" fill="hold">
                      <p:stCondLst>
                        <p:cond delay="indefinite"/>
                      </p:stCondLst>
                      <p:childTnLst>
                        <p:par>
                          <p:cTn id="30" fill="hold">
                            <p:stCondLst>
                              <p:cond delay="0"/>
                            </p:stCondLst>
                            <p:childTnLst>
                              <p:par>
                                <p:cTn id="31" presetID="42" presetClass="entr" presetSubtype="0" fill="hold" nodeType="clickEffect">
                                  <p:stCondLst>
                                    <p:cond delay="0"/>
                                  </p:stCondLst>
                                  <p:childTnLst>
                                    <p:set>
                                      <p:cBhvr>
                                        <p:cTn id="32" dur="1" fill="hold">
                                          <p:stCondLst>
                                            <p:cond delay="0"/>
                                          </p:stCondLst>
                                        </p:cTn>
                                        <p:tgtEl>
                                          <p:spTgt spid="20">
                                            <p:txEl>
                                              <p:pRg st="2" end="2"/>
                                            </p:txEl>
                                          </p:spTgt>
                                        </p:tgtEl>
                                        <p:attrNameLst>
                                          <p:attrName>style.visibility</p:attrName>
                                        </p:attrNameLst>
                                      </p:cBhvr>
                                      <p:to>
                                        <p:strVal val="visible"/>
                                      </p:to>
                                    </p:set>
                                    <p:animEffect transition="in" filter="fade">
                                      <p:cBhvr>
                                        <p:cTn id="33" dur="1000"/>
                                        <p:tgtEl>
                                          <p:spTgt spid="20">
                                            <p:txEl>
                                              <p:pRg st="2" end="2"/>
                                            </p:txEl>
                                          </p:spTgt>
                                        </p:tgtEl>
                                      </p:cBhvr>
                                    </p:animEffect>
                                    <p:anim calcmode="lin" valueType="num">
                                      <p:cBhvr>
                                        <p:cTn id="34" dur="1000" fill="hold"/>
                                        <p:tgtEl>
                                          <p:spTgt spid="20">
                                            <p:txEl>
                                              <p:pRg st="2" end="2"/>
                                            </p:txEl>
                                          </p:spTgt>
                                        </p:tgtEl>
                                        <p:attrNameLst>
                                          <p:attrName>ppt_x</p:attrName>
                                        </p:attrNameLst>
                                      </p:cBhvr>
                                      <p:tavLst>
                                        <p:tav tm="0">
                                          <p:val>
                                            <p:strVal val="#ppt_x"/>
                                          </p:val>
                                        </p:tav>
                                        <p:tav tm="100000">
                                          <p:val>
                                            <p:strVal val="#ppt_x"/>
                                          </p:val>
                                        </p:tav>
                                      </p:tavLst>
                                    </p:anim>
                                    <p:anim calcmode="lin" valueType="num">
                                      <p:cBhvr>
                                        <p:cTn id="35" dur="1000" fill="hold"/>
                                        <p:tgtEl>
                                          <p:spTgt spid="20">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36" fill="hold">
                      <p:stCondLst>
                        <p:cond delay="indefinite"/>
                      </p:stCondLst>
                      <p:childTnLst>
                        <p:par>
                          <p:cTn id="37" fill="hold">
                            <p:stCondLst>
                              <p:cond delay="0"/>
                            </p:stCondLst>
                            <p:childTnLst>
                              <p:par>
                                <p:cTn id="38" presetID="42" presetClass="entr" presetSubtype="0" fill="hold" nodeType="clickEffect">
                                  <p:stCondLst>
                                    <p:cond delay="0"/>
                                  </p:stCondLst>
                                  <p:childTnLst>
                                    <p:set>
                                      <p:cBhvr>
                                        <p:cTn id="39" dur="1" fill="hold">
                                          <p:stCondLst>
                                            <p:cond delay="0"/>
                                          </p:stCondLst>
                                        </p:cTn>
                                        <p:tgtEl>
                                          <p:spTgt spid="20">
                                            <p:txEl>
                                              <p:pRg st="3" end="3"/>
                                            </p:txEl>
                                          </p:spTgt>
                                        </p:tgtEl>
                                        <p:attrNameLst>
                                          <p:attrName>style.visibility</p:attrName>
                                        </p:attrNameLst>
                                      </p:cBhvr>
                                      <p:to>
                                        <p:strVal val="visible"/>
                                      </p:to>
                                    </p:set>
                                    <p:animEffect transition="in" filter="fade">
                                      <p:cBhvr>
                                        <p:cTn id="40" dur="1000"/>
                                        <p:tgtEl>
                                          <p:spTgt spid="20">
                                            <p:txEl>
                                              <p:pRg st="3" end="3"/>
                                            </p:txEl>
                                          </p:spTgt>
                                        </p:tgtEl>
                                      </p:cBhvr>
                                    </p:animEffect>
                                    <p:anim calcmode="lin" valueType="num">
                                      <p:cBhvr>
                                        <p:cTn id="41" dur="1000" fill="hold"/>
                                        <p:tgtEl>
                                          <p:spTgt spid="20">
                                            <p:txEl>
                                              <p:pRg st="3" end="3"/>
                                            </p:txEl>
                                          </p:spTgt>
                                        </p:tgtEl>
                                        <p:attrNameLst>
                                          <p:attrName>ppt_x</p:attrName>
                                        </p:attrNameLst>
                                      </p:cBhvr>
                                      <p:tavLst>
                                        <p:tav tm="0">
                                          <p:val>
                                            <p:strVal val="#ppt_x"/>
                                          </p:val>
                                        </p:tav>
                                        <p:tav tm="100000">
                                          <p:val>
                                            <p:strVal val="#ppt_x"/>
                                          </p:val>
                                        </p:tav>
                                      </p:tavLst>
                                    </p:anim>
                                    <p:anim calcmode="lin" valueType="num">
                                      <p:cBhvr>
                                        <p:cTn id="42" dur="1000" fill="hold"/>
                                        <p:tgtEl>
                                          <p:spTgt spid="20">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43" fill="hold">
                      <p:stCondLst>
                        <p:cond delay="indefinite"/>
                      </p:stCondLst>
                      <p:childTnLst>
                        <p:par>
                          <p:cTn id="44" fill="hold">
                            <p:stCondLst>
                              <p:cond delay="0"/>
                            </p:stCondLst>
                            <p:childTnLst>
                              <p:par>
                                <p:cTn id="45" presetID="42" presetClass="entr" presetSubtype="0" fill="hold" grpId="0" nodeType="clickEffect">
                                  <p:stCondLst>
                                    <p:cond delay="0"/>
                                  </p:stCondLst>
                                  <p:childTnLst>
                                    <p:set>
                                      <p:cBhvr>
                                        <p:cTn id="46" dur="1" fill="hold">
                                          <p:stCondLst>
                                            <p:cond delay="0"/>
                                          </p:stCondLst>
                                        </p:cTn>
                                        <p:tgtEl>
                                          <p:spTgt spid="22"/>
                                        </p:tgtEl>
                                        <p:attrNameLst>
                                          <p:attrName>style.visibility</p:attrName>
                                        </p:attrNameLst>
                                      </p:cBhvr>
                                      <p:to>
                                        <p:strVal val="visible"/>
                                      </p:to>
                                    </p:set>
                                    <p:animEffect transition="in" filter="fade">
                                      <p:cBhvr>
                                        <p:cTn id="47" dur="1000"/>
                                        <p:tgtEl>
                                          <p:spTgt spid="22"/>
                                        </p:tgtEl>
                                      </p:cBhvr>
                                    </p:animEffect>
                                    <p:anim calcmode="lin" valueType="num">
                                      <p:cBhvr>
                                        <p:cTn id="48" dur="1000" fill="hold"/>
                                        <p:tgtEl>
                                          <p:spTgt spid="22"/>
                                        </p:tgtEl>
                                        <p:attrNameLst>
                                          <p:attrName>ppt_x</p:attrName>
                                        </p:attrNameLst>
                                      </p:cBhvr>
                                      <p:tavLst>
                                        <p:tav tm="0">
                                          <p:val>
                                            <p:strVal val="#ppt_x"/>
                                          </p:val>
                                        </p:tav>
                                        <p:tav tm="100000">
                                          <p:val>
                                            <p:strVal val="#ppt_x"/>
                                          </p:val>
                                        </p:tav>
                                      </p:tavLst>
                                    </p:anim>
                                    <p:anim calcmode="lin" valueType="num">
                                      <p:cBhvr>
                                        <p:cTn id="49" dur="1000" fill="hold"/>
                                        <p:tgtEl>
                                          <p:spTgt spid="22"/>
                                        </p:tgtEl>
                                        <p:attrNameLst>
                                          <p:attrName>ppt_y</p:attrName>
                                        </p:attrNameLst>
                                      </p:cBhvr>
                                      <p:tavLst>
                                        <p:tav tm="0">
                                          <p:val>
                                            <p:strVal val="#ppt_y+.1"/>
                                          </p:val>
                                        </p:tav>
                                        <p:tav tm="100000">
                                          <p:val>
                                            <p:strVal val="#ppt_y"/>
                                          </p:val>
                                        </p:tav>
                                      </p:tavLst>
                                    </p:anim>
                                  </p:childTnLst>
                                </p:cTn>
                              </p:par>
                            </p:childTnLst>
                          </p:cTn>
                        </p:par>
                      </p:childTnLst>
                    </p:cTn>
                  </p:par>
                  <p:par>
                    <p:cTn id="50" fill="hold">
                      <p:stCondLst>
                        <p:cond delay="indefinite"/>
                      </p:stCondLst>
                      <p:childTnLst>
                        <p:par>
                          <p:cTn id="51" fill="hold">
                            <p:stCondLst>
                              <p:cond delay="0"/>
                            </p:stCondLst>
                            <p:childTnLst>
                              <p:par>
                                <p:cTn id="52" presetID="6" presetClass="entr" presetSubtype="16" fill="hold" nodeType="clickEffect">
                                  <p:stCondLst>
                                    <p:cond delay="0"/>
                                  </p:stCondLst>
                                  <p:childTnLst>
                                    <p:set>
                                      <p:cBhvr>
                                        <p:cTn id="53" dur="1" fill="hold">
                                          <p:stCondLst>
                                            <p:cond delay="0"/>
                                          </p:stCondLst>
                                        </p:cTn>
                                        <p:tgtEl>
                                          <p:spTgt spid="23"/>
                                        </p:tgtEl>
                                        <p:attrNameLst>
                                          <p:attrName>style.visibility</p:attrName>
                                        </p:attrNameLst>
                                      </p:cBhvr>
                                      <p:to>
                                        <p:strVal val="visible"/>
                                      </p:to>
                                    </p:set>
                                    <p:animEffect transition="in" filter="circle(in)">
                                      <p:cBhvr>
                                        <p:cTn id="54" dur="2000"/>
                                        <p:tgtEl>
                                          <p:spTgt spid="23"/>
                                        </p:tgtEl>
                                      </p:cBhvr>
                                    </p:animEffect>
                                  </p:childTnLst>
                                </p:cTn>
                              </p:par>
                            </p:childTnLst>
                          </p:cTn>
                        </p:par>
                      </p:childTnLst>
                    </p:cTn>
                  </p:par>
                  <p:par>
                    <p:cTn id="55" fill="hold">
                      <p:stCondLst>
                        <p:cond delay="indefinite"/>
                      </p:stCondLst>
                      <p:childTnLst>
                        <p:par>
                          <p:cTn id="56" fill="hold">
                            <p:stCondLst>
                              <p:cond delay="0"/>
                            </p:stCondLst>
                            <p:childTnLst>
                              <p:par>
                                <p:cTn id="57" presetID="42" presetClass="entr" presetSubtype="0" fill="hold" grpId="0" nodeType="clickEffect">
                                  <p:stCondLst>
                                    <p:cond delay="0"/>
                                  </p:stCondLst>
                                  <p:childTnLst>
                                    <p:set>
                                      <p:cBhvr>
                                        <p:cTn id="58" dur="1" fill="hold">
                                          <p:stCondLst>
                                            <p:cond delay="0"/>
                                          </p:stCondLst>
                                        </p:cTn>
                                        <p:tgtEl>
                                          <p:spTgt spid="26"/>
                                        </p:tgtEl>
                                        <p:attrNameLst>
                                          <p:attrName>style.visibility</p:attrName>
                                        </p:attrNameLst>
                                      </p:cBhvr>
                                      <p:to>
                                        <p:strVal val="visible"/>
                                      </p:to>
                                    </p:set>
                                    <p:animEffect transition="in" filter="fade">
                                      <p:cBhvr>
                                        <p:cTn id="59" dur="1000"/>
                                        <p:tgtEl>
                                          <p:spTgt spid="26"/>
                                        </p:tgtEl>
                                      </p:cBhvr>
                                    </p:animEffect>
                                    <p:anim calcmode="lin" valueType="num">
                                      <p:cBhvr>
                                        <p:cTn id="60" dur="1000" fill="hold"/>
                                        <p:tgtEl>
                                          <p:spTgt spid="26"/>
                                        </p:tgtEl>
                                        <p:attrNameLst>
                                          <p:attrName>ppt_x</p:attrName>
                                        </p:attrNameLst>
                                      </p:cBhvr>
                                      <p:tavLst>
                                        <p:tav tm="0">
                                          <p:val>
                                            <p:strVal val="#ppt_x"/>
                                          </p:val>
                                        </p:tav>
                                        <p:tav tm="100000">
                                          <p:val>
                                            <p:strVal val="#ppt_x"/>
                                          </p:val>
                                        </p:tav>
                                      </p:tavLst>
                                    </p:anim>
                                    <p:anim calcmode="lin" valueType="num">
                                      <p:cBhvr>
                                        <p:cTn id="61" dur="1000" fill="hold"/>
                                        <p:tgtEl>
                                          <p:spTgt spid="26"/>
                                        </p:tgtEl>
                                        <p:attrNameLst>
                                          <p:attrName>ppt_y</p:attrName>
                                        </p:attrNameLst>
                                      </p:cBhvr>
                                      <p:tavLst>
                                        <p:tav tm="0">
                                          <p:val>
                                            <p:strVal val="#ppt_y+.1"/>
                                          </p:val>
                                        </p:tav>
                                        <p:tav tm="100000">
                                          <p:val>
                                            <p:strVal val="#ppt_y"/>
                                          </p:val>
                                        </p:tav>
                                      </p:tavLst>
                                    </p:anim>
                                  </p:childTnLst>
                                </p:cTn>
                              </p:par>
                            </p:childTnLst>
                          </p:cTn>
                        </p:par>
                      </p:childTnLst>
                    </p:cTn>
                  </p:par>
                  <p:par>
                    <p:cTn id="62" fill="hold">
                      <p:stCondLst>
                        <p:cond delay="indefinite"/>
                      </p:stCondLst>
                      <p:childTnLst>
                        <p:par>
                          <p:cTn id="63" fill="hold">
                            <p:stCondLst>
                              <p:cond delay="0"/>
                            </p:stCondLst>
                            <p:childTnLst>
                              <p:par>
                                <p:cTn id="64" presetID="6" presetClass="entr" presetSubtype="16" fill="hold" nodeType="clickEffect">
                                  <p:stCondLst>
                                    <p:cond delay="0"/>
                                  </p:stCondLst>
                                  <p:childTnLst>
                                    <p:set>
                                      <p:cBhvr>
                                        <p:cTn id="65" dur="1" fill="hold">
                                          <p:stCondLst>
                                            <p:cond delay="0"/>
                                          </p:stCondLst>
                                        </p:cTn>
                                        <p:tgtEl>
                                          <p:spTgt spid="27"/>
                                        </p:tgtEl>
                                        <p:attrNameLst>
                                          <p:attrName>style.visibility</p:attrName>
                                        </p:attrNameLst>
                                      </p:cBhvr>
                                      <p:to>
                                        <p:strVal val="visible"/>
                                      </p:to>
                                    </p:set>
                                    <p:animEffect transition="in" filter="circle(in)">
                                      <p:cBhvr>
                                        <p:cTn id="66" dur="2000"/>
                                        <p:tgtEl>
                                          <p:spTgt spid="27"/>
                                        </p:tgtEl>
                                      </p:cBhvr>
                                    </p:animEffect>
                                  </p:childTnLst>
                                </p:cTn>
                              </p:par>
                            </p:childTnLst>
                          </p:cTn>
                        </p:par>
                      </p:childTnLst>
                    </p:cTn>
                  </p:par>
                  <p:par>
                    <p:cTn id="67" fill="hold">
                      <p:stCondLst>
                        <p:cond delay="indefinite"/>
                      </p:stCondLst>
                      <p:childTnLst>
                        <p:par>
                          <p:cTn id="68" fill="hold">
                            <p:stCondLst>
                              <p:cond delay="0"/>
                            </p:stCondLst>
                            <p:childTnLst>
                              <p:par>
                                <p:cTn id="69" presetID="42" presetClass="entr" presetSubtype="0" fill="hold" grpId="0" nodeType="clickEffect">
                                  <p:stCondLst>
                                    <p:cond delay="0"/>
                                  </p:stCondLst>
                                  <p:childTnLst>
                                    <p:set>
                                      <p:cBhvr>
                                        <p:cTn id="70" dur="1" fill="hold">
                                          <p:stCondLst>
                                            <p:cond delay="0"/>
                                          </p:stCondLst>
                                        </p:cTn>
                                        <p:tgtEl>
                                          <p:spTgt spid="28"/>
                                        </p:tgtEl>
                                        <p:attrNameLst>
                                          <p:attrName>style.visibility</p:attrName>
                                        </p:attrNameLst>
                                      </p:cBhvr>
                                      <p:to>
                                        <p:strVal val="visible"/>
                                      </p:to>
                                    </p:set>
                                    <p:animEffect transition="in" filter="fade">
                                      <p:cBhvr>
                                        <p:cTn id="71" dur="1000"/>
                                        <p:tgtEl>
                                          <p:spTgt spid="28"/>
                                        </p:tgtEl>
                                      </p:cBhvr>
                                    </p:animEffect>
                                    <p:anim calcmode="lin" valueType="num">
                                      <p:cBhvr>
                                        <p:cTn id="72" dur="1000" fill="hold"/>
                                        <p:tgtEl>
                                          <p:spTgt spid="28"/>
                                        </p:tgtEl>
                                        <p:attrNameLst>
                                          <p:attrName>ppt_x</p:attrName>
                                        </p:attrNameLst>
                                      </p:cBhvr>
                                      <p:tavLst>
                                        <p:tav tm="0">
                                          <p:val>
                                            <p:strVal val="#ppt_x"/>
                                          </p:val>
                                        </p:tav>
                                        <p:tav tm="100000">
                                          <p:val>
                                            <p:strVal val="#ppt_x"/>
                                          </p:val>
                                        </p:tav>
                                      </p:tavLst>
                                    </p:anim>
                                    <p:anim calcmode="lin" valueType="num">
                                      <p:cBhvr>
                                        <p:cTn id="73" dur="1000" fill="hold"/>
                                        <p:tgtEl>
                                          <p:spTgt spid="2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22" grpId="0"/>
      <p:bldP spid="26" grpId="0"/>
      <p:bldP spid="28"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79E12B58-518F-5F6C-CE66-0D869CBC64DC}"/>
              </a:ext>
            </a:extLst>
          </p:cNvPr>
          <p:cNvSpPr txBox="1"/>
          <p:nvPr/>
        </p:nvSpPr>
        <p:spPr>
          <a:xfrm>
            <a:off x="225551" y="185928"/>
            <a:ext cx="8160197" cy="2185214"/>
          </a:xfrm>
          <a:prstGeom prst="rect">
            <a:avLst/>
          </a:prstGeom>
          <a:noFill/>
        </p:spPr>
        <p:txBody>
          <a:bodyPr wrap="square" rtlCol="0">
            <a:spAutoFit/>
          </a:bodyPr>
          <a:lstStyle/>
          <a:p>
            <a:pPr algn="just"/>
            <a:r>
              <a:rPr lang="en-US" sz="2000" b="1">
                <a:solidFill>
                  <a:srgbClr val="0070C0"/>
                </a:solidFill>
                <a:sym typeface="Wingdings" panose="05000000000000000000" pitchFamily="2" charset="2"/>
              </a:rPr>
              <a:t>c) </a:t>
            </a:r>
            <a:r>
              <a:rPr lang="en-US" sz="2000" b="1" i="1">
                <a:solidFill>
                  <a:srgbClr val="0070C0"/>
                </a:solidFill>
              </a:rPr>
              <a:t>Giao thoa cho hệ vân tròn Newton</a:t>
            </a:r>
          </a:p>
          <a:p>
            <a:pPr algn="just"/>
            <a:r>
              <a:rPr lang="en-US" sz="1600"/>
              <a:t>- Đặt một thấu kính phẳng lồi L lên một tấm thủy tinh mỏng phẳng G. Thấu kính phẳng lồi L là một phần của mặt cầu tâm O bán kính R. </a:t>
            </a:r>
          </a:p>
          <a:p>
            <a:pPr algn="just"/>
            <a:r>
              <a:rPr lang="en-US" sz="1600"/>
              <a:t>- Chiếu một chùm sáng đơn sắc song song có bước sóng </a:t>
            </a:r>
            <a:r>
              <a:rPr lang="en-US" sz="1600">
                <a:sym typeface="Symbol" panose="05050102010706020507" pitchFamily="18" charset="2"/>
              </a:rPr>
              <a:t> theo phương vuông góc với bản thủy tinh.</a:t>
            </a:r>
          </a:p>
          <a:p>
            <a:pPr algn="just"/>
            <a:r>
              <a:rPr lang="en-US" sz="1600"/>
              <a:t>- Các tia phản xạ từ mặt dưới của thấu kính và mặt trên của bản mỏng này sẽ giao thoa với nhau ở mặt cong của thấu kính phẳng lồi và tạo ra hệ vân định xứ trên mặt cong này. Đó là các vân cùng độ dày nên chúng là vân có dạng các vòng tròn, gọi là vân tròn Newton. </a:t>
            </a:r>
            <a:endParaRPr lang="en-US" sz="1600" b="1" i="1">
              <a:solidFill>
                <a:srgbClr val="0070C0"/>
              </a:solidFill>
            </a:endParaRPr>
          </a:p>
        </p:txBody>
      </p:sp>
      <p:pic>
        <p:nvPicPr>
          <p:cNvPr id="35" name="Picture 19">
            <a:extLst>
              <a:ext uri="{FF2B5EF4-FFF2-40B4-BE49-F238E27FC236}">
                <a16:creationId xmlns:a16="http://schemas.microsoft.com/office/drawing/2014/main" id="{F833B822-769C-0FCE-A8E5-9409DC55039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436864" y="185928"/>
            <a:ext cx="3390900" cy="2971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36" name="Picture 20">
            <a:extLst>
              <a:ext uri="{FF2B5EF4-FFF2-40B4-BE49-F238E27FC236}">
                <a16:creationId xmlns:a16="http://schemas.microsoft.com/office/drawing/2014/main" id="{84EC4F3F-0780-DB99-D429-882672681E1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941369" y="3153916"/>
            <a:ext cx="2732087" cy="2514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37" name="TextBox 36">
            <a:extLst>
              <a:ext uri="{FF2B5EF4-FFF2-40B4-BE49-F238E27FC236}">
                <a16:creationId xmlns:a16="http://schemas.microsoft.com/office/drawing/2014/main" id="{1992BD66-2436-A6CA-ED3C-7DF96B9F3674}"/>
              </a:ext>
            </a:extLst>
          </p:cNvPr>
          <p:cNvSpPr txBox="1"/>
          <p:nvPr/>
        </p:nvSpPr>
        <p:spPr>
          <a:xfrm>
            <a:off x="11505501" y="2788396"/>
            <a:ext cx="490538" cy="369332"/>
          </a:xfrm>
          <a:prstGeom prst="rect">
            <a:avLst/>
          </a:prstGeom>
          <a:noFill/>
        </p:spPr>
        <p:txBody>
          <a:bodyPr wrap="square" rtlCol="0">
            <a:spAutoFit/>
          </a:bodyPr>
          <a:lstStyle/>
          <a:p>
            <a:r>
              <a:rPr lang="en-US"/>
              <a:t>G</a:t>
            </a:r>
          </a:p>
        </p:txBody>
      </p:sp>
      <p:sp>
        <p:nvSpPr>
          <p:cNvPr id="38" name="TextBox 37">
            <a:extLst>
              <a:ext uri="{FF2B5EF4-FFF2-40B4-BE49-F238E27FC236}">
                <a16:creationId xmlns:a16="http://schemas.microsoft.com/office/drawing/2014/main" id="{DE56B58A-5839-E8C5-FFA6-E3229771022E}"/>
              </a:ext>
            </a:extLst>
          </p:cNvPr>
          <p:cNvSpPr txBox="1"/>
          <p:nvPr/>
        </p:nvSpPr>
        <p:spPr>
          <a:xfrm>
            <a:off x="11505501" y="2419064"/>
            <a:ext cx="490538" cy="369332"/>
          </a:xfrm>
          <a:prstGeom prst="rect">
            <a:avLst/>
          </a:prstGeom>
          <a:noFill/>
        </p:spPr>
        <p:txBody>
          <a:bodyPr wrap="square" rtlCol="0">
            <a:spAutoFit/>
          </a:bodyPr>
          <a:lstStyle/>
          <a:p>
            <a:r>
              <a:rPr lang="en-US"/>
              <a:t>L</a:t>
            </a:r>
          </a:p>
        </p:txBody>
      </p:sp>
      <p:cxnSp>
        <p:nvCxnSpPr>
          <p:cNvPr id="44" name="Straight Arrow Connector 43">
            <a:extLst>
              <a:ext uri="{FF2B5EF4-FFF2-40B4-BE49-F238E27FC236}">
                <a16:creationId xmlns:a16="http://schemas.microsoft.com/office/drawing/2014/main" id="{61BF9240-D65F-A886-3FF3-7EBB57D45ECA}"/>
              </a:ext>
            </a:extLst>
          </p:cNvPr>
          <p:cNvCxnSpPr/>
          <p:nvPr/>
        </p:nvCxnSpPr>
        <p:spPr>
          <a:xfrm>
            <a:off x="9058656" y="438912"/>
            <a:ext cx="0" cy="487680"/>
          </a:xfrm>
          <a:prstGeom prst="straightConnector1">
            <a:avLst/>
          </a:prstGeom>
          <a:ln>
            <a:solidFill>
              <a:srgbClr val="C00000"/>
            </a:solidFill>
            <a:tailEnd type="triangle"/>
          </a:ln>
        </p:spPr>
        <p:style>
          <a:lnRef idx="1">
            <a:schemeClr val="accent1"/>
          </a:lnRef>
          <a:fillRef idx="0">
            <a:schemeClr val="accent1"/>
          </a:fillRef>
          <a:effectRef idx="0">
            <a:schemeClr val="accent1"/>
          </a:effectRef>
          <a:fontRef idx="minor">
            <a:schemeClr val="tx1"/>
          </a:fontRef>
        </p:style>
      </p:cxnSp>
      <p:cxnSp>
        <p:nvCxnSpPr>
          <p:cNvPr id="45" name="Straight Arrow Connector 44">
            <a:extLst>
              <a:ext uri="{FF2B5EF4-FFF2-40B4-BE49-F238E27FC236}">
                <a16:creationId xmlns:a16="http://schemas.microsoft.com/office/drawing/2014/main" id="{48B49819-2F03-DE7A-B755-3607FE871694}"/>
              </a:ext>
            </a:extLst>
          </p:cNvPr>
          <p:cNvCxnSpPr/>
          <p:nvPr/>
        </p:nvCxnSpPr>
        <p:spPr>
          <a:xfrm>
            <a:off x="9686544" y="438912"/>
            <a:ext cx="0" cy="487680"/>
          </a:xfrm>
          <a:prstGeom prst="straightConnector1">
            <a:avLst/>
          </a:prstGeom>
          <a:ln>
            <a:solidFill>
              <a:srgbClr val="C00000"/>
            </a:solidFill>
            <a:tailEnd type="triangle"/>
          </a:ln>
        </p:spPr>
        <p:style>
          <a:lnRef idx="1">
            <a:schemeClr val="accent1"/>
          </a:lnRef>
          <a:fillRef idx="0">
            <a:schemeClr val="accent1"/>
          </a:fillRef>
          <a:effectRef idx="0">
            <a:schemeClr val="accent1"/>
          </a:effectRef>
          <a:fontRef idx="minor">
            <a:schemeClr val="tx1"/>
          </a:fontRef>
        </p:style>
      </p:cxnSp>
      <p:cxnSp>
        <p:nvCxnSpPr>
          <p:cNvPr id="46" name="Straight Arrow Connector 45">
            <a:extLst>
              <a:ext uri="{FF2B5EF4-FFF2-40B4-BE49-F238E27FC236}">
                <a16:creationId xmlns:a16="http://schemas.microsoft.com/office/drawing/2014/main" id="{E21BAAA7-072F-157E-7333-0B49070872D9}"/>
              </a:ext>
            </a:extLst>
          </p:cNvPr>
          <p:cNvCxnSpPr/>
          <p:nvPr/>
        </p:nvCxnSpPr>
        <p:spPr>
          <a:xfrm>
            <a:off x="10216896" y="438912"/>
            <a:ext cx="0" cy="487680"/>
          </a:xfrm>
          <a:prstGeom prst="straightConnector1">
            <a:avLst/>
          </a:prstGeom>
          <a:ln>
            <a:solidFill>
              <a:srgbClr val="C00000"/>
            </a:solidFill>
            <a:tailEnd type="triangle"/>
          </a:ln>
        </p:spPr>
        <p:style>
          <a:lnRef idx="1">
            <a:schemeClr val="accent1"/>
          </a:lnRef>
          <a:fillRef idx="0">
            <a:schemeClr val="accent1"/>
          </a:fillRef>
          <a:effectRef idx="0">
            <a:schemeClr val="accent1"/>
          </a:effectRef>
          <a:fontRef idx="minor">
            <a:schemeClr val="tx1"/>
          </a:fontRef>
        </p:style>
      </p:cxnSp>
      <p:cxnSp>
        <p:nvCxnSpPr>
          <p:cNvPr id="47" name="Straight Arrow Connector 46">
            <a:extLst>
              <a:ext uri="{FF2B5EF4-FFF2-40B4-BE49-F238E27FC236}">
                <a16:creationId xmlns:a16="http://schemas.microsoft.com/office/drawing/2014/main" id="{67A46F21-71F1-199B-C6ED-2D4E7C758154}"/>
              </a:ext>
            </a:extLst>
          </p:cNvPr>
          <p:cNvCxnSpPr/>
          <p:nvPr/>
        </p:nvCxnSpPr>
        <p:spPr>
          <a:xfrm>
            <a:off x="10783824" y="438912"/>
            <a:ext cx="0" cy="487680"/>
          </a:xfrm>
          <a:prstGeom prst="straightConnector1">
            <a:avLst/>
          </a:prstGeom>
          <a:ln>
            <a:solidFill>
              <a:srgbClr val="C00000"/>
            </a:solidFill>
            <a:tailEnd type="triangle"/>
          </a:ln>
        </p:spPr>
        <p:style>
          <a:lnRef idx="1">
            <a:schemeClr val="accent1"/>
          </a:lnRef>
          <a:fillRef idx="0">
            <a:schemeClr val="accent1"/>
          </a:fillRef>
          <a:effectRef idx="0">
            <a:schemeClr val="accent1"/>
          </a:effectRef>
          <a:fontRef idx="minor">
            <a:schemeClr val="tx1"/>
          </a:fontRef>
        </p:style>
      </p:cxnSp>
      <p:cxnSp>
        <p:nvCxnSpPr>
          <p:cNvPr id="48" name="Straight Arrow Connector 47">
            <a:extLst>
              <a:ext uri="{FF2B5EF4-FFF2-40B4-BE49-F238E27FC236}">
                <a16:creationId xmlns:a16="http://schemas.microsoft.com/office/drawing/2014/main" id="{9EFE875E-0258-5D55-2CB5-2BDFCEDE355D}"/>
              </a:ext>
            </a:extLst>
          </p:cNvPr>
          <p:cNvCxnSpPr/>
          <p:nvPr/>
        </p:nvCxnSpPr>
        <p:spPr>
          <a:xfrm>
            <a:off x="11456733" y="438912"/>
            <a:ext cx="0" cy="487680"/>
          </a:xfrm>
          <a:prstGeom prst="straightConnector1">
            <a:avLst/>
          </a:prstGeom>
          <a:ln>
            <a:solidFill>
              <a:srgbClr val="C00000"/>
            </a:solidFill>
            <a:tailEnd type="triangle"/>
          </a:ln>
        </p:spPr>
        <p:style>
          <a:lnRef idx="1">
            <a:schemeClr val="accent1"/>
          </a:lnRef>
          <a:fillRef idx="0">
            <a:schemeClr val="accent1"/>
          </a:fillRef>
          <a:effectRef idx="0">
            <a:schemeClr val="accent1"/>
          </a:effectRef>
          <a:fontRef idx="minor">
            <a:schemeClr val="tx1"/>
          </a:fontRef>
        </p:style>
      </p:cxnSp>
      <p:sp>
        <p:nvSpPr>
          <p:cNvPr id="49" name="TextBox 48">
            <a:extLst>
              <a:ext uri="{FF2B5EF4-FFF2-40B4-BE49-F238E27FC236}">
                <a16:creationId xmlns:a16="http://schemas.microsoft.com/office/drawing/2014/main" id="{331101CB-2E52-6D10-2D47-5AF96D981106}"/>
              </a:ext>
            </a:extLst>
          </p:cNvPr>
          <p:cNvSpPr txBox="1"/>
          <p:nvPr/>
        </p:nvSpPr>
        <p:spPr>
          <a:xfrm>
            <a:off x="225551" y="2353993"/>
            <a:ext cx="8430769" cy="584775"/>
          </a:xfrm>
          <a:prstGeom prst="rect">
            <a:avLst/>
          </a:prstGeom>
          <a:noFill/>
        </p:spPr>
        <p:txBody>
          <a:bodyPr wrap="square">
            <a:spAutoFit/>
          </a:bodyPr>
          <a:lstStyle/>
          <a:p>
            <a:r>
              <a:rPr lang="en-US" sz="1600"/>
              <a:t>- Một điểm M trên mặt cong của thấu kính tại điểm có bề dày nêm không khí giữa L và G là </a:t>
            </a:r>
            <a:r>
              <a:rPr lang="en-US" sz="1600" i="1"/>
              <a:t>d</a:t>
            </a:r>
            <a:r>
              <a:rPr lang="en-US" sz="1600" i="1" baseline="-25000"/>
              <a:t>k</a:t>
            </a:r>
            <a:r>
              <a:rPr lang="en-US" sz="1600"/>
              <a:t>. Tại M có vân tối khi:  </a:t>
            </a:r>
            <a:endParaRPr lang="en-US" sz="1600" i="1"/>
          </a:p>
        </p:txBody>
      </p:sp>
      <p:graphicFrame>
        <p:nvGraphicFramePr>
          <p:cNvPr id="50" name="Object 49">
            <a:extLst>
              <a:ext uri="{FF2B5EF4-FFF2-40B4-BE49-F238E27FC236}">
                <a16:creationId xmlns:a16="http://schemas.microsoft.com/office/drawing/2014/main" id="{9494435D-6513-3AAD-DB7B-D26B7EFE4519}"/>
              </a:ext>
            </a:extLst>
          </p:cNvPr>
          <p:cNvGraphicFramePr>
            <a:graphicFrameLocks noChangeAspect="1"/>
          </p:cNvGraphicFramePr>
          <p:nvPr>
            <p:extLst>
              <p:ext uri="{D42A27DB-BD31-4B8C-83A1-F6EECF244321}">
                <p14:modId xmlns:p14="http://schemas.microsoft.com/office/powerpoint/2010/main" val="4124638283"/>
              </p:ext>
            </p:extLst>
          </p:nvPr>
        </p:nvGraphicFramePr>
        <p:xfrm>
          <a:off x="1177661" y="3040828"/>
          <a:ext cx="765175" cy="530225"/>
        </p:xfrm>
        <a:graphic>
          <a:graphicData uri="http://schemas.openxmlformats.org/presentationml/2006/ole">
            <mc:AlternateContent xmlns:mc="http://schemas.openxmlformats.org/markup-compatibility/2006">
              <mc:Choice xmlns:v="urn:schemas-microsoft-com:vml" Requires="v">
                <p:oleObj name="Equation" r:id="rId4" imgW="558720" imgH="393480" progId="Equation.DSMT4">
                  <p:embed/>
                </p:oleObj>
              </mc:Choice>
              <mc:Fallback>
                <p:oleObj name="Equation" r:id="rId4" imgW="558720" imgH="393480" progId="Equation.DSMT4">
                  <p:embed/>
                  <p:pic>
                    <p:nvPicPr>
                      <p:cNvPr id="50" name="Object 49">
                        <a:extLst>
                          <a:ext uri="{FF2B5EF4-FFF2-40B4-BE49-F238E27FC236}">
                            <a16:creationId xmlns:a16="http://schemas.microsoft.com/office/drawing/2014/main" id="{9494435D-6513-3AAD-DB7B-D26B7EFE4519}"/>
                          </a:ext>
                        </a:extLst>
                      </p:cNvPr>
                      <p:cNvPicPr>
                        <a:picLocks noChangeAspect="1" noChangeArrowheads="1"/>
                      </p:cNvPicPr>
                      <p:nvPr/>
                    </p:nvPicPr>
                    <p:blipFill>
                      <a:blip r:embed="rId5"/>
                      <a:srcRect/>
                      <a:stretch>
                        <a:fillRect/>
                      </a:stretch>
                    </p:blipFill>
                    <p:spPr bwMode="auto">
                      <a:xfrm>
                        <a:off x="1177661" y="3040828"/>
                        <a:ext cx="765175" cy="530225"/>
                      </a:xfrm>
                      <a:prstGeom prst="rect">
                        <a:avLst/>
                      </a:prstGeom>
                      <a:noFill/>
                      <a:ln w="28575">
                        <a:solidFill>
                          <a:srgbClr val="FF0000"/>
                        </a:solidFill>
                      </a:ln>
                    </p:spPr>
                  </p:pic>
                </p:oleObj>
              </mc:Fallback>
            </mc:AlternateContent>
          </a:graphicData>
        </a:graphic>
      </p:graphicFrame>
      <p:graphicFrame>
        <p:nvGraphicFramePr>
          <p:cNvPr id="51" name="Object 50">
            <a:extLst>
              <a:ext uri="{FF2B5EF4-FFF2-40B4-BE49-F238E27FC236}">
                <a16:creationId xmlns:a16="http://schemas.microsoft.com/office/drawing/2014/main" id="{54CC2905-851D-7F9C-BCD8-49E9B0B68EE5}"/>
              </a:ext>
            </a:extLst>
          </p:cNvPr>
          <p:cNvGraphicFramePr>
            <a:graphicFrameLocks noChangeAspect="1"/>
          </p:cNvGraphicFramePr>
          <p:nvPr>
            <p:extLst>
              <p:ext uri="{D42A27DB-BD31-4B8C-83A1-F6EECF244321}">
                <p14:modId xmlns:p14="http://schemas.microsoft.com/office/powerpoint/2010/main" val="2673848382"/>
              </p:ext>
            </p:extLst>
          </p:nvPr>
        </p:nvGraphicFramePr>
        <p:xfrm>
          <a:off x="2539080" y="3142898"/>
          <a:ext cx="2143125" cy="360362"/>
        </p:xfrm>
        <a:graphic>
          <a:graphicData uri="http://schemas.openxmlformats.org/presentationml/2006/ole">
            <mc:AlternateContent xmlns:mc="http://schemas.openxmlformats.org/markup-compatibility/2006">
              <mc:Choice xmlns:v="urn:schemas-microsoft-com:vml" Requires="v">
                <p:oleObj name="Equation" r:id="rId6" imgW="1206360" imgH="203040" progId="Equation.DSMT4">
                  <p:embed/>
                </p:oleObj>
              </mc:Choice>
              <mc:Fallback>
                <p:oleObj name="Equation" r:id="rId6" imgW="1206360" imgH="203040" progId="Equation.DSMT4">
                  <p:embed/>
                  <p:pic>
                    <p:nvPicPr>
                      <p:cNvPr id="51" name="Object 50">
                        <a:extLst>
                          <a:ext uri="{FF2B5EF4-FFF2-40B4-BE49-F238E27FC236}">
                            <a16:creationId xmlns:a16="http://schemas.microsoft.com/office/drawing/2014/main" id="{54CC2905-851D-7F9C-BCD8-49E9B0B68EE5}"/>
                          </a:ext>
                        </a:extLst>
                      </p:cNvPr>
                      <p:cNvPicPr>
                        <a:picLocks noChangeAspect="1" noChangeArrowheads="1"/>
                      </p:cNvPicPr>
                      <p:nvPr/>
                    </p:nvPicPr>
                    <p:blipFill>
                      <a:blip r:embed="rId7"/>
                      <a:srcRect/>
                      <a:stretch>
                        <a:fillRect/>
                      </a:stretch>
                    </p:blipFill>
                    <p:spPr bwMode="auto">
                      <a:xfrm>
                        <a:off x="2539080" y="3142898"/>
                        <a:ext cx="2143125" cy="3603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52" name="TextBox 51">
            <a:extLst>
              <a:ext uri="{FF2B5EF4-FFF2-40B4-BE49-F238E27FC236}">
                <a16:creationId xmlns:a16="http://schemas.microsoft.com/office/drawing/2014/main" id="{8A417CFF-0444-E38F-C4FE-1F71795B4E1A}"/>
              </a:ext>
            </a:extLst>
          </p:cNvPr>
          <p:cNvSpPr txBox="1"/>
          <p:nvPr/>
        </p:nvSpPr>
        <p:spPr>
          <a:xfrm>
            <a:off x="2021561" y="3083735"/>
            <a:ext cx="718114" cy="338554"/>
          </a:xfrm>
          <a:prstGeom prst="rect">
            <a:avLst/>
          </a:prstGeom>
          <a:noFill/>
        </p:spPr>
        <p:txBody>
          <a:bodyPr wrap="square">
            <a:spAutoFit/>
          </a:bodyPr>
          <a:lstStyle/>
          <a:p>
            <a:r>
              <a:rPr lang="en-US" sz="1600"/>
              <a:t>với:</a:t>
            </a:r>
          </a:p>
        </p:txBody>
      </p:sp>
      <p:sp>
        <p:nvSpPr>
          <p:cNvPr id="53" name="TextBox 52">
            <a:extLst>
              <a:ext uri="{FF2B5EF4-FFF2-40B4-BE49-F238E27FC236}">
                <a16:creationId xmlns:a16="http://schemas.microsoft.com/office/drawing/2014/main" id="{5234F859-8410-DF2F-625E-11A99F5B20B7}"/>
              </a:ext>
            </a:extLst>
          </p:cNvPr>
          <p:cNvSpPr txBox="1"/>
          <p:nvPr/>
        </p:nvSpPr>
        <p:spPr>
          <a:xfrm>
            <a:off x="4752668" y="3164706"/>
            <a:ext cx="2732087" cy="338554"/>
          </a:xfrm>
          <a:prstGeom prst="rect">
            <a:avLst/>
          </a:prstGeom>
          <a:noFill/>
        </p:spPr>
        <p:txBody>
          <a:bodyPr wrap="square">
            <a:spAutoFit/>
          </a:bodyPr>
          <a:lstStyle/>
          <a:p>
            <a:r>
              <a:rPr lang="en-US" sz="1600">
                <a:sym typeface="Symbol" panose="05050102010706020507" pitchFamily="18" charset="2"/>
              </a:rPr>
              <a:t> </a:t>
            </a:r>
            <a:r>
              <a:rPr lang="en-US" sz="1600"/>
              <a:t>Tiếp điểm C là vân tối</a:t>
            </a:r>
            <a:endParaRPr lang="en-US" sz="1600" i="1"/>
          </a:p>
        </p:txBody>
      </p:sp>
      <p:sp>
        <p:nvSpPr>
          <p:cNvPr id="54" name="TextBox 53">
            <a:extLst>
              <a:ext uri="{FF2B5EF4-FFF2-40B4-BE49-F238E27FC236}">
                <a16:creationId xmlns:a16="http://schemas.microsoft.com/office/drawing/2014/main" id="{A638EF3B-3DD1-96BD-6A8F-EEB5EBAA6911}"/>
              </a:ext>
            </a:extLst>
          </p:cNvPr>
          <p:cNvSpPr txBox="1"/>
          <p:nvPr/>
        </p:nvSpPr>
        <p:spPr>
          <a:xfrm>
            <a:off x="225551" y="3830925"/>
            <a:ext cx="6096000" cy="338554"/>
          </a:xfrm>
          <a:prstGeom prst="rect">
            <a:avLst/>
          </a:prstGeom>
          <a:noFill/>
        </p:spPr>
        <p:txBody>
          <a:bodyPr wrap="square">
            <a:spAutoFit/>
          </a:bodyPr>
          <a:lstStyle/>
          <a:p>
            <a:r>
              <a:rPr lang="en-US" sz="1600"/>
              <a:t>Tại M có vân sáng khi: </a:t>
            </a:r>
          </a:p>
        </p:txBody>
      </p:sp>
      <p:graphicFrame>
        <p:nvGraphicFramePr>
          <p:cNvPr id="55" name="Object 54">
            <a:extLst>
              <a:ext uri="{FF2B5EF4-FFF2-40B4-BE49-F238E27FC236}">
                <a16:creationId xmlns:a16="http://schemas.microsoft.com/office/drawing/2014/main" id="{683A4A87-FD52-1FAF-F619-65DE2F0EFD0A}"/>
              </a:ext>
            </a:extLst>
          </p:cNvPr>
          <p:cNvGraphicFramePr>
            <a:graphicFrameLocks noChangeAspect="1"/>
          </p:cNvGraphicFramePr>
          <p:nvPr>
            <p:extLst>
              <p:ext uri="{D42A27DB-BD31-4B8C-83A1-F6EECF244321}">
                <p14:modId xmlns:p14="http://schemas.microsoft.com/office/powerpoint/2010/main" val="1864139023"/>
              </p:ext>
            </p:extLst>
          </p:nvPr>
        </p:nvGraphicFramePr>
        <p:xfrm>
          <a:off x="2202271" y="3690089"/>
          <a:ext cx="1287462" cy="530225"/>
        </p:xfrm>
        <a:graphic>
          <a:graphicData uri="http://schemas.openxmlformats.org/presentationml/2006/ole">
            <mc:AlternateContent xmlns:mc="http://schemas.openxmlformats.org/markup-compatibility/2006">
              <mc:Choice xmlns:v="urn:schemas-microsoft-com:vml" Requires="v">
                <p:oleObj name="Equation" r:id="rId8" imgW="939600" imgH="393480" progId="Equation.DSMT4">
                  <p:embed/>
                </p:oleObj>
              </mc:Choice>
              <mc:Fallback>
                <p:oleObj name="Equation" r:id="rId8" imgW="939600" imgH="393480" progId="Equation.DSMT4">
                  <p:embed/>
                  <p:pic>
                    <p:nvPicPr>
                      <p:cNvPr id="55" name="Object 54">
                        <a:extLst>
                          <a:ext uri="{FF2B5EF4-FFF2-40B4-BE49-F238E27FC236}">
                            <a16:creationId xmlns:a16="http://schemas.microsoft.com/office/drawing/2014/main" id="{683A4A87-FD52-1FAF-F619-65DE2F0EFD0A}"/>
                          </a:ext>
                        </a:extLst>
                      </p:cNvPr>
                      <p:cNvPicPr>
                        <a:picLocks noChangeAspect="1" noChangeArrowheads="1"/>
                      </p:cNvPicPr>
                      <p:nvPr/>
                    </p:nvPicPr>
                    <p:blipFill>
                      <a:blip r:embed="rId9"/>
                      <a:srcRect/>
                      <a:stretch>
                        <a:fillRect/>
                      </a:stretch>
                    </p:blipFill>
                    <p:spPr bwMode="auto">
                      <a:xfrm>
                        <a:off x="2202271" y="3690089"/>
                        <a:ext cx="1287462" cy="530225"/>
                      </a:xfrm>
                      <a:prstGeom prst="rect">
                        <a:avLst/>
                      </a:prstGeom>
                      <a:noFill/>
                      <a:ln w="28575">
                        <a:solidFill>
                          <a:srgbClr val="FF0000"/>
                        </a:solidFill>
                      </a:ln>
                    </p:spPr>
                  </p:pic>
                </p:oleObj>
              </mc:Fallback>
            </mc:AlternateContent>
          </a:graphicData>
        </a:graphic>
      </p:graphicFrame>
      <p:graphicFrame>
        <p:nvGraphicFramePr>
          <p:cNvPr id="56" name="Object 55">
            <a:extLst>
              <a:ext uri="{FF2B5EF4-FFF2-40B4-BE49-F238E27FC236}">
                <a16:creationId xmlns:a16="http://schemas.microsoft.com/office/drawing/2014/main" id="{F49E18AC-636E-6E09-87C2-5647B006ECB5}"/>
              </a:ext>
            </a:extLst>
          </p:cNvPr>
          <p:cNvGraphicFramePr>
            <a:graphicFrameLocks noChangeAspect="1"/>
          </p:cNvGraphicFramePr>
          <p:nvPr>
            <p:extLst>
              <p:ext uri="{D42A27DB-BD31-4B8C-83A1-F6EECF244321}">
                <p14:modId xmlns:p14="http://schemas.microsoft.com/office/powerpoint/2010/main" val="687516848"/>
              </p:ext>
            </p:extLst>
          </p:nvPr>
        </p:nvGraphicFramePr>
        <p:xfrm>
          <a:off x="4324350" y="3762884"/>
          <a:ext cx="1849438" cy="360363"/>
        </p:xfrm>
        <a:graphic>
          <a:graphicData uri="http://schemas.openxmlformats.org/presentationml/2006/ole">
            <mc:AlternateContent xmlns:mc="http://schemas.openxmlformats.org/markup-compatibility/2006">
              <mc:Choice xmlns:v="urn:schemas-microsoft-com:vml" Requires="v">
                <p:oleObj name="Equation" r:id="rId10" imgW="1041120" imgH="203040" progId="Equation.DSMT4">
                  <p:embed/>
                </p:oleObj>
              </mc:Choice>
              <mc:Fallback>
                <p:oleObj name="Equation" r:id="rId10" imgW="1041120" imgH="203040" progId="Equation.DSMT4">
                  <p:embed/>
                  <p:pic>
                    <p:nvPicPr>
                      <p:cNvPr id="56" name="Object 55">
                        <a:extLst>
                          <a:ext uri="{FF2B5EF4-FFF2-40B4-BE49-F238E27FC236}">
                            <a16:creationId xmlns:a16="http://schemas.microsoft.com/office/drawing/2014/main" id="{F49E18AC-636E-6E09-87C2-5647B006ECB5}"/>
                          </a:ext>
                        </a:extLst>
                      </p:cNvPr>
                      <p:cNvPicPr>
                        <a:picLocks noChangeAspect="1" noChangeArrowheads="1"/>
                      </p:cNvPicPr>
                      <p:nvPr/>
                    </p:nvPicPr>
                    <p:blipFill>
                      <a:blip r:embed="rId11"/>
                      <a:srcRect/>
                      <a:stretch>
                        <a:fillRect/>
                      </a:stretch>
                    </p:blipFill>
                    <p:spPr bwMode="auto">
                      <a:xfrm>
                        <a:off x="4324350" y="3762884"/>
                        <a:ext cx="1849438" cy="3603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57" name="TextBox 56">
            <a:extLst>
              <a:ext uri="{FF2B5EF4-FFF2-40B4-BE49-F238E27FC236}">
                <a16:creationId xmlns:a16="http://schemas.microsoft.com/office/drawing/2014/main" id="{89468C23-1975-CA73-7F36-5454D889AC24}"/>
              </a:ext>
            </a:extLst>
          </p:cNvPr>
          <p:cNvSpPr txBox="1"/>
          <p:nvPr/>
        </p:nvSpPr>
        <p:spPr>
          <a:xfrm>
            <a:off x="3660907" y="3749954"/>
            <a:ext cx="718114" cy="338554"/>
          </a:xfrm>
          <a:prstGeom prst="rect">
            <a:avLst/>
          </a:prstGeom>
          <a:noFill/>
        </p:spPr>
        <p:txBody>
          <a:bodyPr wrap="square">
            <a:spAutoFit/>
          </a:bodyPr>
          <a:lstStyle/>
          <a:p>
            <a:r>
              <a:rPr lang="en-US" sz="1600"/>
              <a:t>với:</a:t>
            </a:r>
          </a:p>
        </p:txBody>
      </p:sp>
      <p:sp>
        <p:nvSpPr>
          <p:cNvPr id="58" name="TextBox 57">
            <a:extLst>
              <a:ext uri="{FF2B5EF4-FFF2-40B4-BE49-F238E27FC236}">
                <a16:creationId xmlns:a16="http://schemas.microsoft.com/office/drawing/2014/main" id="{3B6548A0-33BD-3AE4-2FD0-439F5A96F924}"/>
              </a:ext>
            </a:extLst>
          </p:cNvPr>
          <p:cNvSpPr txBox="1"/>
          <p:nvPr/>
        </p:nvSpPr>
        <p:spPr>
          <a:xfrm>
            <a:off x="244910" y="4426894"/>
            <a:ext cx="6096000" cy="338554"/>
          </a:xfrm>
          <a:prstGeom prst="rect">
            <a:avLst/>
          </a:prstGeom>
          <a:noFill/>
        </p:spPr>
        <p:txBody>
          <a:bodyPr wrap="square">
            <a:spAutoFit/>
          </a:bodyPr>
          <a:lstStyle/>
          <a:p>
            <a:r>
              <a:rPr lang="en-US" sz="1600"/>
              <a:t>Gọi r</a:t>
            </a:r>
            <a:r>
              <a:rPr lang="en-US" sz="1600" baseline="-25000"/>
              <a:t>k</a:t>
            </a:r>
            <a:r>
              <a:rPr lang="en-US" sz="1600"/>
              <a:t> = MH là bán kính của vân tối thứ k ta có:</a:t>
            </a:r>
          </a:p>
        </p:txBody>
      </p:sp>
      <p:graphicFrame>
        <p:nvGraphicFramePr>
          <p:cNvPr id="59" name="Object 58">
            <a:extLst>
              <a:ext uri="{FF2B5EF4-FFF2-40B4-BE49-F238E27FC236}">
                <a16:creationId xmlns:a16="http://schemas.microsoft.com/office/drawing/2014/main" id="{9A524D4E-0F14-0747-348B-2C6C71D4F963}"/>
              </a:ext>
            </a:extLst>
          </p:cNvPr>
          <p:cNvGraphicFramePr>
            <a:graphicFrameLocks noChangeAspect="1"/>
          </p:cNvGraphicFramePr>
          <p:nvPr>
            <p:extLst>
              <p:ext uri="{D42A27DB-BD31-4B8C-83A1-F6EECF244321}">
                <p14:modId xmlns:p14="http://schemas.microsoft.com/office/powerpoint/2010/main" val="736825756"/>
              </p:ext>
            </p:extLst>
          </p:nvPr>
        </p:nvGraphicFramePr>
        <p:xfrm>
          <a:off x="4419376" y="4264083"/>
          <a:ext cx="2819400" cy="608013"/>
        </p:xfrm>
        <a:graphic>
          <a:graphicData uri="http://schemas.openxmlformats.org/presentationml/2006/ole">
            <mc:AlternateContent xmlns:mc="http://schemas.openxmlformats.org/markup-compatibility/2006">
              <mc:Choice xmlns:v="urn:schemas-microsoft-com:vml" Requires="v">
                <p:oleObj name="Equation" r:id="rId12" imgW="1193800" imgH="254000" progId="Equation.3">
                  <p:embed/>
                </p:oleObj>
              </mc:Choice>
              <mc:Fallback>
                <p:oleObj name="Equation" r:id="rId12" imgW="1193800" imgH="254000" progId="Equation.3">
                  <p:embed/>
                  <p:pic>
                    <p:nvPicPr>
                      <p:cNvPr id="59" name="Object 58">
                        <a:extLst>
                          <a:ext uri="{FF2B5EF4-FFF2-40B4-BE49-F238E27FC236}">
                            <a16:creationId xmlns:a16="http://schemas.microsoft.com/office/drawing/2014/main" id="{9A524D4E-0F14-0747-348B-2C6C71D4F963}"/>
                          </a:ext>
                        </a:extLst>
                      </p:cNvPr>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4419376" y="4264083"/>
                        <a:ext cx="2819400" cy="6080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60" name="Object 59">
            <a:extLst>
              <a:ext uri="{FF2B5EF4-FFF2-40B4-BE49-F238E27FC236}">
                <a16:creationId xmlns:a16="http://schemas.microsoft.com/office/drawing/2014/main" id="{FE770C7B-6493-F133-9ACB-54EAAC25644B}"/>
              </a:ext>
            </a:extLst>
          </p:cNvPr>
          <p:cNvGraphicFramePr>
            <a:graphicFrameLocks noChangeAspect="1"/>
          </p:cNvGraphicFramePr>
          <p:nvPr>
            <p:extLst>
              <p:ext uri="{D42A27DB-BD31-4B8C-83A1-F6EECF244321}">
                <p14:modId xmlns:p14="http://schemas.microsoft.com/office/powerpoint/2010/main" val="1054965334"/>
              </p:ext>
            </p:extLst>
          </p:nvPr>
        </p:nvGraphicFramePr>
        <p:xfrm>
          <a:off x="4406106" y="4837411"/>
          <a:ext cx="1685925" cy="584200"/>
        </p:xfrm>
        <a:graphic>
          <a:graphicData uri="http://schemas.openxmlformats.org/presentationml/2006/ole">
            <mc:AlternateContent xmlns:mc="http://schemas.openxmlformats.org/markup-compatibility/2006">
              <mc:Choice xmlns:v="urn:schemas-microsoft-com:vml" Requires="v">
                <p:oleObj name="Equation" r:id="rId14" imgW="634680" imgH="241200" progId="Equation.DSMT4">
                  <p:embed/>
                </p:oleObj>
              </mc:Choice>
              <mc:Fallback>
                <p:oleObj name="Equation" r:id="rId14" imgW="634680" imgH="241200" progId="Equation.DSMT4">
                  <p:embed/>
                  <p:pic>
                    <p:nvPicPr>
                      <p:cNvPr id="60" name="Object 59">
                        <a:extLst>
                          <a:ext uri="{FF2B5EF4-FFF2-40B4-BE49-F238E27FC236}">
                            <a16:creationId xmlns:a16="http://schemas.microsoft.com/office/drawing/2014/main" id="{FE770C7B-6493-F133-9ACB-54EAAC25644B}"/>
                          </a:ext>
                        </a:extLst>
                      </p:cNvPr>
                      <p:cNvPicPr>
                        <a:picLocks noChangeAspect="1" noChangeArrowheads="1"/>
                      </p:cNvPicPr>
                      <p:nvPr/>
                    </p:nvPicPr>
                    <p:blipFill>
                      <a:blip r:embed="rId15"/>
                      <a:srcRect/>
                      <a:stretch>
                        <a:fillRect/>
                      </a:stretch>
                    </p:blipFill>
                    <p:spPr bwMode="auto">
                      <a:xfrm>
                        <a:off x="4406106" y="4837411"/>
                        <a:ext cx="1685925"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61" name="TextBox 60">
            <a:extLst>
              <a:ext uri="{FF2B5EF4-FFF2-40B4-BE49-F238E27FC236}">
                <a16:creationId xmlns:a16="http://schemas.microsoft.com/office/drawing/2014/main" id="{2E00E9D2-4016-5B5B-69F5-A0180E7BA0D8}"/>
              </a:ext>
            </a:extLst>
          </p:cNvPr>
          <p:cNvSpPr txBox="1"/>
          <p:nvPr/>
        </p:nvSpPr>
        <p:spPr>
          <a:xfrm>
            <a:off x="253862" y="5427481"/>
            <a:ext cx="889598" cy="338554"/>
          </a:xfrm>
          <a:prstGeom prst="rect">
            <a:avLst/>
          </a:prstGeom>
          <a:noFill/>
        </p:spPr>
        <p:txBody>
          <a:bodyPr wrap="square">
            <a:spAutoFit/>
          </a:bodyPr>
          <a:lstStyle/>
          <a:p>
            <a:r>
              <a:rPr lang="en-US" sz="1600"/>
              <a:t>Vậy:</a:t>
            </a:r>
          </a:p>
        </p:txBody>
      </p:sp>
      <p:graphicFrame>
        <p:nvGraphicFramePr>
          <p:cNvPr id="62" name="Object 61">
            <a:extLst>
              <a:ext uri="{FF2B5EF4-FFF2-40B4-BE49-F238E27FC236}">
                <a16:creationId xmlns:a16="http://schemas.microsoft.com/office/drawing/2014/main" id="{AB7F800E-B8F1-D43F-1927-79D4877BE375}"/>
              </a:ext>
            </a:extLst>
          </p:cNvPr>
          <p:cNvGraphicFramePr>
            <a:graphicFrameLocks noChangeAspect="1"/>
          </p:cNvGraphicFramePr>
          <p:nvPr>
            <p:extLst>
              <p:ext uri="{D42A27DB-BD31-4B8C-83A1-F6EECF244321}">
                <p14:modId xmlns:p14="http://schemas.microsoft.com/office/powerpoint/2010/main" val="2128314446"/>
              </p:ext>
            </p:extLst>
          </p:nvPr>
        </p:nvGraphicFramePr>
        <p:xfrm>
          <a:off x="896043" y="5370475"/>
          <a:ext cx="1119505" cy="452566"/>
        </p:xfrm>
        <a:graphic>
          <a:graphicData uri="http://schemas.openxmlformats.org/presentationml/2006/ole">
            <mc:AlternateContent xmlns:mc="http://schemas.openxmlformats.org/markup-compatibility/2006">
              <mc:Choice xmlns:v="urn:schemas-microsoft-com:vml" Requires="v">
                <p:oleObj name="Equation" r:id="rId16" imgW="596880" imgH="241200" progId="Equation.DSMT4">
                  <p:embed/>
                </p:oleObj>
              </mc:Choice>
              <mc:Fallback>
                <p:oleObj name="Equation" r:id="rId16" imgW="596880" imgH="241200" progId="Equation.DSMT4">
                  <p:embed/>
                  <p:pic>
                    <p:nvPicPr>
                      <p:cNvPr id="62" name="Object 61">
                        <a:extLst>
                          <a:ext uri="{FF2B5EF4-FFF2-40B4-BE49-F238E27FC236}">
                            <a16:creationId xmlns:a16="http://schemas.microsoft.com/office/drawing/2014/main" id="{AB7F800E-B8F1-D43F-1927-79D4877BE375}"/>
                          </a:ext>
                        </a:extLst>
                      </p:cNvPr>
                      <p:cNvPicPr/>
                      <p:nvPr/>
                    </p:nvPicPr>
                    <p:blipFill>
                      <a:blip r:embed="rId17"/>
                      <a:stretch>
                        <a:fillRect/>
                      </a:stretch>
                    </p:blipFill>
                    <p:spPr>
                      <a:xfrm>
                        <a:off x="896043" y="5370475"/>
                        <a:ext cx="1119505" cy="452566"/>
                      </a:xfrm>
                      <a:prstGeom prst="rect">
                        <a:avLst/>
                      </a:prstGeom>
                      <a:ln w="28575">
                        <a:solidFill>
                          <a:srgbClr val="FF0000"/>
                        </a:solidFill>
                      </a:ln>
                    </p:spPr>
                  </p:pic>
                </p:oleObj>
              </mc:Fallback>
            </mc:AlternateContent>
          </a:graphicData>
        </a:graphic>
      </p:graphicFrame>
      <p:sp>
        <p:nvSpPr>
          <p:cNvPr id="63" name="TextBox 62">
            <a:extLst>
              <a:ext uri="{FF2B5EF4-FFF2-40B4-BE49-F238E27FC236}">
                <a16:creationId xmlns:a16="http://schemas.microsoft.com/office/drawing/2014/main" id="{BCDA6FB7-B1FB-1744-41F0-A42050422CEB}"/>
              </a:ext>
            </a:extLst>
          </p:cNvPr>
          <p:cNvSpPr txBox="1"/>
          <p:nvPr/>
        </p:nvSpPr>
        <p:spPr>
          <a:xfrm>
            <a:off x="331661" y="6026638"/>
            <a:ext cx="11684254" cy="338554"/>
          </a:xfrm>
          <a:prstGeom prst="rect">
            <a:avLst/>
          </a:prstGeom>
          <a:noFill/>
        </p:spPr>
        <p:txBody>
          <a:bodyPr wrap="square">
            <a:spAutoFit/>
          </a:bodyPr>
          <a:lstStyle/>
          <a:p>
            <a:r>
              <a:rPr lang="en-US" sz="1600"/>
              <a:t>Như vậy: </a:t>
            </a:r>
            <a:r>
              <a:rPr lang="en-US" sz="1600" b="1" i="1">
                <a:solidFill>
                  <a:srgbClr val="C00000"/>
                </a:solidFill>
              </a:rPr>
              <a:t>Trong hệ vân tròn Newton, bình phương của bán kính vân tối thứ k tỉ lệ thuận với số nguyên k tương ứng.</a:t>
            </a:r>
            <a:r>
              <a:rPr lang="en-US" sz="1600"/>
              <a:t> </a:t>
            </a:r>
            <a:endParaRPr lang="en-US" sz="1600" i="1"/>
          </a:p>
        </p:txBody>
      </p:sp>
    </p:spTree>
    <p:extLst>
      <p:ext uri="{BB962C8B-B14F-4D97-AF65-F5344CB8AC3E}">
        <p14:creationId xmlns:p14="http://schemas.microsoft.com/office/powerpoint/2010/main" val="55987695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Effect transition="in" filter="fade">
                                      <p:cBhvr>
                                        <p:cTn id="7" dur="1000"/>
                                        <p:tgtEl>
                                          <p:spTgt spid="4">
                                            <p:txEl>
                                              <p:pRg st="0" end="0"/>
                                            </p:txEl>
                                          </p:spTgt>
                                        </p:tgtEl>
                                      </p:cBhvr>
                                    </p:animEffect>
                                    <p:anim calcmode="lin" valueType="num">
                                      <p:cBhvr>
                                        <p:cTn id="8" dur="1000" fill="hold"/>
                                        <p:tgtEl>
                                          <p:spTgt spid="4">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4">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6" presetClass="entr" presetSubtype="16" fill="hold" nodeType="clickEffect">
                                  <p:stCondLst>
                                    <p:cond delay="0"/>
                                  </p:stCondLst>
                                  <p:childTnLst>
                                    <p:set>
                                      <p:cBhvr>
                                        <p:cTn id="13" dur="1" fill="hold">
                                          <p:stCondLst>
                                            <p:cond delay="0"/>
                                          </p:stCondLst>
                                        </p:cTn>
                                        <p:tgtEl>
                                          <p:spTgt spid="35"/>
                                        </p:tgtEl>
                                        <p:attrNameLst>
                                          <p:attrName>style.visibility</p:attrName>
                                        </p:attrNameLst>
                                      </p:cBhvr>
                                      <p:to>
                                        <p:strVal val="visible"/>
                                      </p:to>
                                    </p:set>
                                    <p:animEffect transition="in" filter="circle(in)">
                                      <p:cBhvr>
                                        <p:cTn id="14" dur="2000"/>
                                        <p:tgtEl>
                                          <p:spTgt spid="35"/>
                                        </p:tgtEl>
                                      </p:cBhvr>
                                    </p:animEffect>
                                  </p:childTnLst>
                                </p:cTn>
                              </p:par>
                            </p:childTnLst>
                          </p:cTn>
                        </p:par>
                      </p:childTnLst>
                    </p:cTn>
                  </p:par>
                  <p:par>
                    <p:cTn id="15" fill="hold">
                      <p:stCondLst>
                        <p:cond delay="indefinite"/>
                      </p:stCondLst>
                      <p:childTnLst>
                        <p:par>
                          <p:cTn id="16" fill="hold">
                            <p:stCondLst>
                              <p:cond delay="0"/>
                            </p:stCondLst>
                            <p:childTnLst>
                              <p:par>
                                <p:cTn id="17" presetID="6" presetClass="entr" presetSubtype="16" fill="hold" nodeType="clickEffect">
                                  <p:stCondLst>
                                    <p:cond delay="0"/>
                                  </p:stCondLst>
                                  <p:childTnLst>
                                    <p:set>
                                      <p:cBhvr>
                                        <p:cTn id="18" dur="1" fill="hold">
                                          <p:stCondLst>
                                            <p:cond delay="0"/>
                                          </p:stCondLst>
                                        </p:cTn>
                                        <p:tgtEl>
                                          <p:spTgt spid="36"/>
                                        </p:tgtEl>
                                        <p:attrNameLst>
                                          <p:attrName>style.visibility</p:attrName>
                                        </p:attrNameLst>
                                      </p:cBhvr>
                                      <p:to>
                                        <p:strVal val="visible"/>
                                      </p:to>
                                    </p:set>
                                    <p:animEffect transition="in" filter="circle(in)">
                                      <p:cBhvr>
                                        <p:cTn id="19" dur="2000"/>
                                        <p:tgtEl>
                                          <p:spTgt spid="36"/>
                                        </p:tgtEl>
                                      </p:cBhvr>
                                    </p:animEffect>
                                  </p:childTnLst>
                                </p:cTn>
                              </p:par>
                            </p:childTnLst>
                          </p:cTn>
                        </p:par>
                      </p:childTnLst>
                    </p:cTn>
                  </p:par>
                  <p:par>
                    <p:cTn id="20" fill="hold">
                      <p:stCondLst>
                        <p:cond delay="indefinite"/>
                      </p:stCondLst>
                      <p:childTnLst>
                        <p:par>
                          <p:cTn id="21" fill="hold">
                            <p:stCondLst>
                              <p:cond delay="0"/>
                            </p:stCondLst>
                            <p:childTnLst>
                              <p:par>
                                <p:cTn id="22" presetID="6" presetClass="entr" presetSubtype="16" fill="hold" grpId="0" nodeType="clickEffect">
                                  <p:stCondLst>
                                    <p:cond delay="0"/>
                                  </p:stCondLst>
                                  <p:childTnLst>
                                    <p:set>
                                      <p:cBhvr>
                                        <p:cTn id="23" dur="1" fill="hold">
                                          <p:stCondLst>
                                            <p:cond delay="0"/>
                                          </p:stCondLst>
                                        </p:cTn>
                                        <p:tgtEl>
                                          <p:spTgt spid="37"/>
                                        </p:tgtEl>
                                        <p:attrNameLst>
                                          <p:attrName>style.visibility</p:attrName>
                                        </p:attrNameLst>
                                      </p:cBhvr>
                                      <p:to>
                                        <p:strVal val="visible"/>
                                      </p:to>
                                    </p:set>
                                    <p:animEffect transition="in" filter="circle(in)">
                                      <p:cBhvr>
                                        <p:cTn id="24" dur="2000"/>
                                        <p:tgtEl>
                                          <p:spTgt spid="37"/>
                                        </p:tgtEl>
                                      </p:cBhvr>
                                    </p:animEffect>
                                  </p:childTnLst>
                                </p:cTn>
                              </p:par>
                              <p:par>
                                <p:cTn id="25" presetID="6" presetClass="entr" presetSubtype="16" fill="hold" grpId="0" nodeType="withEffect">
                                  <p:stCondLst>
                                    <p:cond delay="0"/>
                                  </p:stCondLst>
                                  <p:childTnLst>
                                    <p:set>
                                      <p:cBhvr>
                                        <p:cTn id="26" dur="1" fill="hold">
                                          <p:stCondLst>
                                            <p:cond delay="0"/>
                                          </p:stCondLst>
                                        </p:cTn>
                                        <p:tgtEl>
                                          <p:spTgt spid="38"/>
                                        </p:tgtEl>
                                        <p:attrNameLst>
                                          <p:attrName>style.visibility</p:attrName>
                                        </p:attrNameLst>
                                      </p:cBhvr>
                                      <p:to>
                                        <p:strVal val="visible"/>
                                      </p:to>
                                    </p:set>
                                    <p:animEffect transition="in" filter="circle(in)">
                                      <p:cBhvr>
                                        <p:cTn id="27" dur="2000"/>
                                        <p:tgtEl>
                                          <p:spTgt spid="38"/>
                                        </p:tgtEl>
                                      </p:cBhvr>
                                    </p:animEffect>
                                  </p:childTnLst>
                                </p:cTn>
                              </p:par>
                            </p:childTnLst>
                          </p:cTn>
                        </p:par>
                      </p:childTnLst>
                    </p:cTn>
                  </p:par>
                  <p:par>
                    <p:cTn id="28" fill="hold">
                      <p:stCondLst>
                        <p:cond delay="indefinite"/>
                      </p:stCondLst>
                      <p:childTnLst>
                        <p:par>
                          <p:cTn id="29" fill="hold">
                            <p:stCondLst>
                              <p:cond delay="0"/>
                            </p:stCondLst>
                            <p:childTnLst>
                              <p:par>
                                <p:cTn id="30" presetID="42" presetClass="entr" presetSubtype="0" fill="hold" nodeType="clickEffect">
                                  <p:stCondLst>
                                    <p:cond delay="0"/>
                                  </p:stCondLst>
                                  <p:childTnLst>
                                    <p:set>
                                      <p:cBhvr>
                                        <p:cTn id="31" dur="1" fill="hold">
                                          <p:stCondLst>
                                            <p:cond delay="0"/>
                                          </p:stCondLst>
                                        </p:cTn>
                                        <p:tgtEl>
                                          <p:spTgt spid="4">
                                            <p:txEl>
                                              <p:pRg st="1" end="1"/>
                                            </p:txEl>
                                          </p:spTgt>
                                        </p:tgtEl>
                                        <p:attrNameLst>
                                          <p:attrName>style.visibility</p:attrName>
                                        </p:attrNameLst>
                                      </p:cBhvr>
                                      <p:to>
                                        <p:strVal val="visible"/>
                                      </p:to>
                                    </p:set>
                                    <p:animEffect transition="in" filter="fade">
                                      <p:cBhvr>
                                        <p:cTn id="32" dur="1000"/>
                                        <p:tgtEl>
                                          <p:spTgt spid="4">
                                            <p:txEl>
                                              <p:pRg st="1" end="1"/>
                                            </p:txEl>
                                          </p:spTgt>
                                        </p:tgtEl>
                                      </p:cBhvr>
                                    </p:animEffect>
                                    <p:anim calcmode="lin" valueType="num">
                                      <p:cBhvr>
                                        <p:cTn id="33" dur="1000" fill="hold"/>
                                        <p:tgtEl>
                                          <p:spTgt spid="4">
                                            <p:txEl>
                                              <p:pRg st="1" end="1"/>
                                            </p:txEl>
                                          </p:spTgt>
                                        </p:tgtEl>
                                        <p:attrNameLst>
                                          <p:attrName>ppt_x</p:attrName>
                                        </p:attrNameLst>
                                      </p:cBhvr>
                                      <p:tavLst>
                                        <p:tav tm="0">
                                          <p:val>
                                            <p:strVal val="#ppt_x"/>
                                          </p:val>
                                        </p:tav>
                                        <p:tav tm="100000">
                                          <p:val>
                                            <p:strVal val="#ppt_x"/>
                                          </p:val>
                                        </p:tav>
                                      </p:tavLst>
                                    </p:anim>
                                    <p:anim calcmode="lin" valueType="num">
                                      <p:cBhvr>
                                        <p:cTn id="34" dur="1000" fill="hold"/>
                                        <p:tgtEl>
                                          <p:spTgt spid="4">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35" fill="hold">
                      <p:stCondLst>
                        <p:cond delay="indefinite"/>
                      </p:stCondLst>
                      <p:childTnLst>
                        <p:par>
                          <p:cTn id="36" fill="hold">
                            <p:stCondLst>
                              <p:cond delay="0"/>
                            </p:stCondLst>
                            <p:childTnLst>
                              <p:par>
                                <p:cTn id="37" presetID="42" presetClass="entr" presetSubtype="0" fill="hold" nodeType="clickEffect">
                                  <p:stCondLst>
                                    <p:cond delay="0"/>
                                  </p:stCondLst>
                                  <p:childTnLst>
                                    <p:set>
                                      <p:cBhvr>
                                        <p:cTn id="38" dur="1" fill="hold">
                                          <p:stCondLst>
                                            <p:cond delay="0"/>
                                          </p:stCondLst>
                                        </p:cTn>
                                        <p:tgtEl>
                                          <p:spTgt spid="4">
                                            <p:txEl>
                                              <p:pRg st="2" end="2"/>
                                            </p:txEl>
                                          </p:spTgt>
                                        </p:tgtEl>
                                        <p:attrNameLst>
                                          <p:attrName>style.visibility</p:attrName>
                                        </p:attrNameLst>
                                      </p:cBhvr>
                                      <p:to>
                                        <p:strVal val="visible"/>
                                      </p:to>
                                    </p:set>
                                    <p:animEffect transition="in" filter="fade">
                                      <p:cBhvr>
                                        <p:cTn id="39" dur="1000"/>
                                        <p:tgtEl>
                                          <p:spTgt spid="4">
                                            <p:txEl>
                                              <p:pRg st="2" end="2"/>
                                            </p:txEl>
                                          </p:spTgt>
                                        </p:tgtEl>
                                      </p:cBhvr>
                                    </p:animEffect>
                                    <p:anim calcmode="lin" valueType="num">
                                      <p:cBhvr>
                                        <p:cTn id="40" dur="1000" fill="hold"/>
                                        <p:tgtEl>
                                          <p:spTgt spid="4">
                                            <p:txEl>
                                              <p:pRg st="2" end="2"/>
                                            </p:txEl>
                                          </p:spTgt>
                                        </p:tgtEl>
                                        <p:attrNameLst>
                                          <p:attrName>ppt_x</p:attrName>
                                        </p:attrNameLst>
                                      </p:cBhvr>
                                      <p:tavLst>
                                        <p:tav tm="0">
                                          <p:val>
                                            <p:strVal val="#ppt_x"/>
                                          </p:val>
                                        </p:tav>
                                        <p:tav tm="100000">
                                          <p:val>
                                            <p:strVal val="#ppt_x"/>
                                          </p:val>
                                        </p:tav>
                                      </p:tavLst>
                                    </p:anim>
                                    <p:anim calcmode="lin" valueType="num">
                                      <p:cBhvr>
                                        <p:cTn id="41" dur="1000" fill="hold"/>
                                        <p:tgtEl>
                                          <p:spTgt spid="4">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42" fill="hold">
                      <p:stCondLst>
                        <p:cond delay="indefinite"/>
                      </p:stCondLst>
                      <p:childTnLst>
                        <p:par>
                          <p:cTn id="43" fill="hold">
                            <p:stCondLst>
                              <p:cond delay="0"/>
                            </p:stCondLst>
                            <p:childTnLst>
                              <p:par>
                                <p:cTn id="44" presetID="6" presetClass="entr" presetSubtype="16" fill="hold" nodeType="clickEffect">
                                  <p:stCondLst>
                                    <p:cond delay="0"/>
                                  </p:stCondLst>
                                  <p:childTnLst>
                                    <p:set>
                                      <p:cBhvr>
                                        <p:cTn id="45" dur="1" fill="hold">
                                          <p:stCondLst>
                                            <p:cond delay="0"/>
                                          </p:stCondLst>
                                        </p:cTn>
                                        <p:tgtEl>
                                          <p:spTgt spid="44"/>
                                        </p:tgtEl>
                                        <p:attrNameLst>
                                          <p:attrName>style.visibility</p:attrName>
                                        </p:attrNameLst>
                                      </p:cBhvr>
                                      <p:to>
                                        <p:strVal val="visible"/>
                                      </p:to>
                                    </p:set>
                                    <p:animEffect transition="in" filter="circle(in)">
                                      <p:cBhvr>
                                        <p:cTn id="46" dur="2000"/>
                                        <p:tgtEl>
                                          <p:spTgt spid="44"/>
                                        </p:tgtEl>
                                      </p:cBhvr>
                                    </p:animEffect>
                                  </p:childTnLst>
                                </p:cTn>
                              </p:par>
                              <p:par>
                                <p:cTn id="47" presetID="6" presetClass="entr" presetSubtype="16" fill="hold" nodeType="withEffect">
                                  <p:stCondLst>
                                    <p:cond delay="0"/>
                                  </p:stCondLst>
                                  <p:childTnLst>
                                    <p:set>
                                      <p:cBhvr>
                                        <p:cTn id="48" dur="1" fill="hold">
                                          <p:stCondLst>
                                            <p:cond delay="0"/>
                                          </p:stCondLst>
                                        </p:cTn>
                                        <p:tgtEl>
                                          <p:spTgt spid="45"/>
                                        </p:tgtEl>
                                        <p:attrNameLst>
                                          <p:attrName>style.visibility</p:attrName>
                                        </p:attrNameLst>
                                      </p:cBhvr>
                                      <p:to>
                                        <p:strVal val="visible"/>
                                      </p:to>
                                    </p:set>
                                    <p:animEffect transition="in" filter="circle(in)">
                                      <p:cBhvr>
                                        <p:cTn id="49" dur="2000"/>
                                        <p:tgtEl>
                                          <p:spTgt spid="45"/>
                                        </p:tgtEl>
                                      </p:cBhvr>
                                    </p:animEffect>
                                  </p:childTnLst>
                                </p:cTn>
                              </p:par>
                              <p:par>
                                <p:cTn id="50" presetID="6" presetClass="entr" presetSubtype="16" fill="hold" nodeType="withEffect">
                                  <p:stCondLst>
                                    <p:cond delay="0"/>
                                  </p:stCondLst>
                                  <p:childTnLst>
                                    <p:set>
                                      <p:cBhvr>
                                        <p:cTn id="51" dur="1" fill="hold">
                                          <p:stCondLst>
                                            <p:cond delay="0"/>
                                          </p:stCondLst>
                                        </p:cTn>
                                        <p:tgtEl>
                                          <p:spTgt spid="46"/>
                                        </p:tgtEl>
                                        <p:attrNameLst>
                                          <p:attrName>style.visibility</p:attrName>
                                        </p:attrNameLst>
                                      </p:cBhvr>
                                      <p:to>
                                        <p:strVal val="visible"/>
                                      </p:to>
                                    </p:set>
                                    <p:animEffect transition="in" filter="circle(in)">
                                      <p:cBhvr>
                                        <p:cTn id="52" dur="2000"/>
                                        <p:tgtEl>
                                          <p:spTgt spid="46"/>
                                        </p:tgtEl>
                                      </p:cBhvr>
                                    </p:animEffect>
                                  </p:childTnLst>
                                </p:cTn>
                              </p:par>
                              <p:par>
                                <p:cTn id="53" presetID="6" presetClass="entr" presetSubtype="16" fill="hold" nodeType="withEffect">
                                  <p:stCondLst>
                                    <p:cond delay="0"/>
                                  </p:stCondLst>
                                  <p:childTnLst>
                                    <p:set>
                                      <p:cBhvr>
                                        <p:cTn id="54" dur="1" fill="hold">
                                          <p:stCondLst>
                                            <p:cond delay="0"/>
                                          </p:stCondLst>
                                        </p:cTn>
                                        <p:tgtEl>
                                          <p:spTgt spid="47"/>
                                        </p:tgtEl>
                                        <p:attrNameLst>
                                          <p:attrName>style.visibility</p:attrName>
                                        </p:attrNameLst>
                                      </p:cBhvr>
                                      <p:to>
                                        <p:strVal val="visible"/>
                                      </p:to>
                                    </p:set>
                                    <p:animEffect transition="in" filter="circle(in)">
                                      <p:cBhvr>
                                        <p:cTn id="55" dur="2000"/>
                                        <p:tgtEl>
                                          <p:spTgt spid="47"/>
                                        </p:tgtEl>
                                      </p:cBhvr>
                                    </p:animEffect>
                                  </p:childTnLst>
                                </p:cTn>
                              </p:par>
                              <p:par>
                                <p:cTn id="56" presetID="6" presetClass="entr" presetSubtype="16" fill="hold" nodeType="withEffect">
                                  <p:stCondLst>
                                    <p:cond delay="0"/>
                                  </p:stCondLst>
                                  <p:childTnLst>
                                    <p:set>
                                      <p:cBhvr>
                                        <p:cTn id="57" dur="1" fill="hold">
                                          <p:stCondLst>
                                            <p:cond delay="0"/>
                                          </p:stCondLst>
                                        </p:cTn>
                                        <p:tgtEl>
                                          <p:spTgt spid="48"/>
                                        </p:tgtEl>
                                        <p:attrNameLst>
                                          <p:attrName>style.visibility</p:attrName>
                                        </p:attrNameLst>
                                      </p:cBhvr>
                                      <p:to>
                                        <p:strVal val="visible"/>
                                      </p:to>
                                    </p:set>
                                    <p:animEffect transition="in" filter="circle(in)">
                                      <p:cBhvr>
                                        <p:cTn id="58" dur="2000"/>
                                        <p:tgtEl>
                                          <p:spTgt spid="48"/>
                                        </p:tgtEl>
                                      </p:cBhvr>
                                    </p:animEffect>
                                  </p:childTnLst>
                                </p:cTn>
                              </p:par>
                            </p:childTnLst>
                          </p:cTn>
                        </p:par>
                      </p:childTnLst>
                    </p:cTn>
                  </p:par>
                  <p:par>
                    <p:cTn id="59" fill="hold">
                      <p:stCondLst>
                        <p:cond delay="indefinite"/>
                      </p:stCondLst>
                      <p:childTnLst>
                        <p:par>
                          <p:cTn id="60" fill="hold">
                            <p:stCondLst>
                              <p:cond delay="0"/>
                            </p:stCondLst>
                            <p:childTnLst>
                              <p:par>
                                <p:cTn id="61" presetID="42" presetClass="entr" presetSubtype="0" fill="hold" nodeType="clickEffect">
                                  <p:stCondLst>
                                    <p:cond delay="0"/>
                                  </p:stCondLst>
                                  <p:childTnLst>
                                    <p:set>
                                      <p:cBhvr>
                                        <p:cTn id="62" dur="1" fill="hold">
                                          <p:stCondLst>
                                            <p:cond delay="0"/>
                                          </p:stCondLst>
                                        </p:cTn>
                                        <p:tgtEl>
                                          <p:spTgt spid="4">
                                            <p:txEl>
                                              <p:pRg st="3" end="3"/>
                                            </p:txEl>
                                          </p:spTgt>
                                        </p:tgtEl>
                                        <p:attrNameLst>
                                          <p:attrName>style.visibility</p:attrName>
                                        </p:attrNameLst>
                                      </p:cBhvr>
                                      <p:to>
                                        <p:strVal val="visible"/>
                                      </p:to>
                                    </p:set>
                                    <p:animEffect transition="in" filter="fade">
                                      <p:cBhvr>
                                        <p:cTn id="63" dur="1000"/>
                                        <p:tgtEl>
                                          <p:spTgt spid="4">
                                            <p:txEl>
                                              <p:pRg st="3" end="3"/>
                                            </p:txEl>
                                          </p:spTgt>
                                        </p:tgtEl>
                                      </p:cBhvr>
                                    </p:animEffect>
                                    <p:anim calcmode="lin" valueType="num">
                                      <p:cBhvr>
                                        <p:cTn id="64" dur="1000" fill="hold"/>
                                        <p:tgtEl>
                                          <p:spTgt spid="4">
                                            <p:txEl>
                                              <p:pRg st="3" end="3"/>
                                            </p:txEl>
                                          </p:spTgt>
                                        </p:tgtEl>
                                        <p:attrNameLst>
                                          <p:attrName>ppt_x</p:attrName>
                                        </p:attrNameLst>
                                      </p:cBhvr>
                                      <p:tavLst>
                                        <p:tav tm="0">
                                          <p:val>
                                            <p:strVal val="#ppt_x"/>
                                          </p:val>
                                        </p:tav>
                                        <p:tav tm="100000">
                                          <p:val>
                                            <p:strVal val="#ppt_x"/>
                                          </p:val>
                                        </p:tav>
                                      </p:tavLst>
                                    </p:anim>
                                    <p:anim calcmode="lin" valueType="num">
                                      <p:cBhvr>
                                        <p:cTn id="65" dur="1000" fill="hold"/>
                                        <p:tgtEl>
                                          <p:spTgt spid="4">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66" fill="hold">
                      <p:stCondLst>
                        <p:cond delay="indefinite"/>
                      </p:stCondLst>
                      <p:childTnLst>
                        <p:par>
                          <p:cTn id="67" fill="hold">
                            <p:stCondLst>
                              <p:cond delay="0"/>
                            </p:stCondLst>
                            <p:childTnLst>
                              <p:par>
                                <p:cTn id="68" presetID="42" presetClass="entr" presetSubtype="0" fill="hold" grpId="0" nodeType="clickEffect">
                                  <p:stCondLst>
                                    <p:cond delay="0"/>
                                  </p:stCondLst>
                                  <p:childTnLst>
                                    <p:set>
                                      <p:cBhvr>
                                        <p:cTn id="69" dur="1" fill="hold">
                                          <p:stCondLst>
                                            <p:cond delay="0"/>
                                          </p:stCondLst>
                                        </p:cTn>
                                        <p:tgtEl>
                                          <p:spTgt spid="49"/>
                                        </p:tgtEl>
                                        <p:attrNameLst>
                                          <p:attrName>style.visibility</p:attrName>
                                        </p:attrNameLst>
                                      </p:cBhvr>
                                      <p:to>
                                        <p:strVal val="visible"/>
                                      </p:to>
                                    </p:set>
                                    <p:animEffect transition="in" filter="fade">
                                      <p:cBhvr>
                                        <p:cTn id="70" dur="1000"/>
                                        <p:tgtEl>
                                          <p:spTgt spid="49"/>
                                        </p:tgtEl>
                                      </p:cBhvr>
                                    </p:animEffect>
                                    <p:anim calcmode="lin" valueType="num">
                                      <p:cBhvr>
                                        <p:cTn id="71" dur="1000" fill="hold"/>
                                        <p:tgtEl>
                                          <p:spTgt spid="49"/>
                                        </p:tgtEl>
                                        <p:attrNameLst>
                                          <p:attrName>ppt_x</p:attrName>
                                        </p:attrNameLst>
                                      </p:cBhvr>
                                      <p:tavLst>
                                        <p:tav tm="0">
                                          <p:val>
                                            <p:strVal val="#ppt_x"/>
                                          </p:val>
                                        </p:tav>
                                        <p:tav tm="100000">
                                          <p:val>
                                            <p:strVal val="#ppt_x"/>
                                          </p:val>
                                        </p:tav>
                                      </p:tavLst>
                                    </p:anim>
                                    <p:anim calcmode="lin" valueType="num">
                                      <p:cBhvr>
                                        <p:cTn id="72" dur="1000" fill="hold"/>
                                        <p:tgtEl>
                                          <p:spTgt spid="49"/>
                                        </p:tgtEl>
                                        <p:attrNameLst>
                                          <p:attrName>ppt_y</p:attrName>
                                        </p:attrNameLst>
                                      </p:cBhvr>
                                      <p:tavLst>
                                        <p:tav tm="0">
                                          <p:val>
                                            <p:strVal val="#ppt_y+.1"/>
                                          </p:val>
                                        </p:tav>
                                        <p:tav tm="100000">
                                          <p:val>
                                            <p:strVal val="#ppt_y"/>
                                          </p:val>
                                        </p:tav>
                                      </p:tavLst>
                                    </p:anim>
                                  </p:childTnLst>
                                </p:cTn>
                              </p:par>
                            </p:childTnLst>
                          </p:cTn>
                        </p:par>
                      </p:childTnLst>
                    </p:cTn>
                  </p:par>
                  <p:par>
                    <p:cTn id="73" fill="hold">
                      <p:stCondLst>
                        <p:cond delay="indefinite"/>
                      </p:stCondLst>
                      <p:childTnLst>
                        <p:par>
                          <p:cTn id="74" fill="hold">
                            <p:stCondLst>
                              <p:cond delay="0"/>
                            </p:stCondLst>
                            <p:childTnLst>
                              <p:par>
                                <p:cTn id="75" presetID="6" presetClass="entr" presetSubtype="16" fill="hold" nodeType="clickEffect">
                                  <p:stCondLst>
                                    <p:cond delay="0"/>
                                  </p:stCondLst>
                                  <p:childTnLst>
                                    <p:set>
                                      <p:cBhvr>
                                        <p:cTn id="76" dur="1" fill="hold">
                                          <p:stCondLst>
                                            <p:cond delay="0"/>
                                          </p:stCondLst>
                                        </p:cTn>
                                        <p:tgtEl>
                                          <p:spTgt spid="50"/>
                                        </p:tgtEl>
                                        <p:attrNameLst>
                                          <p:attrName>style.visibility</p:attrName>
                                        </p:attrNameLst>
                                      </p:cBhvr>
                                      <p:to>
                                        <p:strVal val="visible"/>
                                      </p:to>
                                    </p:set>
                                    <p:animEffect transition="in" filter="circle(in)">
                                      <p:cBhvr>
                                        <p:cTn id="77" dur="2000"/>
                                        <p:tgtEl>
                                          <p:spTgt spid="50"/>
                                        </p:tgtEl>
                                      </p:cBhvr>
                                    </p:animEffect>
                                  </p:childTnLst>
                                </p:cTn>
                              </p:par>
                            </p:childTnLst>
                          </p:cTn>
                        </p:par>
                      </p:childTnLst>
                    </p:cTn>
                  </p:par>
                  <p:par>
                    <p:cTn id="78" fill="hold">
                      <p:stCondLst>
                        <p:cond delay="indefinite"/>
                      </p:stCondLst>
                      <p:childTnLst>
                        <p:par>
                          <p:cTn id="79" fill="hold">
                            <p:stCondLst>
                              <p:cond delay="0"/>
                            </p:stCondLst>
                            <p:childTnLst>
                              <p:par>
                                <p:cTn id="80" presetID="42" presetClass="entr" presetSubtype="0" fill="hold" grpId="0" nodeType="clickEffect">
                                  <p:stCondLst>
                                    <p:cond delay="0"/>
                                  </p:stCondLst>
                                  <p:childTnLst>
                                    <p:set>
                                      <p:cBhvr>
                                        <p:cTn id="81" dur="1" fill="hold">
                                          <p:stCondLst>
                                            <p:cond delay="0"/>
                                          </p:stCondLst>
                                        </p:cTn>
                                        <p:tgtEl>
                                          <p:spTgt spid="52"/>
                                        </p:tgtEl>
                                        <p:attrNameLst>
                                          <p:attrName>style.visibility</p:attrName>
                                        </p:attrNameLst>
                                      </p:cBhvr>
                                      <p:to>
                                        <p:strVal val="visible"/>
                                      </p:to>
                                    </p:set>
                                    <p:animEffect transition="in" filter="fade">
                                      <p:cBhvr>
                                        <p:cTn id="82" dur="1000"/>
                                        <p:tgtEl>
                                          <p:spTgt spid="52"/>
                                        </p:tgtEl>
                                      </p:cBhvr>
                                    </p:animEffect>
                                    <p:anim calcmode="lin" valueType="num">
                                      <p:cBhvr>
                                        <p:cTn id="83" dur="1000" fill="hold"/>
                                        <p:tgtEl>
                                          <p:spTgt spid="52"/>
                                        </p:tgtEl>
                                        <p:attrNameLst>
                                          <p:attrName>ppt_x</p:attrName>
                                        </p:attrNameLst>
                                      </p:cBhvr>
                                      <p:tavLst>
                                        <p:tav tm="0">
                                          <p:val>
                                            <p:strVal val="#ppt_x"/>
                                          </p:val>
                                        </p:tav>
                                        <p:tav tm="100000">
                                          <p:val>
                                            <p:strVal val="#ppt_x"/>
                                          </p:val>
                                        </p:tav>
                                      </p:tavLst>
                                    </p:anim>
                                    <p:anim calcmode="lin" valueType="num">
                                      <p:cBhvr>
                                        <p:cTn id="84" dur="1000" fill="hold"/>
                                        <p:tgtEl>
                                          <p:spTgt spid="52"/>
                                        </p:tgtEl>
                                        <p:attrNameLst>
                                          <p:attrName>ppt_y</p:attrName>
                                        </p:attrNameLst>
                                      </p:cBhvr>
                                      <p:tavLst>
                                        <p:tav tm="0">
                                          <p:val>
                                            <p:strVal val="#ppt_y+.1"/>
                                          </p:val>
                                        </p:tav>
                                        <p:tav tm="100000">
                                          <p:val>
                                            <p:strVal val="#ppt_y"/>
                                          </p:val>
                                        </p:tav>
                                      </p:tavLst>
                                    </p:anim>
                                  </p:childTnLst>
                                </p:cTn>
                              </p:par>
                            </p:childTnLst>
                          </p:cTn>
                        </p:par>
                      </p:childTnLst>
                    </p:cTn>
                  </p:par>
                  <p:par>
                    <p:cTn id="85" fill="hold">
                      <p:stCondLst>
                        <p:cond delay="indefinite"/>
                      </p:stCondLst>
                      <p:childTnLst>
                        <p:par>
                          <p:cTn id="86" fill="hold">
                            <p:stCondLst>
                              <p:cond delay="0"/>
                            </p:stCondLst>
                            <p:childTnLst>
                              <p:par>
                                <p:cTn id="87" presetID="42" presetClass="entr" presetSubtype="0" fill="hold" nodeType="clickEffect">
                                  <p:stCondLst>
                                    <p:cond delay="0"/>
                                  </p:stCondLst>
                                  <p:childTnLst>
                                    <p:set>
                                      <p:cBhvr>
                                        <p:cTn id="88" dur="1" fill="hold">
                                          <p:stCondLst>
                                            <p:cond delay="0"/>
                                          </p:stCondLst>
                                        </p:cTn>
                                        <p:tgtEl>
                                          <p:spTgt spid="51"/>
                                        </p:tgtEl>
                                        <p:attrNameLst>
                                          <p:attrName>style.visibility</p:attrName>
                                        </p:attrNameLst>
                                      </p:cBhvr>
                                      <p:to>
                                        <p:strVal val="visible"/>
                                      </p:to>
                                    </p:set>
                                    <p:animEffect transition="in" filter="fade">
                                      <p:cBhvr>
                                        <p:cTn id="89" dur="1000"/>
                                        <p:tgtEl>
                                          <p:spTgt spid="51"/>
                                        </p:tgtEl>
                                      </p:cBhvr>
                                    </p:animEffect>
                                    <p:anim calcmode="lin" valueType="num">
                                      <p:cBhvr>
                                        <p:cTn id="90" dur="1000" fill="hold"/>
                                        <p:tgtEl>
                                          <p:spTgt spid="51"/>
                                        </p:tgtEl>
                                        <p:attrNameLst>
                                          <p:attrName>ppt_x</p:attrName>
                                        </p:attrNameLst>
                                      </p:cBhvr>
                                      <p:tavLst>
                                        <p:tav tm="0">
                                          <p:val>
                                            <p:strVal val="#ppt_x"/>
                                          </p:val>
                                        </p:tav>
                                        <p:tav tm="100000">
                                          <p:val>
                                            <p:strVal val="#ppt_x"/>
                                          </p:val>
                                        </p:tav>
                                      </p:tavLst>
                                    </p:anim>
                                    <p:anim calcmode="lin" valueType="num">
                                      <p:cBhvr>
                                        <p:cTn id="91" dur="1000" fill="hold"/>
                                        <p:tgtEl>
                                          <p:spTgt spid="51"/>
                                        </p:tgtEl>
                                        <p:attrNameLst>
                                          <p:attrName>ppt_y</p:attrName>
                                        </p:attrNameLst>
                                      </p:cBhvr>
                                      <p:tavLst>
                                        <p:tav tm="0">
                                          <p:val>
                                            <p:strVal val="#ppt_y+.1"/>
                                          </p:val>
                                        </p:tav>
                                        <p:tav tm="100000">
                                          <p:val>
                                            <p:strVal val="#ppt_y"/>
                                          </p:val>
                                        </p:tav>
                                      </p:tavLst>
                                    </p:anim>
                                  </p:childTnLst>
                                </p:cTn>
                              </p:par>
                            </p:childTnLst>
                          </p:cTn>
                        </p:par>
                      </p:childTnLst>
                    </p:cTn>
                  </p:par>
                  <p:par>
                    <p:cTn id="92" fill="hold">
                      <p:stCondLst>
                        <p:cond delay="indefinite"/>
                      </p:stCondLst>
                      <p:childTnLst>
                        <p:par>
                          <p:cTn id="93" fill="hold">
                            <p:stCondLst>
                              <p:cond delay="0"/>
                            </p:stCondLst>
                            <p:childTnLst>
                              <p:par>
                                <p:cTn id="94" presetID="42" presetClass="entr" presetSubtype="0" fill="hold" grpId="0" nodeType="clickEffect">
                                  <p:stCondLst>
                                    <p:cond delay="0"/>
                                  </p:stCondLst>
                                  <p:childTnLst>
                                    <p:set>
                                      <p:cBhvr>
                                        <p:cTn id="95" dur="1" fill="hold">
                                          <p:stCondLst>
                                            <p:cond delay="0"/>
                                          </p:stCondLst>
                                        </p:cTn>
                                        <p:tgtEl>
                                          <p:spTgt spid="53"/>
                                        </p:tgtEl>
                                        <p:attrNameLst>
                                          <p:attrName>style.visibility</p:attrName>
                                        </p:attrNameLst>
                                      </p:cBhvr>
                                      <p:to>
                                        <p:strVal val="visible"/>
                                      </p:to>
                                    </p:set>
                                    <p:animEffect transition="in" filter="fade">
                                      <p:cBhvr>
                                        <p:cTn id="96" dur="1000"/>
                                        <p:tgtEl>
                                          <p:spTgt spid="53"/>
                                        </p:tgtEl>
                                      </p:cBhvr>
                                    </p:animEffect>
                                    <p:anim calcmode="lin" valueType="num">
                                      <p:cBhvr>
                                        <p:cTn id="97" dur="1000" fill="hold"/>
                                        <p:tgtEl>
                                          <p:spTgt spid="53"/>
                                        </p:tgtEl>
                                        <p:attrNameLst>
                                          <p:attrName>ppt_x</p:attrName>
                                        </p:attrNameLst>
                                      </p:cBhvr>
                                      <p:tavLst>
                                        <p:tav tm="0">
                                          <p:val>
                                            <p:strVal val="#ppt_x"/>
                                          </p:val>
                                        </p:tav>
                                        <p:tav tm="100000">
                                          <p:val>
                                            <p:strVal val="#ppt_x"/>
                                          </p:val>
                                        </p:tav>
                                      </p:tavLst>
                                    </p:anim>
                                    <p:anim calcmode="lin" valueType="num">
                                      <p:cBhvr>
                                        <p:cTn id="98" dur="1000" fill="hold"/>
                                        <p:tgtEl>
                                          <p:spTgt spid="53"/>
                                        </p:tgtEl>
                                        <p:attrNameLst>
                                          <p:attrName>ppt_y</p:attrName>
                                        </p:attrNameLst>
                                      </p:cBhvr>
                                      <p:tavLst>
                                        <p:tav tm="0">
                                          <p:val>
                                            <p:strVal val="#ppt_y+.1"/>
                                          </p:val>
                                        </p:tav>
                                        <p:tav tm="100000">
                                          <p:val>
                                            <p:strVal val="#ppt_y"/>
                                          </p:val>
                                        </p:tav>
                                      </p:tavLst>
                                    </p:anim>
                                  </p:childTnLst>
                                </p:cTn>
                              </p:par>
                            </p:childTnLst>
                          </p:cTn>
                        </p:par>
                      </p:childTnLst>
                    </p:cTn>
                  </p:par>
                  <p:par>
                    <p:cTn id="99" fill="hold">
                      <p:stCondLst>
                        <p:cond delay="indefinite"/>
                      </p:stCondLst>
                      <p:childTnLst>
                        <p:par>
                          <p:cTn id="100" fill="hold">
                            <p:stCondLst>
                              <p:cond delay="0"/>
                            </p:stCondLst>
                            <p:childTnLst>
                              <p:par>
                                <p:cTn id="101" presetID="42" presetClass="entr" presetSubtype="0" fill="hold" grpId="0" nodeType="clickEffect">
                                  <p:stCondLst>
                                    <p:cond delay="0"/>
                                  </p:stCondLst>
                                  <p:childTnLst>
                                    <p:set>
                                      <p:cBhvr>
                                        <p:cTn id="102" dur="1" fill="hold">
                                          <p:stCondLst>
                                            <p:cond delay="0"/>
                                          </p:stCondLst>
                                        </p:cTn>
                                        <p:tgtEl>
                                          <p:spTgt spid="54"/>
                                        </p:tgtEl>
                                        <p:attrNameLst>
                                          <p:attrName>style.visibility</p:attrName>
                                        </p:attrNameLst>
                                      </p:cBhvr>
                                      <p:to>
                                        <p:strVal val="visible"/>
                                      </p:to>
                                    </p:set>
                                    <p:animEffect transition="in" filter="fade">
                                      <p:cBhvr>
                                        <p:cTn id="103" dur="1000"/>
                                        <p:tgtEl>
                                          <p:spTgt spid="54"/>
                                        </p:tgtEl>
                                      </p:cBhvr>
                                    </p:animEffect>
                                    <p:anim calcmode="lin" valueType="num">
                                      <p:cBhvr>
                                        <p:cTn id="104" dur="1000" fill="hold"/>
                                        <p:tgtEl>
                                          <p:spTgt spid="54"/>
                                        </p:tgtEl>
                                        <p:attrNameLst>
                                          <p:attrName>ppt_x</p:attrName>
                                        </p:attrNameLst>
                                      </p:cBhvr>
                                      <p:tavLst>
                                        <p:tav tm="0">
                                          <p:val>
                                            <p:strVal val="#ppt_x"/>
                                          </p:val>
                                        </p:tav>
                                        <p:tav tm="100000">
                                          <p:val>
                                            <p:strVal val="#ppt_x"/>
                                          </p:val>
                                        </p:tav>
                                      </p:tavLst>
                                    </p:anim>
                                    <p:anim calcmode="lin" valueType="num">
                                      <p:cBhvr>
                                        <p:cTn id="105" dur="1000" fill="hold"/>
                                        <p:tgtEl>
                                          <p:spTgt spid="54"/>
                                        </p:tgtEl>
                                        <p:attrNameLst>
                                          <p:attrName>ppt_y</p:attrName>
                                        </p:attrNameLst>
                                      </p:cBhvr>
                                      <p:tavLst>
                                        <p:tav tm="0">
                                          <p:val>
                                            <p:strVal val="#ppt_y+.1"/>
                                          </p:val>
                                        </p:tav>
                                        <p:tav tm="100000">
                                          <p:val>
                                            <p:strVal val="#ppt_y"/>
                                          </p:val>
                                        </p:tav>
                                      </p:tavLst>
                                    </p:anim>
                                  </p:childTnLst>
                                </p:cTn>
                              </p:par>
                            </p:childTnLst>
                          </p:cTn>
                        </p:par>
                      </p:childTnLst>
                    </p:cTn>
                  </p:par>
                  <p:par>
                    <p:cTn id="106" fill="hold">
                      <p:stCondLst>
                        <p:cond delay="indefinite"/>
                      </p:stCondLst>
                      <p:childTnLst>
                        <p:par>
                          <p:cTn id="107" fill="hold">
                            <p:stCondLst>
                              <p:cond delay="0"/>
                            </p:stCondLst>
                            <p:childTnLst>
                              <p:par>
                                <p:cTn id="108" presetID="6" presetClass="entr" presetSubtype="16" fill="hold" nodeType="clickEffect">
                                  <p:stCondLst>
                                    <p:cond delay="0"/>
                                  </p:stCondLst>
                                  <p:childTnLst>
                                    <p:set>
                                      <p:cBhvr>
                                        <p:cTn id="109" dur="1" fill="hold">
                                          <p:stCondLst>
                                            <p:cond delay="0"/>
                                          </p:stCondLst>
                                        </p:cTn>
                                        <p:tgtEl>
                                          <p:spTgt spid="55"/>
                                        </p:tgtEl>
                                        <p:attrNameLst>
                                          <p:attrName>style.visibility</p:attrName>
                                        </p:attrNameLst>
                                      </p:cBhvr>
                                      <p:to>
                                        <p:strVal val="visible"/>
                                      </p:to>
                                    </p:set>
                                    <p:animEffect transition="in" filter="circle(in)">
                                      <p:cBhvr>
                                        <p:cTn id="110" dur="2000"/>
                                        <p:tgtEl>
                                          <p:spTgt spid="55"/>
                                        </p:tgtEl>
                                      </p:cBhvr>
                                    </p:animEffect>
                                  </p:childTnLst>
                                </p:cTn>
                              </p:par>
                            </p:childTnLst>
                          </p:cTn>
                        </p:par>
                      </p:childTnLst>
                    </p:cTn>
                  </p:par>
                  <p:par>
                    <p:cTn id="111" fill="hold">
                      <p:stCondLst>
                        <p:cond delay="indefinite"/>
                      </p:stCondLst>
                      <p:childTnLst>
                        <p:par>
                          <p:cTn id="112" fill="hold">
                            <p:stCondLst>
                              <p:cond delay="0"/>
                            </p:stCondLst>
                            <p:childTnLst>
                              <p:par>
                                <p:cTn id="113" presetID="42" presetClass="entr" presetSubtype="0" fill="hold" grpId="0" nodeType="clickEffect">
                                  <p:stCondLst>
                                    <p:cond delay="0"/>
                                  </p:stCondLst>
                                  <p:childTnLst>
                                    <p:set>
                                      <p:cBhvr>
                                        <p:cTn id="114" dur="1" fill="hold">
                                          <p:stCondLst>
                                            <p:cond delay="0"/>
                                          </p:stCondLst>
                                        </p:cTn>
                                        <p:tgtEl>
                                          <p:spTgt spid="57"/>
                                        </p:tgtEl>
                                        <p:attrNameLst>
                                          <p:attrName>style.visibility</p:attrName>
                                        </p:attrNameLst>
                                      </p:cBhvr>
                                      <p:to>
                                        <p:strVal val="visible"/>
                                      </p:to>
                                    </p:set>
                                    <p:animEffect transition="in" filter="fade">
                                      <p:cBhvr>
                                        <p:cTn id="115" dur="1000"/>
                                        <p:tgtEl>
                                          <p:spTgt spid="57"/>
                                        </p:tgtEl>
                                      </p:cBhvr>
                                    </p:animEffect>
                                    <p:anim calcmode="lin" valueType="num">
                                      <p:cBhvr>
                                        <p:cTn id="116" dur="1000" fill="hold"/>
                                        <p:tgtEl>
                                          <p:spTgt spid="57"/>
                                        </p:tgtEl>
                                        <p:attrNameLst>
                                          <p:attrName>ppt_x</p:attrName>
                                        </p:attrNameLst>
                                      </p:cBhvr>
                                      <p:tavLst>
                                        <p:tav tm="0">
                                          <p:val>
                                            <p:strVal val="#ppt_x"/>
                                          </p:val>
                                        </p:tav>
                                        <p:tav tm="100000">
                                          <p:val>
                                            <p:strVal val="#ppt_x"/>
                                          </p:val>
                                        </p:tav>
                                      </p:tavLst>
                                    </p:anim>
                                    <p:anim calcmode="lin" valueType="num">
                                      <p:cBhvr>
                                        <p:cTn id="117" dur="1000" fill="hold"/>
                                        <p:tgtEl>
                                          <p:spTgt spid="57"/>
                                        </p:tgtEl>
                                        <p:attrNameLst>
                                          <p:attrName>ppt_y</p:attrName>
                                        </p:attrNameLst>
                                      </p:cBhvr>
                                      <p:tavLst>
                                        <p:tav tm="0">
                                          <p:val>
                                            <p:strVal val="#ppt_y+.1"/>
                                          </p:val>
                                        </p:tav>
                                        <p:tav tm="100000">
                                          <p:val>
                                            <p:strVal val="#ppt_y"/>
                                          </p:val>
                                        </p:tav>
                                      </p:tavLst>
                                    </p:anim>
                                  </p:childTnLst>
                                </p:cTn>
                              </p:par>
                            </p:childTnLst>
                          </p:cTn>
                        </p:par>
                      </p:childTnLst>
                    </p:cTn>
                  </p:par>
                  <p:par>
                    <p:cTn id="118" fill="hold">
                      <p:stCondLst>
                        <p:cond delay="indefinite"/>
                      </p:stCondLst>
                      <p:childTnLst>
                        <p:par>
                          <p:cTn id="119" fill="hold">
                            <p:stCondLst>
                              <p:cond delay="0"/>
                            </p:stCondLst>
                            <p:childTnLst>
                              <p:par>
                                <p:cTn id="120" presetID="42" presetClass="entr" presetSubtype="0" fill="hold" nodeType="clickEffect">
                                  <p:stCondLst>
                                    <p:cond delay="0"/>
                                  </p:stCondLst>
                                  <p:childTnLst>
                                    <p:set>
                                      <p:cBhvr>
                                        <p:cTn id="121" dur="1" fill="hold">
                                          <p:stCondLst>
                                            <p:cond delay="0"/>
                                          </p:stCondLst>
                                        </p:cTn>
                                        <p:tgtEl>
                                          <p:spTgt spid="56"/>
                                        </p:tgtEl>
                                        <p:attrNameLst>
                                          <p:attrName>style.visibility</p:attrName>
                                        </p:attrNameLst>
                                      </p:cBhvr>
                                      <p:to>
                                        <p:strVal val="visible"/>
                                      </p:to>
                                    </p:set>
                                    <p:animEffect transition="in" filter="fade">
                                      <p:cBhvr>
                                        <p:cTn id="122" dur="1000"/>
                                        <p:tgtEl>
                                          <p:spTgt spid="56"/>
                                        </p:tgtEl>
                                      </p:cBhvr>
                                    </p:animEffect>
                                    <p:anim calcmode="lin" valueType="num">
                                      <p:cBhvr>
                                        <p:cTn id="123" dur="1000" fill="hold"/>
                                        <p:tgtEl>
                                          <p:spTgt spid="56"/>
                                        </p:tgtEl>
                                        <p:attrNameLst>
                                          <p:attrName>ppt_x</p:attrName>
                                        </p:attrNameLst>
                                      </p:cBhvr>
                                      <p:tavLst>
                                        <p:tav tm="0">
                                          <p:val>
                                            <p:strVal val="#ppt_x"/>
                                          </p:val>
                                        </p:tav>
                                        <p:tav tm="100000">
                                          <p:val>
                                            <p:strVal val="#ppt_x"/>
                                          </p:val>
                                        </p:tav>
                                      </p:tavLst>
                                    </p:anim>
                                    <p:anim calcmode="lin" valueType="num">
                                      <p:cBhvr>
                                        <p:cTn id="124" dur="1000" fill="hold"/>
                                        <p:tgtEl>
                                          <p:spTgt spid="56"/>
                                        </p:tgtEl>
                                        <p:attrNameLst>
                                          <p:attrName>ppt_y</p:attrName>
                                        </p:attrNameLst>
                                      </p:cBhvr>
                                      <p:tavLst>
                                        <p:tav tm="0">
                                          <p:val>
                                            <p:strVal val="#ppt_y+.1"/>
                                          </p:val>
                                        </p:tav>
                                        <p:tav tm="100000">
                                          <p:val>
                                            <p:strVal val="#ppt_y"/>
                                          </p:val>
                                        </p:tav>
                                      </p:tavLst>
                                    </p:anim>
                                  </p:childTnLst>
                                </p:cTn>
                              </p:par>
                            </p:childTnLst>
                          </p:cTn>
                        </p:par>
                      </p:childTnLst>
                    </p:cTn>
                  </p:par>
                  <p:par>
                    <p:cTn id="125" fill="hold">
                      <p:stCondLst>
                        <p:cond delay="indefinite"/>
                      </p:stCondLst>
                      <p:childTnLst>
                        <p:par>
                          <p:cTn id="126" fill="hold">
                            <p:stCondLst>
                              <p:cond delay="0"/>
                            </p:stCondLst>
                            <p:childTnLst>
                              <p:par>
                                <p:cTn id="127" presetID="42" presetClass="entr" presetSubtype="0" fill="hold" grpId="0" nodeType="clickEffect">
                                  <p:stCondLst>
                                    <p:cond delay="0"/>
                                  </p:stCondLst>
                                  <p:childTnLst>
                                    <p:set>
                                      <p:cBhvr>
                                        <p:cTn id="128" dur="1" fill="hold">
                                          <p:stCondLst>
                                            <p:cond delay="0"/>
                                          </p:stCondLst>
                                        </p:cTn>
                                        <p:tgtEl>
                                          <p:spTgt spid="58"/>
                                        </p:tgtEl>
                                        <p:attrNameLst>
                                          <p:attrName>style.visibility</p:attrName>
                                        </p:attrNameLst>
                                      </p:cBhvr>
                                      <p:to>
                                        <p:strVal val="visible"/>
                                      </p:to>
                                    </p:set>
                                    <p:animEffect transition="in" filter="fade">
                                      <p:cBhvr>
                                        <p:cTn id="129" dur="1000"/>
                                        <p:tgtEl>
                                          <p:spTgt spid="58"/>
                                        </p:tgtEl>
                                      </p:cBhvr>
                                    </p:animEffect>
                                    <p:anim calcmode="lin" valueType="num">
                                      <p:cBhvr>
                                        <p:cTn id="130" dur="1000" fill="hold"/>
                                        <p:tgtEl>
                                          <p:spTgt spid="58"/>
                                        </p:tgtEl>
                                        <p:attrNameLst>
                                          <p:attrName>ppt_x</p:attrName>
                                        </p:attrNameLst>
                                      </p:cBhvr>
                                      <p:tavLst>
                                        <p:tav tm="0">
                                          <p:val>
                                            <p:strVal val="#ppt_x"/>
                                          </p:val>
                                        </p:tav>
                                        <p:tav tm="100000">
                                          <p:val>
                                            <p:strVal val="#ppt_x"/>
                                          </p:val>
                                        </p:tav>
                                      </p:tavLst>
                                    </p:anim>
                                    <p:anim calcmode="lin" valueType="num">
                                      <p:cBhvr>
                                        <p:cTn id="131" dur="1000" fill="hold"/>
                                        <p:tgtEl>
                                          <p:spTgt spid="58"/>
                                        </p:tgtEl>
                                        <p:attrNameLst>
                                          <p:attrName>ppt_y</p:attrName>
                                        </p:attrNameLst>
                                      </p:cBhvr>
                                      <p:tavLst>
                                        <p:tav tm="0">
                                          <p:val>
                                            <p:strVal val="#ppt_y+.1"/>
                                          </p:val>
                                        </p:tav>
                                        <p:tav tm="100000">
                                          <p:val>
                                            <p:strVal val="#ppt_y"/>
                                          </p:val>
                                        </p:tav>
                                      </p:tavLst>
                                    </p:anim>
                                  </p:childTnLst>
                                </p:cTn>
                              </p:par>
                            </p:childTnLst>
                          </p:cTn>
                        </p:par>
                      </p:childTnLst>
                    </p:cTn>
                  </p:par>
                  <p:par>
                    <p:cTn id="132" fill="hold">
                      <p:stCondLst>
                        <p:cond delay="indefinite"/>
                      </p:stCondLst>
                      <p:childTnLst>
                        <p:par>
                          <p:cTn id="133" fill="hold">
                            <p:stCondLst>
                              <p:cond delay="0"/>
                            </p:stCondLst>
                            <p:childTnLst>
                              <p:par>
                                <p:cTn id="134" presetID="6" presetClass="entr" presetSubtype="16" fill="hold" nodeType="clickEffect">
                                  <p:stCondLst>
                                    <p:cond delay="0"/>
                                  </p:stCondLst>
                                  <p:childTnLst>
                                    <p:set>
                                      <p:cBhvr>
                                        <p:cTn id="135" dur="1" fill="hold">
                                          <p:stCondLst>
                                            <p:cond delay="0"/>
                                          </p:stCondLst>
                                        </p:cTn>
                                        <p:tgtEl>
                                          <p:spTgt spid="59"/>
                                        </p:tgtEl>
                                        <p:attrNameLst>
                                          <p:attrName>style.visibility</p:attrName>
                                        </p:attrNameLst>
                                      </p:cBhvr>
                                      <p:to>
                                        <p:strVal val="visible"/>
                                      </p:to>
                                    </p:set>
                                    <p:animEffect transition="in" filter="circle(in)">
                                      <p:cBhvr>
                                        <p:cTn id="136" dur="2000"/>
                                        <p:tgtEl>
                                          <p:spTgt spid="59"/>
                                        </p:tgtEl>
                                      </p:cBhvr>
                                    </p:animEffect>
                                  </p:childTnLst>
                                </p:cTn>
                              </p:par>
                            </p:childTnLst>
                          </p:cTn>
                        </p:par>
                      </p:childTnLst>
                    </p:cTn>
                  </p:par>
                  <p:par>
                    <p:cTn id="137" fill="hold">
                      <p:stCondLst>
                        <p:cond delay="indefinite"/>
                      </p:stCondLst>
                      <p:childTnLst>
                        <p:par>
                          <p:cTn id="138" fill="hold">
                            <p:stCondLst>
                              <p:cond delay="0"/>
                            </p:stCondLst>
                            <p:childTnLst>
                              <p:par>
                                <p:cTn id="139" presetID="6" presetClass="entr" presetSubtype="16" fill="hold" nodeType="clickEffect">
                                  <p:stCondLst>
                                    <p:cond delay="0"/>
                                  </p:stCondLst>
                                  <p:childTnLst>
                                    <p:set>
                                      <p:cBhvr>
                                        <p:cTn id="140" dur="1" fill="hold">
                                          <p:stCondLst>
                                            <p:cond delay="0"/>
                                          </p:stCondLst>
                                        </p:cTn>
                                        <p:tgtEl>
                                          <p:spTgt spid="60"/>
                                        </p:tgtEl>
                                        <p:attrNameLst>
                                          <p:attrName>style.visibility</p:attrName>
                                        </p:attrNameLst>
                                      </p:cBhvr>
                                      <p:to>
                                        <p:strVal val="visible"/>
                                      </p:to>
                                    </p:set>
                                    <p:animEffect transition="in" filter="circle(in)">
                                      <p:cBhvr>
                                        <p:cTn id="141" dur="2000"/>
                                        <p:tgtEl>
                                          <p:spTgt spid="60"/>
                                        </p:tgtEl>
                                      </p:cBhvr>
                                    </p:animEffect>
                                  </p:childTnLst>
                                </p:cTn>
                              </p:par>
                            </p:childTnLst>
                          </p:cTn>
                        </p:par>
                      </p:childTnLst>
                    </p:cTn>
                  </p:par>
                  <p:par>
                    <p:cTn id="142" fill="hold">
                      <p:stCondLst>
                        <p:cond delay="indefinite"/>
                      </p:stCondLst>
                      <p:childTnLst>
                        <p:par>
                          <p:cTn id="143" fill="hold">
                            <p:stCondLst>
                              <p:cond delay="0"/>
                            </p:stCondLst>
                            <p:childTnLst>
                              <p:par>
                                <p:cTn id="144" presetID="42" presetClass="entr" presetSubtype="0" fill="hold" grpId="0" nodeType="clickEffect">
                                  <p:stCondLst>
                                    <p:cond delay="0"/>
                                  </p:stCondLst>
                                  <p:childTnLst>
                                    <p:set>
                                      <p:cBhvr>
                                        <p:cTn id="145" dur="1" fill="hold">
                                          <p:stCondLst>
                                            <p:cond delay="0"/>
                                          </p:stCondLst>
                                        </p:cTn>
                                        <p:tgtEl>
                                          <p:spTgt spid="61"/>
                                        </p:tgtEl>
                                        <p:attrNameLst>
                                          <p:attrName>style.visibility</p:attrName>
                                        </p:attrNameLst>
                                      </p:cBhvr>
                                      <p:to>
                                        <p:strVal val="visible"/>
                                      </p:to>
                                    </p:set>
                                    <p:animEffect transition="in" filter="fade">
                                      <p:cBhvr>
                                        <p:cTn id="146" dur="1000"/>
                                        <p:tgtEl>
                                          <p:spTgt spid="61"/>
                                        </p:tgtEl>
                                      </p:cBhvr>
                                    </p:animEffect>
                                    <p:anim calcmode="lin" valueType="num">
                                      <p:cBhvr>
                                        <p:cTn id="147" dur="1000" fill="hold"/>
                                        <p:tgtEl>
                                          <p:spTgt spid="61"/>
                                        </p:tgtEl>
                                        <p:attrNameLst>
                                          <p:attrName>ppt_x</p:attrName>
                                        </p:attrNameLst>
                                      </p:cBhvr>
                                      <p:tavLst>
                                        <p:tav tm="0">
                                          <p:val>
                                            <p:strVal val="#ppt_x"/>
                                          </p:val>
                                        </p:tav>
                                        <p:tav tm="100000">
                                          <p:val>
                                            <p:strVal val="#ppt_x"/>
                                          </p:val>
                                        </p:tav>
                                      </p:tavLst>
                                    </p:anim>
                                    <p:anim calcmode="lin" valueType="num">
                                      <p:cBhvr>
                                        <p:cTn id="148" dur="1000" fill="hold"/>
                                        <p:tgtEl>
                                          <p:spTgt spid="61"/>
                                        </p:tgtEl>
                                        <p:attrNameLst>
                                          <p:attrName>ppt_y</p:attrName>
                                        </p:attrNameLst>
                                      </p:cBhvr>
                                      <p:tavLst>
                                        <p:tav tm="0">
                                          <p:val>
                                            <p:strVal val="#ppt_y+.1"/>
                                          </p:val>
                                        </p:tav>
                                        <p:tav tm="100000">
                                          <p:val>
                                            <p:strVal val="#ppt_y"/>
                                          </p:val>
                                        </p:tav>
                                      </p:tavLst>
                                    </p:anim>
                                  </p:childTnLst>
                                </p:cTn>
                              </p:par>
                            </p:childTnLst>
                          </p:cTn>
                        </p:par>
                      </p:childTnLst>
                    </p:cTn>
                  </p:par>
                  <p:par>
                    <p:cTn id="149" fill="hold">
                      <p:stCondLst>
                        <p:cond delay="indefinite"/>
                      </p:stCondLst>
                      <p:childTnLst>
                        <p:par>
                          <p:cTn id="150" fill="hold">
                            <p:stCondLst>
                              <p:cond delay="0"/>
                            </p:stCondLst>
                            <p:childTnLst>
                              <p:par>
                                <p:cTn id="151" presetID="42" presetClass="entr" presetSubtype="0" fill="hold" nodeType="clickEffect">
                                  <p:stCondLst>
                                    <p:cond delay="0"/>
                                  </p:stCondLst>
                                  <p:childTnLst>
                                    <p:set>
                                      <p:cBhvr>
                                        <p:cTn id="152" dur="1" fill="hold">
                                          <p:stCondLst>
                                            <p:cond delay="0"/>
                                          </p:stCondLst>
                                        </p:cTn>
                                        <p:tgtEl>
                                          <p:spTgt spid="62"/>
                                        </p:tgtEl>
                                        <p:attrNameLst>
                                          <p:attrName>style.visibility</p:attrName>
                                        </p:attrNameLst>
                                      </p:cBhvr>
                                      <p:to>
                                        <p:strVal val="visible"/>
                                      </p:to>
                                    </p:set>
                                    <p:animEffect transition="in" filter="fade">
                                      <p:cBhvr>
                                        <p:cTn id="153" dur="1000"/>
                                        <p:tgtEl>
                                          <p:spTgt spid="62"/>
                                        </p:tgtEl>
                                      </p:cBhvr>
                                    </p:animEffect>
                                    <p:anim calcmode="lin" valueType="num">
                                      <p:cBhvr>
                                        <p:cTn id="154" dur="1000" fill="hold"/>
                                        <p:tgtEl>
                                          <p:spTgt spid="62"/>
                                        </p:tgtEl>
                                        <p:attrNameLst>
                                          <p:attrName>ppt_x</p:attrName>
                                        </p:attrNameLst>
                                      </p:cBhvr>
                                      <p:tavLst>
                                        <p:tav tm="0">
                                          <p:val>
                                            <p:strVal val="#ppt_x"/>
                                          </p:val>
                                        </p:tav>
                                        <p:tav tm="100000">
                                          <p:val>
                                            <p:strVal val="#ppt_x"/>
                                          </p:val>
                                        </p:tav>
                                      </p:tavLst>
                                    </p:anim>
                                    <p:anim calcmode="lin" valueType="num">
                                      <p:cBhvr>
                                        <p:cTn id="155" dur="1000" fill="hold"/>
                                        <p:tgtEl>
                                          <p:spTgt spid="62"/>
                                        </p:tgtEl>
                                        <p:attrNameLst>
                                          <p:attrName>ppt_y</p:attrName>
                                        </p:attrNameLst>
                                      </p:cBhvr>
                                      <p:tavLst>
                                        <p:tav tm="0">
                                          <p:val>
                                            <p:strVal val="#ppt_y+.1"/>
                                          </p:val>
                                        </p:tav>
                                        <p:tav tm="100000">
                                          <p:val>
                                            <p:strVal val="#ppt_y"/>
                                          </p:val>
                                        </p:tav>
                                      </p:tavLst>
                                    </p:anim>
                                  </p:childTnLst>
                                </p:cTn>
                              </p:par>
                            </p:childTnLst>
                          </p:cTn>
                        </p:par>
                      </p:childTnLst>
                    </p:cTn>
                  </p:par>
                  <p:par>
                    <p:cTn id="156" fill="hold">
                      <p:stCondLst>
                        <p:cond delay="indefinite"/>
                      </p:stCondLst>
                      <p:childTnLst>
                        <p:par>
                          <p:cTn id="157" fill="hold">
                            <p:stCondLst>
                              <p:cond delay="0"/>
                            </p:stCondLst>
                            <p:childTnLst>
                              <p:par>
                                <p:cTn id="158" presetID="42" presetClass="entr" presetSubtype="0" fill="hold" grpId="0" nodeType="clickEffect">
                                  <p:stCondLst>
                                    <p:cond delay="0"/>
                                  </p:stCondLst>
                                  <p:childTnLst>
                                    <p:set>
                                      <p:cBhvr>
                                        <p:cTn id="159" dur="1" fill="hold">
                                          <p:stCondLst>
                                            <p:cond delay="0"/>
                                          </p:stCondLst>
                                        </p:cTn>
                                        <p:tgtEl>
                                          <p:spTgt spid="63"/>
                                        </p:tgtEl>
                                        <p:attrNameLst>
                                          <p:attrName>style.visibility</p:attrName>
                                        </p:attrNameLst>
                                      </p:cBhvr>
                                      <p:to>
                                        <p:strVal val="visible"/>
                                      </p:to>
                                    </p:set>
                                    <p:animEffect transition="in" filter="fade">
                                      <p:cBhvr>
                                        <p:cTn id="160" dur="1000"/>
                                        <p:tgtEl>
                                          <p:spTgt spid="63"/>
                                        </p:tgtEl>
                                      </p:cBhvr>
                                    </p:animEffect>
                                    <p:anim calcmode="lin" valueType="num">
                                      <p:cBhvr>
                                        <p:cTn id="161" dur="1000" fill="hold"/>
                                        <p:tgtEl>
                                          <p:spTgt spid="63"/>
                                        </p:tgtEl>
                                        <p:attrNameLst>
                                          <p:attrName>ppt_x</p:attrName>
                                        </p:attrNameLst>
                                      </p:cBhvr>
                                      <p:tavLst>
                                        <p:tav tm="0">
                                          <p:val>
                                            <p:strVal val="#ppt_x"/>
                                          </p:val>
                                        </p:tav>
                                        <p:tav tm="100000">
                                          <p:val>
                                            <p:strVal val="#ppt_x"/>
                                          </p:val>
                                        </p:tav>
                                      </p:tavLst>
                                    </p:anim>
                                    <p:anim calcmode="lin" valueType="num">
                                      <p:cBhvr>
                                        <p:cTn id="162" dur="1000" fill="hold"/>
                                        <p:tgtEl>
                                          <p:spTgt spid="6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7" grpId="0"/>
      <p:bldP spid="38" grpId="0"/>
      <p:bldP spid="49" grpId="0"/>
      <p:bldP spid="52" grpId="0"/>
      <p:bldP spid="53" grpId="0"/>
      <p:bldP spid="54" grpId="0"/>
      <p:bldP spid="57" grpId="0"/>
      <p:bldP spid="58" grpId="0"/>
      <p:bldP spid="61" grpId="0"/>
      <p:bldP spid="63"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0C5F103E-B3FF-3A4C-ED51-2850E65BF3C0}"/>
              </a:ext>
            </a:extLst>
          </p:cNvPr>
          <p:cNvPicPr>
            <a:picLocks noChangeAspect="1"/>
          </p:cNvPicPr>
          <p:nvPr/>
        </p:nvPicPr>
        <p:blipFill>
          <a:blip r:embed="rId2"/>
          <a:stretch>
            <a:fillRect/>
          </a:stretch>
        </p:blipFill>
        <p:spPr>
          <a:xfrm>
            <a:off x="7749233" y="1408553"/>
            <a:ext cx="4334632" cy="3127519"/>
          </a:xfrm>
          <a:prstGeom prst="rect">
            <a:avLst/>
          </a:prstGeom>
        </p:spPr>
      </p:pic>
      <p:sp>
        <p:nvSpPr>
          <p:cNvPr id="2" name="TextBox 1">
            <a:extLst>
              <a:ext uri="{FF2B5EF4-FFF2-40B4-BE49-F238E27FC236}">
                <a16:creationId xmlns:a16="http://schemas.microsoft.com/office/drawing/2014/main" id="{5C1C25EE-615B-B35F-703F-ABA012920D79}"/>
              </a:ext>
            </a:extLst>
          </p:cNvPr>
          <p:cNvSpPr txBox="1"/>
          <p:nvPr/>
        </p:nvSpPr>
        <p:spPr>
          <a:xfrm>
            <a:off x="170687" y="121920"/>
            <a:ext cx="11863773" cy="2031325"/>
          </a:xfrm>
          <a:prstGeom prst="rect">
            <a:avLst/>
          </a:prstGeom>
          <a:noFill/>
        </p:spPr>
        <p:txBody>
          <a:bodyPr wrap="square" rtlCol="0">
            <a:spAutoFit/>
          </a:bodyPr>
          <a:lstStyle/>
          <a:p>
            <a:r>
              <a:rPr lang="en-US" b="1" i="1">
                <a:solidFill>
                  <a:srgbClr val="FF0000"/>
                </a:solidFill>
              </a:rPr>
              <a:t>Bài tập 5.2. (Bài 2c trang 3+4).</a:t>
            </a:r>
            <a:r>
              <a:rPr lang="en-US"/>
              <a:t> Một chùm sáng đơn sắc có bước sóng </a:t>
            </a:r>
            <a:r>
              <a:rPr lang="en-US">
                <a:sym typeface="Symbol" panose="05050102010706020507" pitchFamily="18" charset="2"/>
              </a:rPr>
              <a:t> = 0,5 </a:t>
            </a:r>
            <a:r>
              <a:rPr lang="en-US"/>
              <a:t>m</a:t>
            </a:r>
            <a:r>
              <a:rPr lang="en-US">
                <a:sym typeface="Symbol" panose="05050102010706020507" pitchFamily="18" charset="2"/>
              </a:rPr>
              <a:t> chiếu vuông góc với một mặt của nêm không khí. Quan sát trong ánh sáng phản xạ, người ta đo được độ rộng của mỗi vân giao thoa là i = 0,5 mm.</a:t>
            </a:r>
            <a:r>
              <a:rPr lang="en-US"/>
              <a:t> </a:t>
            </a:r>
          </a:p>
          <a:p>
            <a:r>
              <a:rPr lang="en-US"/>
              <a:t>a) Xác định góc nghiêng của nêm.</a:t>
            </a:r>
          </a:p>
          <a:p>
            <a:pPr algn="just"/>
            <a:r>
              <a:rPr lang="en-US"/>
              <a:t>b) Chiếu đồng thời vào mặt nêm không khí hai chùm tia sáng đơn sắc có bước sóng lần lượt là </a:t>
            </a:r>
            <a:r>
              <a:rPr lang="en-US">
                <a:sym typeface="Symbol" panose="05050102010706020507" pitchFamily="18" charset="2"/>
              </a:rPr>
              <a:t></a:t>
            </a:r>
            <a:r>
              <a:rPr lang="en-US" baseline="-25000">
                <a:sym typeface="Symbol" panose="05050102010706020507" pitchFamily="18" charset="2"/>
              </a:rPr>
              <a:t>1</a:t>
            </a:r>
            <a:r>
              <a:rPr lang="en-US">
                <a:sym typeface="Symbol" panose="05050102010706020507" pitchFamily="18" charset="2"/>
              </a:rPr>
              <a:t> = 0,5 </a:t>
            </a:r>
            <a:r>
              <a:rPr lang="en-US"/>
              <a:t>m và </a:t>
            </a:r>
            <a:r>
              <a:rPr lang="en-US">
                <a:sym typeface="Symbol" panose="05050102010706020507" pitchFamily="18" charset="2"/>
              </a:rPr>
              <a:t></a:t>
            </a:r>
            <a:r>
              <a:rPr lang="en-US" baseline="-25000">
                <a:sym typeface="Symbol" panose="05050102010706020507" pitchFamily="18" charset="2"/>
              </a:rPr>
              <a:t>2</a:t>
            </a:r>
            <a:r>
              <a:rPr lang="en-US">
                <a:sym typeface="Symbol" panose="05050102010706020507" pitchFamily="18" charset="2"/>
              </a:rPr>
              <a:t> = 0,6 m. Tìm vị trí tại đó các vân tối cho bởi hai chùm sáng nói trên trùng nhau. Coi cạnh của bản mỏng nêm không khí là vân tối bậc không.</a:t>
            </a:r>
            <a:endParaRPr lang="en-US"/>
          </a:p>
          <a:p>
            <a:endParaRPr lang="en-US" b="1" i="1">
              <a:solidFill>
                <a:srgbClr val="FF0000"/>
              </a:solidFill>
            </a:endParaRPr>
          </a:p>
        </p:txBody>
      </p:sp>
      <p:sp>
        <p:nvSpPr>
          <p:cNvPr id="7" name="TextBox 6">
            <a:extLst>
              <a:ext uri="{FF2B5EF4-FFF2-40B4-BE49-F238E27FC236}">
                <a16:creationId xmlns:a16="http://schemas.microsoft.com/office/drawing/2014/main" id="{21EB8721-57EF-DDF0-5A0F-DDDBB047F17F}"/>
              </a:ext>
            </a:extLst>
          </p:cNvPr>
          <p:cNvSpPr txBox="1"/>
          <p:nvPr/>
        </p:nvSpPr>
        <p:spPr>
          <a:xfrm>
            <a:off x="3010208" y="1749144"/>
            <a:ext cx="1432560" cy="369332"/>
          </a:xfrm>
          <a:prstGeom prst="rect">
            <a:avLst/>
          </a:prstGeom>
          <a:noFill/>
        </p:spPr>
        <p:txBody>
          <a:bodyPr wrap="square" rtlCol="0">
            <a:spAutoFit/>
          </a:bodyPr>
          <a:lstStyle/>
          <a:p>
            <a:r>
              <a:rPr lang="en-US" b="1">
                <a:solidFill>
                  <a:srgbClr val="FF0000"/>
                </a:solidFill>
              </a:rPr>
              <a:t>LỜI GIẢI</a:t>
            </a:r>
          </a:p>
        </p:txBody>
      </p:sp>
      <p:sp>
        <p:nvSpPr>
          <p:cNvPr id="8" name="TextBox 7">
            <a:extLst>
              <a:ext uri="{FF2B5EF4-FFF2-40B4-BE49-F238E27FC236}">
                <a16:creationId xmlns:a16="http://schemas.microsoft.com/office/drawing/2014/main" id="{6BAF6854-A70A-FD54-1D2F-3437A0532AFC}"/>
              </a:ext>
            </a:extLst>
          </p:cNvPr>
          <p:cNvSpPr txBox="1"/>
          <p:nvPr/>
        </p:nvSpPr>
        <p:spPr>
          <a:xfrm>
            <a:off x="291647" y="2087656"/>
            <a:ext cx="8213559" cy="369332"/>
          </a:xfrm>
          <a:prstGeom prst="rect">
            <a:avLst/>
          </a:prstGeom>
          <a:noFill/>
        </p:spPr>
        <p:txBody>
          <a:bodyPr wrap="square">
            <a:spAutoFit/>
          </a:bodyPr>
          <a:lstStyle/>
          <a:p>
            <a:r>
              <a:rPr lang="en-US"/>
              <a:t>a) Gọi </a:t>
            </a:r>
            <a:r>
              <a:rPr lang="en-US">
                <a:sym typeface="Symbol" panose="05050102010706020507" pitchFamily="18" charset="2"/>
              </a:rPr>
              <a:t> là góc nghiêng của nêm, tức là góc nhị diện giữa hai bản thủy tinh G</a:t>
            </a:r>
            <a:r>
              <a:rPr lang="en-US" baseline="-25000">
                <a:sym typeface="Symbol" panose="05050102010706020507" pitchFamily="18" charset="2"/>
              </a:rPr>
              <a:t>1</a:t>
            </a:r>
            <a:r>
              <a:rPr lang="en-US">
                <a:sym typeface="Symbol" panose="05050102010706020507" pitchFamily="18" charset="2"/>
              </a:rPr>
              <a:t> và G</a:t>
            </a:r>
            <a:r>
              <a:rPr lang="en-US" baseline="-25000">
                <a:sym typeface="Symbol" panose="05050102010706020507" pitchFamily="18" charset="2"/>
              </a:rPr>
              <a:t>2</a:t>
            </a:r>
            <a:r>
              <a:rPr lang="en-US"/>
              <a:t>.</a:t>
            </a:r>
          </a:p>
        </p:txBody>
      </p:sp>
      <p:sp>
        <p:nvSpPr>
          <p:cNvPr id="9" name="TextBox 8">
            <a:extLst>
              <a:ext uri="{FF2B5EF4-FFF2-40B4-BE49-F238E27FC236}">
                <a16:creationId xmlns:a16="http://schemas.microsoft.com/office/drawing/2014/main" id="{59C8DC49-5DA3-0DD4-DDFA-FF3307541587}"/>
              </a:ext>
            </a:extLst>
          </p:cNvPr>
          <p:cNvSpPr txBox="1"/>
          <p:nvPr/>
        </p:nvSpPr>
        <p:spPr>
          <a:xfrm>
            <a:off x="291646" y="2422888"/>
            <a:ext cx="7984960" cy="646331"/>
          </a:xfrm>
          <a:prstGeom prst="rect">
            <a:avLst/>
          </a:prstGeom>
          <a:noFill/>
        </p:spPr>
        <p:txBody>
          <a:bodyPr wrap="square">
            <a:spAutoFit/>
          </a:bodyPr>
          <a:lstStyle/>
          <a:p>
            <a:r>
              <a:rPr lang="en-US"/>
              <a:t>Độ rộng i của mỗi vân giao thoa là khoảng cách giữa hai vân sáng (hoặc hai vân tối) kế tiếp nhau trên bản G</a:t>
            </a:r>
            <a:r>
              <a:rPr lang="en-US" baseline="-25000"/>
              <a:t>1</a:t>
            </a:r>
            <a:r>
              <a:rPr lang="en-US"/>
              <a:t>.</a:t>
            </a:r>
          </a:p>
        </p:txBody>
      </p:sp>
      <p:cxnSp>
        <p:nvCxnSpPr>
          <p:cNvPr id="13" name="Straight Connector 12">
            <a:extLst>
              <a:ext uri="{FF2B5EF4-FFF2-40B4-BE49-F238E27FC236}">
                <a16:creationId xmlns:a16="http://schemas.microsoft.com/office/drawing/2014/main" id="{F9514A1F-46C7-7F78-00CF-869CD08695DB}"/>
              </a:ext>
            </a:extLst>
          </p:cNvPr>
          <p:cNvCxnSpPr>
            <a:cxnSpLocks/>
          </p:cNvCxnSpPr>
          <p:nvPr/>
        </p:nvCxnSpPr>
        <p:spPr>
          <a:xfrm flipV="1">
            <a:off x="9530283" y="3645558"/>
            <a:ext cx="0" cy="397042"/>
          </a:xfrm>
          <a:prstGeom prst="line">
            <a:avLst/>
          </a:prstGeom>
          <a:ln w="38100">
            <a:solidFill>
              <a:srgbClr val="FF3399"/>
            </a:solidFill>
          </a:ln>
        </p:spPr>
        <p:style>
          <a:lnRef idx="1">
            <a:schemeClr val="accent1"/>
          </a:lnRef>
          <a:fillRef idx="0">
            <a:schemeClr val="accent1"/>
          </a:fillRef>
          <a:effectRef idx="0">
            <a:schemeClr val="accent1"/>
          </a:effectRef>
          <a:fontRef idx="minor">
            <a:schemeClr val="tx1"/>
          </a:fontRef>
        </p:style>
      </p:cxnSp>
      <p:sp>
        <p:nvSpPr>
          <p:cNvPr id="15" name="TextBox 14">
            <a:extLst>
              <a:ext uri="{FF2B5EF4-FFF2-40B4-BE49-F238E27FC236}">
                <a16:creationId xmlns:a16="http://schemas.microsoft.com/office/drawing/2014/main" id="{CC4217C6-4B6A-5578-CDB1-6E561814B9AC}"/>
              </a:ext>
            </a:extLst>
          </p:cNvPr>
          <p:cNvSpPr txBox="1"/>
          <p:nvPr/>
        </p:nvSpPr>
        <p:spPr>
          <a:xfrm>
            <a:off x="9353819" y="3945514"/>
            <a:ext cx="886327" cy="369332"/>
          </a:xfrm>
          <a:prstGeom prst="rect">
            <a:avLst/>
          </a:prstGeom>
          <a:noFill/>
        </p:spPr>
        <p:txBody>
          <a:bodyPr wrap="square">
            <a:spAutoFit/>
          </a:bodyPr>
          <a:lstStyle/>
          <a:p>
            <a:r>
              <a:rPr lang="en-US" i="1">
                <a:solidFill>
                  <a:srgbClr val="FF3399"/>
                </a:solidFill>
              </a:rPr>
              <a:t>d</a:t>
            </a:r>
            <a:r>
              <a:rPr lang="en-US" i="1" baseline="-25000">
                <a:solidFill>
                  <a:srgbClr val="FF3399"/>
                </a:solidFill>
              </a:rPr>
              <a:t>k</a:t>
            </a:r>
            <a:endParaRPr lang="en-US" i="1">
              <a:solidFill>
                <a:srgbClr val="FF3399"/>
              </a:solidFill>
            </a:endParaRPr>
          </a:p>
        </p:txBody>
      </p:sp>
      <p:cxnSp>
        <p:nvCxnSpPr>
          <p:cNvPr id="16" name="Straight Connector 15">
            <a:extLst>
              <a:ext uri="{FF2B5EF4-FFF2-40B4-BE49-F238E27FC236}">
                <a16:creationId xmlns:a16="http://schemas.microsoft.com/office/drawing/2014/main" id="{53F9A794-6EB8-0519-4FFD-980981E39B0F}"/>
              </a:ext>
            </a:extLst>
          </p:cNvPr>
          <p:cNvCxnSpPr>
            <a:cxnSpLocks/>
          </p:cNvCxnSpPr>
          <p:nvPr/>
        </p:nvCxnSpPr>
        <p:spPr>
          <a:xfrm flipV="1">
            <a:off x="9933342" y="3485786"/>
            <a:ext cx="0" cy="576000"/>
          </a:xfrm>
          <a:prstGeom prst="line">
            <a:avLst/>
          </a:prstGeom>
          <a:ln w="38100">
            <a:solidFill>
              <a:srgbClr val="FF3399"/>
            </a:solidFill>
          </a:ln>
        </p:spPr>
        <p:style>
          <a:lnRef idx="1">
            <a:schemeClr val="accent1"/>
          </a:lnRef>
          <a:fillRef idx="0">
            <a:schemeClr val="accent1"/>
          </a:fillRef>
          <a:effectRef idx="0">
            <a:schemeClr val="accent1"/>
          </a:effectRef>
          <a:fontRef idx="minor">
            <a:schemeClr val="tx1"/>
          </a:fontRef>
        </p:style>
      </p:cxnSp>
      <p:sp>
        <p:nvSpPr>
          <p:cNvPr id="17" name="TextBox 16">
            <a:extLst>
              <a:ext uri="{FF2B5EF4-FFF2-40B4-BE49-F238E27FC236}">
                <a16:creationId xmlns:a16="http://schemas.microsoft.com/office/drawing/2014/main" id="{98DFC461-9629-0D97-326F-C8BD58C17C61}"/>
              </a:ext>
            </a:extLst>
          </p:cNvPr>
          <p:cNvSpPr txBox="1"/>
          <p:nvPr/>
        </p:nvSpPr>
        <p:spPr>
          <a:xfrm>
            <a:off x="9796982" y="4019983"/>
            <a:ext cx="886327" cy="369332"/>
          </a:xfrm>
          <a:prstGeom prst="rect">
            <a:avLst/>
          </a:prstGeom>
          <a:noFill/>
        </p:spPr>
        <p:txBody>
          <a:bodyPr wrap="square">
            <a:spAutoFit/>
          </a:bodyPr>
          <a:lstStyle/>
          <a:p>
            <a:r>
              <a:rPr lang="en-US" i="1">
                <a:solidFill>
                  <a:srgbClr val="FF3399"/>
                </a:solidFill>
              </a:rPr>
              <a:t>d</a:t>
            </a:r>
            <a:r>
              <a:rPr lang="en-US" i="1" baseline="-25000">
                <a:solidFill>
                  <a:srgbClr val="FF3399"/>
                </a:solidFill>
              </a:rPr>
              <a:t>k+1</a:t>
            </a:r>
            <a:endParaRPr lang="en-US" i="1">
              <a:solidFill>
                <a:srgbClr val="FF3399"/>
              </a:solidFill>
            </a:endParaRPr>
          </a:p>
        </p:txBody>
      </p:sp>
      <p:cxnSp>
        <p:nvCxnSpPr>
          <p:cNvPr id="19" name="Straight Connector 18">
            <a:extLst>
              <a:ext uri="{FF2B5EF4-FFF2-40B4-BE49-F238E27FC236}">
                <a16:creationId xmlns:a16="http://schemas.microsoft.com/office/drawing/2014/main" id="{11E46105-53FB-9767-029E-009894718CE8}"/>
              </a:ext>
            </a:extLst>
          </p:cNvPr>
          <p:cNvCxnSpPr/>
          <p:nvPr/>
        </p:nvCxnSpPr>
        <p:spPr>
          <a:xfrm>
            <a:off x="9530283" y="3645558"/>
            <a:ext cx="2273970" cy="0"/>
          </a:xfrm>
          <a:prstGeom prst="line">
            <a:avLst/>
          </a:prstGeom>
          <a:ln>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20" name="Arc 19">
            <a:extLst>
              <a:ext uri="{FF2B5EF4-FFF2-40B4-BE49-F238E27FC236}">
                <a16:creationId xmlns:a16="http://schemas.microsoft.com/office/drawing/2014/main" id="{3039474D-F7D8-4437-0262-64F7657544FE}"/>
              </a:ext>
            </a:extLst>
          </p:cNvPr>
          <p:cNvSpPr/>
          <p:nvPr/>
        </p:nvSpPr>
        <p:spPr>
          <a:xfrm>
            <a:off x="9233941" y="3188358"/>
            <a:ext cx="914400" cy="914400"/>
          </a:xfrm>
          <a:prstGeom prst="arc">
            <a:avLst>
              <a:gd name="adj1" fmla="val 20196890"/>
              <a:gd name="adj2" fmla="val 0"/>
            </a:avLst>
          </a:prstGeom>
          <a:ln>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21" name="TextBox 20">
            <a:extLst>
              <a:ext uri="{FF2B5EF4-FFF2-40B4-BE49-F238E27FC236}">
                <a16:creationId xmlns:a16="http://schemas.microsoft.com/office/drawing/2014/main" id="{4BC0BED0-6B3B-A118-B9CA-E70F38377256}"/>
              </a:ext>
            </a:extLst>
          </p:cNvPr>
          <p:cNvSpPr txBox="1"/>
          <p:nvPr/>
        </p:nvSpPr>
        <p:spPr>
          <a:xfrm>
            <a:off x="10132610" y="3327534"/>
            <a:ext cx="1143000" cy="369332"/>
          </a:xfrm>
          <a:prstGeom prst="rect">
            <a:avLst/>
          </a:prstGeom>
          <a:noFill/>
        </p:spPr>
        <p:txBody>
          <a:bodyPr wrap="square" rtlCol="0">
            <a:spAutoFit/>
          </a:bodyPr>
          <a:lstStyle/>
          <a:p>
            <a:r>
              <a:rPr lang="en-US">
                <a:sym typeface="Symbol" panose="05050102010706020507" pitchFamily="18" charset="2"/>
              </a:rPr>
              <a:t></a:t>
            </a:r>
            <a:endParaRPr lang="en-US"/>
          </a:p>
        </p:txBody>
      </p:sp>
      <p:cxnSp>
        <p:nvCxnSpPr>
          <p:cNvPr id="23" name="Straight Connector 22">
            <a:extLst>
              <a:ext uri="{FF2B5EF4-FFF2-40B4-BE49-F238E27FC236}">
                <a16:creationId xmlns:a16="http://schemas.microsoft.com/office/drawing/2014/main" id="{D3F2D2D1-748B-77E3-E191-082155ECDCED}"/>
              </a:ext>
            </a:extLst>
          </p:cNvPr>
          <p:cNvCxnSpPr/>
          <p:nvPr/>
        </p:nvCxnSpPr>
        <p:spPr>
          <a:xfrm flipV="1">
            <a:off x="9554347" y="3497818"/>
            <a:ext cx="360000" cy="144000"/>
          </a:xfrm>
          <a:prstGeom prst="line">
            <a:avLst/>
          </a:prstGeom>
          <a:ln w="38100">
            <a:solidFill>
              <a:srgbClr val="FF3399"/>
            </a:solidFill>
          </a:ln>
        </p:spPr>
        <p:style>
          <a:lnRef idx="1">
            <a:schemeClr val="accent1"/>
          </a:lnRef>
          <a:fillRef idx="0">
            <a:schemeClr val="accent1"/>
          </a:fillRef>
          <a:effectRef idx="0">
            <a:schemeClr val="accent1"/>
          </a:effectRef>
          <a:fontRef idx="minor">
            <a:schemeClr val="tx1"/>
          </a:fontRef>
        </p:style>
      </p:cxnSp>
      <p:sp>
        <p:nvSpPr>
          <p:cNvPr id="24" name="TextBox 23">
            <a:extLst>
              <a:ext uri="{FF2B5EF4-FFF2-40B4-BE49-F238E27FC236}">
                <a16:creationId xmlns:a16="http://schemas.microsoft.com/office/drawing/2014/main" id="{8135C8D4-8994-CE14-7EA7-502604F1A90C}"/>
              </a:ext>
            </a:extLst>
          </p:cNvPr>
          <p:cNvSpPr txBox="1"/>
          <p:nvPr/>
        </p:nvSpPr>
        <p:spPr>
          <a:xfrm>
            <a:off x="9603967" y="3248804"/>
            <a:ext cx="360000" cy="369332"/>
          </a:xfrm>
          <a:prstGeom prst="rect">
            <a:avLst/>
          </a:prstGeom>
          <a:noFill/>
        </p:spPr>
        <p:txBody>
          <a:bodyPr wrap="square" rtlCol="0">
            <a:spAutoFit/>
          </a:bodyPr>
          <a:lstStyle/>
          <a:p>
            <a:r>
              <a:rPr lang="en-US" i="1"/>
              <a:t>i</a:t>
            </a:r>
          </a:p>
        </p:txBody>
      </p:sp>
      <p:sp>
        <p:nvSpPr>
          <p:cNvPr id="3" name="TextBox 2">
            <a:extLst>
              <a:ext uri="{FF2B5EF4-FFF2-40B4-BE49-F238E27FC236}">
                <a16:creationId xmlns:a16="http://schemas.microsoft.com/office/drawing/2014/main" id="{0539135A-FBC8-B6F0-793B-26A4DF1B4F21}"/>
              </a:ext>
            </a:extLst>
          </p:cNvPr>
          <p:cNvSpPr txBox="1"/>
          <p:nvPr/>
        </p:nvSpPr>
        <p:spPr>
          <a:xfrm>
            <a:off x="9353819" y="3342108"/>
            <a:ext cx="651894" cy="369332"/>
          </a:xfrm>
          <a:prstGeom prst="rect">
            <a:avLst/>
          </a:prstGeom>
          <a:noFill/>
        </p:spPr>
        <p:txBody>
          <a:bodyPr wrap="square" rtlCol="0">
            <a:spAutoFit/>
          </a:bodyPr>
          <a:lstStyle/>
          <a:p>
            <a:r>
              <a:rPr lang="en-US"/>
              <a:t>P</a:t>
            </a:r>
          </a:p>
        </p:txBody>
      </p:sp>
      <p:sp>
        <p:nvSpPr>
          <p:cNvPr id="4" name="TextBox 3">
            <a:extLst>
              <a:ext uri="{FF2B5EF4-FFF2-40B4-BE49-F238E27FC236}">
                <a16:creationId xmlns:a16="http://schemas.microsoft.com/office/drawing/2014/main" id="{7B5B058B-2223-81AE-0D6F-2A86FC7DD497}"/>
              </a:ext>
            </a:extLst>
          </p:cNvPr>
          <p:cNvSpPr txBox="1"/>
          <p:nvPr/>
        </p:nvSpPr>
        <p:spPr>
          <a:xfrm>
            <a:off x="9929914" y="3568096"/>
            <a:ext cx="651894" cy="369332"/>
          </a:xfrm>
          <a:prstGeom prst="rect">
            <a:avLst/>
          </a:prstGeom>
          <a:noFill/>
        </p:spPr>
        <p:txBody>
          <a:bodyPr wrap="square" rtlCol="0">
            <a:spAutoFit/>
          </a:bodyPr>
          <a:lstStyle/>
          <a:p>
            <a:r>
              <a:rPr lang="en-US"/>
              <a:t>Q</a:t>
            </a:r>
          </a:p>
        </p:txBody>
      </p:sp>
      <p:sp>
        <p:nvSpPr>
          <p:cNvPr id="5" name="TextBox 4">
            <a:extLst>
              <a:ext uri="{FF2B5EF4-FFF2-40B4-BE49-F238E27FC236}">
                <a16:creationId xmlns:a16="http://schemas.microsoft.com/office/drawing/2014/main" id="{14263285-C0FE-BB32-F947-749876294156}"/>
              </a:ext>
            </a:extLst>
          </p:cNvPr>
          <p:cNvSpPr txBox="1"/>
          <p:nvPr/>
        </p:nvSpPr>
        <p:spPr>
          <a:xfrm>
            <a:off x="9810416" y="3122950"/>
            <a:ext cx="651894" cy="369332"/>
          </a:xfrm>
          <a:prstGeom prst="rect">
            <a:avLst/>
          </a:prstGeom>
          <a:noFill/>
        </p:spPr>
        <p:txBody>
          <a:bodyPr wrap="square" rtlCol="0">
            <a:spAutoFit/>
          </a:bodyPr>
          <a:lstStyle/>
          <a:p>
            <a:r>
              <a:rPr lang="en-US"/>
              <a:t>R</a:t>
            </a:r>
          </a:p>
        </p:txBody>
      </p:sp>
      <p:graphicFrame>
        <p:nvGraphicFramePr>
          <p:cNvPr id="30" name="Object 29">
            <a:extLst>
              <a:ext uri="{FF2B5EF4-FFF2-40B4-BE49-F238E27FC236}">
                <a16:creationId xmlns:a16="http://schemas.microsoft.com/office/drawing/2014/main" id="{6E4653AC-28BF-417D-E43C-8FCABED7AEF1}"/>
              </a:ext>
            </a:extLst>
          </p:cNvPr>
          <p:cNvGraphicFramePr>
            <a:graphicFrameLocks noChangeAspect="1"/>
          </p:cNvGraphicFramePr>
          <p:nvPr>
            <p:extLst>
              <p:ext uri="{D42A27DB-BD31-4B8C-83A1-F6EECF244321}">
                <p14:modId xmlns:p14="http://schemas.microsoft.com/office/powerpoint/2010/main" val="3958229814"/>
              </p:ext>
            </p:extLst>
          </p:nvPr>
        </p:nvGraphicFramePr>
        <p:xfrm>
          <a:off x="639391" y="2793695"/>
          <a:ext cx="6839986" cy="958273"/>
        </p:xfrm>
        <a:graphic>
          <a:graphicData uri="http://schemas.openxmlformats.org/presentationml/2006/ole">
            <mc:AlternateContent xmlns:mc="http://schemas.openxmlformats.org/markup-compatibility/2006">
              <mc:Choice xmlns:v="urn:schemas-microsoft-com:vml" Requires="v">
                <p:oleObj name="Equation" r:id="rId3" imgW="4165560" imgH="596880" progId="Equation.DSMT4">
                  <p:embed/>
                </p:oleObj>
              </mc:Choice>
              <mc:Fallback>
                <p:oleObj name="Equation" r:id="rId3" imgW="4165560" imgH="596880" progId="Equation.DSMT4">
                  <p:embed/>
                  <p:pic>
                    <p:nvPicPr>
                      <p:cNvPr id="30" name="Object 29">
                        <a:extLst>
                          <a:ext uri="{FF2B5EF4-FFF2-40B4-BE49-F238E27FC236}">
                            <a16:creationId xmlns:a16="http://schemas.microsoft.com/office/drawing/2014/main" id="{6E4653AC-28BF-417D-E43C-8FCABED7AEF1}"/>
                          </a:ext>
                        </a:extLst>
                      </p:cNvPr>
                      <p:cNvPicPr>
                        <a:picLocks noChangeAspect="1" noChangeArrowheads="1"/>
                      </p:cNvPicPr>
                      <p:nvPr/>
                    </p:nvPicPr>
                    <p:blipFill>
                      <a:blip r:embed="rId4"/>
                      <a:srcRect/>
                      <a:stretch>
                        <a:fillRect/>
                      </a:stretch>
                    </p:blipFill>
                    <p:spPr bwMode="auto">
                      <a:xfrm>
                        <a:off x="639391" y="2793695"/>
                        <a:ext cx="6839986" cy="958273"/>
                      </a:xfrm>
                      <a:prstGeom prst="rect">
                        <a:avLst/>
                      </a:prstGeom>
                      <a:noFill/>
                      <a:ln>
                        <a:noFill/>
                      </a:ln>
                    </p:spPr>
                  </p:pic>
                </p:oleObj>
              </mc:Fallback>
            </mc:AlternateContent>
          </a:graphicData>
        </a:graphic>
      </p:graphicFrame>
      <p:graphicFrame>
        <p:nvGraphicFramePr>
          <p:cNvPr id="31" name="Object 30">
            <a:extLst>
              <a:ext uri="{FF2B5EF4-FFF2-40B4-BE49-F238E27FC236}">
                <a16:creationId xmlns:a16="http://schemas.microsoft.com/office/drawing/2014/main" id="{922AC16D-AA4E-A1D1-801E-01D1CE14B59E}"/>
              </a:ext>
            </a:extLst>
          </p:cNvPr>
          <p:cNvGraphicFramePr>
            <a:graphicFrameLocks noChangeAspect="1"/>
          </p:cNvGraphicFramePr>
          <p:nvPr>
            <p:extLst>
              <p:ext uri="{D42A27DB-BD31-4B8C-83A1-F6EECF244321}">
                <p14:modId xmlns:p14="http://schemas.microsoft.com/office/powerpoint/2010/main" val="1196020410"/>
              </p:ext>
            </p:extLst>
          </p:nvPr>
        </p:nvGraphicFramePr>
        <p:xfrm>
          <a:off x="650475" y="3675024"/>
          <a:ext cx="1919432" cy="363682"/>
        </p:xfrm>
        <a:graphic>
          <a:graphicData uri="http://schemas.openxmlformats.org/presentationml/2006/ole">
            <mc:AlternateContent xmlns:mc="http://schemas.openxmlformats.org/markup-compatibility/2006">
              <mc:Choice xmlns:v="urn:schemas-microsoft-com:vml" Requires="v">
                <p:oleObj name="Equation" r:id="rId5" imgW="1206360" imgH="228600" progId="Equation.DSMT4">
                  <p:embed/>
                </p:oleObj>
              </mc:Choice>
              <mc:Fallback>
                <p:oleObj name="Equation" r:id="rId5" imgW="1206360" imgH="228600" progId="Equation.DSMT4">
                  <p:embed/>
                  <p:pic>
                    <p:nvPicPr>
                      <p:cNvPr id="31" name="Object 30">
                        <a:extLst>
                          <a:ext uri="{FF2B5EF4-FFF2-40B4-BE49-F238E27FC236}">
                            <a16:creationId xmlns:a16="http://schemas.microsoft.com/office/drawing/2014/main" id="{922AC16D-AA4E-A1D1-801E-01D1CE14B59E}"/>
                          </a:ext>
                        </a:extLst>
                      </p:cNvPr>
                      <p:cNvPicPr/>
                      <p:nvPr/>
                    </p:nvPicPr>
                    <p:blipFill>
                      <a:blip r:embed="rId6"/>
                      <a:stretch>
                        <a:fillRect/>
                      </a:stretch>
                    </p:blipFill>
                    <p:spPr>
                      <a:xfrm>
                        <a:off x="650475" y="3675024"/>
                        <a:ext cx="1919432" cy="363682"/>
                      </a:xfrm>
                      <a:prstGeom prst="rect">
                        <a:avLst/>
                      </a:prstGeom>
                    </p:spPr>
                  </p:pic>
                </p:oleObj>
              </mc:Fallback>
            </mc:AlternateContent>
          </a:graphicData>
        </a:graphic>
      </p:graphicFrame>
      <p:sp>
        <p:nvSpPr>
          <p:cNvPr id="32" name="TextBox 31">
            <a:extLst>
              <a:ext uri="{FF2B5EF4-FFF2-40B4-BE49-F238E27FC236}">
                <a16:creationId xmlns:a16="http://schemas.microsoft.com/office/drawing/2014/main" id="{924A5AF0-1143-B41F-C367-6D9B743E1E95}"/>
              </a:ext>
            </a:extLst>
          </p:cNvPr>
          <p:cNvSpPr txBox="1"/>
          <p:nvPr/>
        </p:nvSpPr>
        <p:spPr>
          <a:xfrm>
            <a:off x="290629" y="3986520"/>
            <a:ext cx="7615296" cy="369332"/>
          </a:xfrm>
          <a:prstGeom prst="rect">
            <a:avLst/>
          </a:prstGeom>
          <a:noFill/>
        </p:spPr>
        <p:txBody>
          <a:bodyPr wrap="square">
            <a:spAutoFit/>
          </a:bodyPr>
          <a:lstStyle/>
          <a:p>
            <a:r>
              <a:rPr lang="en-US"/>
              <a:t>b) Vị trí mà tại đó có sự trùng nhau của vân tối hai chùm sáng khi: </a:t>
            </a:r>
          </a:p>
        </p:txBody>
      </p:sp>
      <p:graphicFrame>
        <p:nvGraphicFramePr>
          <p:cNvPr id="33" name="Object 32">
            <a:extLst>
              <a:ext uri="{FF2B5EF4-FFF2-40B4-BE49-F238E27FC236}">
                <a16:creationId xmlns:a16="http://schemas.microsoft.com/office/drawing/2014/main" id="{C0D62537-ED44-2AAD-3C06-23F76AD0B99B}"/>
              </a:ext>
            </a:extLst>
          </p:cNvPr>
          <p:cNvGraphicFramePr>
            <a:graphicFrameLocks noChangeAspect="1"/>
          </p:cNvGraphicFramePr>
          <p:nvPr>
            <p:extLst>
              <p:ext uri="{D42A27DB-BD31-4B8C-83A1-F6EECF244321}">
                <p14:modId xmlns:p14="http://schemas.microsoft.com/office/powerpoint/2010/main" val="2139857501"/>
              </p:ext>
            </p:extLst>
          </p:nvPr>
        </p:nvGraphicFramePr>
        <p:xfrm>
          <a:off x="1908736" y="4278081"/>
          <a:ext cx="1862081" cy="679113"/>
        </p:xfrm>
        <a:graphic>
          <a:graphicData uri="http://schemas.openxmlformats.org/presentationml/2006/ole">
            <mc:AlternateContent xmlns:mc="http://schemas.openxmlformats.org/markup-compatibility/2006">
              <mc:Choice xmlns:v="urn:schemas-microsoft-com:vml" Requires="v">
                <p:oleObj name="Equation" r:id="rId7" imgW="1079280" imgH="393480" progId="Equation.DSMT4">
                  <p:embed/>
                </p:oleObj>
              </mc:Choice>
              <mc:Fallback>
                <p:oleObj name="Equation" r:id="rId7" imgW="1079280" imgH="393480" progId="Equation.DSMT4">
                  <p:embed/>
                  <p:pic>
                    <p:nvPicPr>
                      <p:cNvPr id="33" name="Object 32">
                        <a:extLst>
                          <a:ext uri="{FF2B5EF4-FFF2-40B4-BE49-F238E27FC236}">
                            <a16:creationId xmlns:a16="http://schemas.microsoft.com/office/drawing/2014/main" id="{C0D62537-ED44-2AAD-3C06-23F76AD0B99B}"/>
                          </a:ext>
                        </a:extLst>
                      </p:cNvPr>
                      <p:cNvPicPr/>
                      <p:nvPr/>
                    </p:nvPicPr>
                    <p:blipFill>
                      <a:blip r:embed="rId8"/>
                      <a:stretch>
                        <a:fillRect/>
                      </a:stretch>
                    </p:blipFill>
                    <p:spPr>
                      <a:xfrm>
                        <a:off x="1908736" y="4278081"/>
                        <a:ext cx="1862081" cy="679113"/>
                      </a:xfrm>
                      <a:prstGeom prst="rect">
                        <a:avLst/>
                      </a:prstGeom>
                    </p:spPr>
                  </p:pic>
                </p:oleObj>
              </mc:Fallback>
            </mc:AlternateContent>
          </a:graphicData>
        </a:graphic>
      </p:graphicFrame>
      <p:graphicFrame>
        <p:nvGraphicFramePr>
          <p:cNvPr id="34" name="Object 33">
            <a:extLst>
              <a:ext uri="{FF2B5EF4-FFF2-40B4-BE49-F238E27FC236}">
                <a16:creationId xmlns:a16="http://schemas.microsoft.com/office/drawing/2014/main" id="{C46A7332-53EA-AE9A-F8AA-AE9314E5627F}"/>
              </a:ext>
            </a:extLst>
          </p:cNvPr>
          <p:cNvGraphicFramePr>
            <a:graphicFrameLocks noChangeAspect="1"/>
          </p:cNvGraphicFramePr>
          <p:nvPr>
            <p:extLst>
              <p:ext uri="{D42A27DB-BD31-4B8C-83A1-F6EECF244321}">
                <p14:modId xmlns:p14="http://schemas.microsoft.com/office/powerpoint/2010/main" val="907765894"/>
              </p:ext>
            </p:extLst>
          </p:nvPr>
        </p:nvGraphicFramePr>
        <p:xfrm>
          <a:off x="3933900" y="4300008"/>
          <a:ext cx="2077284" cy="679113"/>
        </p:xfrm>
        <a:graphic>
          <a:graphicData uri="http://schemas.openxmlformats.org/presentationml/2006/ole">
            <mc:AlternateContent xmlns:mc="http://schemas.openxmlformats.org/markup-compatibility/2006">
              <mc:Choice xmlns:v="urn:schemas-microsoft-com:vml" Requires="v">
                <p:oleObj name="Equation" r:id="rId9" imgW="1320480" imgH="431640" progId="Equation.DSMT4">
                  <p:embed/>
                </p:oleObj>
              </mc:Choice>
              <mc:Fallback>
                <p:oleObj name="Equation" r:id="rId9" imgW="1320480" imgH="431640" progId="Equation.DSMT4">
                  <p:embed/>
                  <p:pic>
                    <p:nvPicPr>
                      <p:cNvPr id="34" name="Object 33">
                        <a:extLst>
                          <a:ext uri="{FF2B5EF4-FFF2-40B4-BE49-F238E27FC236}">
                            <a16:creationId xmlns:a16="http://schemas.microsoft.com/office/drawing/2014/main" id="{C46A7332-53EA-AE9A-F8AA-AE9314E5627F}"/>
                          </a:ext>
                        </a:extLst>
                      </p:cNvPr>
                      <p:cNvPicPr/>
                      <p:nvPr/>
                    </p:nvPicPr>
                    <p:blipFill>
                      <a:blip r:embed="rId10"/>
                      <a:stretch>
                        <a:fillRect/>
                      </a:stretch>
                    </p:blipFill>
                    <p:spPr>
                      <a:xfrm>
                        <a:off x="3933900" y="4300008"/>
                        <a:ext cx="2077284" cy="679113"/>
                      </a:xfrm>
                      <a:prstGeom prst="rect">
                        <a:avLst/>
                      </a:prstGeom>
                    </p:spPr>
                  </p:pic>
                </p:oleObj>
              </mc:Fallback>
            </mc:AlternateContent>
          </a:graphicData>
        </a:graphic>
      </p:graphicFrame>
      <p:sp>
        <p:nvSpPr>
          <p:cNvPr id="35" name="TextBox 34">
            <a:extLst>
              <a:ext uri="{FF2B5EF4-FFF2-40B4-BE49-F238E27FC236}">
                <a16:creationId xmlns:a16="http://schemas.microsoft.com/office/drawing/2014/main" id="{EDDDE65B-339B-D88E-1C0A-C19967C9C5C1}"/>
              </a:ext>
            </a:extLst>
          </p:cNvPr>
          <p:cNvSpPr txBox="1"/>
          <p:nvPr/>
        </p:nvSpPr>
        <p:spPr>
          <a:xfrm>
            <a:off x="290629" y="4887759"/>
            <a:ext cx="11233485" cy="369332"/>
          </a:xfrm>
          <a:prstGeom prst="rect">
            <a:avLst/>
          </a:prstGeom>
          <a:noFill/>
        </p:spPr>
        <p:txBody>
          <a:bodyPr wrap="square">
            <a:spAutoFit/>
          </a:bodyPr>
          <a:lstStyle/>
          <a:p>
            <a:r>
              <a:rPr lang="en-US"/>
              <a:t>Vị trí mà tại đó có sự trùng nhau của vân tối hai chùm sáng lần thứ nhất ứng với:  </a:t>
            </a:r>
          </a:p>
        </p:txBody>
      </p:sp>
      <p:graphicFrame>
        <p:nvGraphicFramePr>
          <p:cNvPr id="36" name="Object 35">
            <a:extLst>
              <a:ext uri="{FF2B5EF4-FFF2-40B4-BE49-F238E27FC236}">
                <a16:creationId xmlns:a16="http://schemas.microsoft.com/office/drawing/2014/main" id="{A9CB9402-D385-EAAC-AC50-9716D4DA4EA9}"/>
              </a:ext>
            </a:extLst>
          </p:cNvPr>
          <p:cNvGraphicFramePr>
            <a:graphicFrameLocks noChangeAspect="1"/>
          </p:cNvGraphicFramePr>
          <p:nvPr>
            <p:extLst>
              <p:ext uri="{D42A27DB-BD31-4B8C-83A1-F6EECF244321}">
                <p14:modId xmlns:p14="http://schemas.microsoft.com/office/powerpoint/2010/main" val="983462774"/>
              </p:ext>
            </p:extLst>
          </p:nvPr>
        </p:nvGraphicFramePr>
        <p:xfrm>
          <a:off x="7875417" y="4691441"/>
          <a:ext cx="741363" cy="742950"/>
        </p:xfrm>
        <a:graphic>
          <a:graphicData uri="http://schemas.openxmlformats.org/presentationml/2006/ole">
            <mc:AlternateContent xmlns:mc="http://schemas.openxmlformats.org/markup-compatibility/2006">
              <mc:Choice xmlns:v="urn:schemas-microsoft-com:vml" Requires="v">
                <p:oleObj name="Equation" r:id="rId11" imgW="482400" imgH="482400" progId="Equation.DSMT4">
                  <p:embed/>
                </p:oleObj>
              </mc:Choice>
              <mc:Fallback>
                <p:oleObj name="Equation" r:id="rId11" imgW="482400" imgH="482400" progId="Equation.DSMT4">
                  <p:embed/>
                  <p:pic>
                    <p:nvPicPr>
                      <p:cNvPr id="36" name="Object 35">
                        <a:extLst>
                          <a:ext uri="{FF2B5EF4-FFF2-40B4-BE49-F238E27FC236}">
                            <a16:creationId xmlns:a16="http://schemas.microsoft.com/office/drawing/2014/main" id="{A9CB9402-D385-EAAC-AC50-9716D4DA4EA9}"/>
                          </a:ext>
                        </a:extLst>
                      </p:cNvPr>
                      <p:cNvPicPr/>
                      <p:nvPr/>
                    </p:nvPicPr>
                    <p:blipFill>
                      <a:blip r:embed="rId12"/>
                      <a:stretch>
                        <a:fillRect/>
                      </a:stretch>
                    </p:blipFill>
                    <p:spPr>
                      <a:xfrm>
                        <a:off x="7875417" y="4691441"/>
                        <a:ext cx="741363" cy="742950"/>
                      </a:xfrm>
                      <a:prstGeom prst="rect">
                        <a:avLst/>
                      </a:prstGeom>
                    </p:spPr>
                  </p:pic>
                </p:oleObj>
              </mc:Fallback>
            </mc:AlternateContent>
          </a:graphicData>
        </a:graphic>
      </p:graphicFrame>
      <p:graphicFrame>
        <p:nvGraphicFramePr>
          <p:cNvPr id="37" name="Object 36">
            <a:extLst>
              <a:ext uri="{FF2B5EF4-FFF2-40B4-BE49-F238E27FC236}">
                <a16:creationId xmlns:a16="http://schemas.microsoft.com/office/drawing/2014/main" id="{711D06A8-4BBB-C1E2-8BC5-6F61F8689397}"/>
              </a:ext>
            </a:extLst>
          </p:cNvPr>
          <p:cNvGraphicFramePr>
            <a:graphicFrameLocks noChangeAspect="1"/>
          </p:cNvGraphicFramePr>
          <p:nvPr>
            <p:extLst>
              <p:ext uri="{D42A27DB-BD31-4B8C-83A1-F6EECF244321}">
                <p14:modId xmlns:p14="http://schemas.microsoft.com/office/powerpoint/2010/main" val="3912317059"/>
              </p:ext>
            </p:extLst>
          </p:nvPr>
        </p:nvGraphicFramePr>
        <p:xfrm>
          <a:off x="8844231" y="4768880"/>
          <a:ext cx="2068306" cy="593681"/>
        </p:xfrm>
        <a:graphic>
          <a:graphicData uri="http://schemas.openxmlformats.org/presentationml/2006/ole">
            <mc:AlternateContent xmlns:mc="http://schemas.openxmlformats.org/markup-compatibility/2006">
              <mc:Choice xmlns:v="urn:schemas-microsoft-com:vml" Requires="v">
                <p:oleObj name="Equation" r:id="rId13" imgW="1371600" imgH="393480" progId="Equation.DSMT4">
                  <p:embed/>
                </p:oleObj>
              </mc:Choice>
              <mc:Fallback>
                <p:oleObj name="Equation" r:id="rId13" imgW="1371600" imgH="393480" progId="Equation.DSMT4">
                  <p:embed/>
                  <p:pic>
                    <p:nvPicPr>
                      <p:cNvPr id="37" name="Object 36">
                        <a:extLst>
                          <a:ext uri="{FF2B5EF4-FFF2-40B4-BE49-F238E27FC236}">
                            <a16:creationId xmlns:a16="http://schemas.microsoft.com/office/drawing/2014/main" id="{711D06A8-4BBB-C1E2-8BC5-6F61F8689397}"/>
                          </a:ext>
                        </a:extLst>
                      </p:cNvPr>
                      <p:cNvPicPr/>
                      <p:nvPr/>
                    </p:nvPicPr>
                    <p:blipFill>
                      <a:blip r:embed="rId14"/>
                      <a:stretch>
                        <a:fillRect/>
                      </a:stretch>
                    </p:blipFill>
                    <p:spPr>
                      <a:xfrm>
                        <a:off x="8844231" y="4768880"/>
                        <a:ext cx="2068306" cy="593681"/>
                      </a:xfrm>
                      <a:prstGeom prst="rect">
                        <a:avLst/>
                      </a:prstGeom>
                    </p:spPr>
                  </p:pic>
                </p:oleObj>
              </mc:Fallback>
            </mc:AlternateContent>
          </a:graphicData>
        </a:graphic>
      </p:graphicFrame>
      <p:sp>
        <p:nvSpPr>
          <p:cNvPr id="38" name="TextBox 37">
            <a:extLst>
              <a:ext uri="{FF2B5EF4-FFF2-40B4-BE49-F238E27FC236}">
                <a16:creationId xmlns:a16="http://schemas.microsoft.com/office/drawing/2014/main" id="{9C3FC0D4-2277-682C-28DF-1960506B13A2}"/>
              </a:ext>
            </a:extLst>
          </p:cNvPr>
          <p:cNvSpPr txBox="1"/>
          <p:nvPr/>
        </p:nvSpPr>
        <p:spPr>
          <a:xfrm>
            <a:off x="290629" y="5434391"/>
            <a:ext cx="9117986" cy="369332"/>
          </a:xfrm>
          <a:prstGeom prst="rect">
            <a:avLst/>
          </a:prstGeom>
          <a:noFill/>
        </p:spPr>
        <p:txBody>
          <a:bodyPr wrap="square">
            <a:spAutoFit/>
          </a:bodyPr>
          <a:lstStyle/>
          <a:p>
            <a:r>
              <a:rPr lang="en-US"/>
              <a:t>Vậy những vị trí mà tại đó có sự trùng nhau của vân tối hai chùm sáng có bề dày d</a:t>
            </a:r>
            <a:r>
              <a:rPr lang="en-US" baseline="-25000"/>
              <a:t>k </a:t>
            </a:r>
            <a:r>
              <a:rPr lang="en-US"/>
              <a:t>thỏa mãn:  </a:t>
            </a:r>
          </a:p>
        </p:txBody>
      </p:sp>
      <p:graphicFrame>
        <p:nvGraphicFramePr>
          <p:cNvPr id="39" name="Object 38">
            <a:extLst>
              <a:ext uri="{FF2B5EF4-FFF2-40B4-BE49-F238E27FC236}">
                <a16:creationId xmlns:a16="http://schemas.microsoft.com/office/drawing/2014/main" id="{94C4280E-3036-FA4E-E382-F52E85DADC2A}"/>
              </a:ext>
            </a:extLst>
          </p:cNvPr>
          <p:cNvGraphicFramePr>
            <a:graphicFrameLocks noChangeAspect="1"/>
          </p:cNvGraphicFramePr>
          <p:nvPr>
            <p:extLst>
              <p:ext uri="{D42A27DB-BD31-4B8C-83A1-F6EECF244321}">
                <p14:modId xmlns:p14="http://schemas.microsoft.com/office/powerpoint/2010/main" val="1959933082"/>
              </p:ext>
            </p:extLst>
          </p:nvPr>
        </p:nvGraphicFramePr>
        <p:xfrm>
          <a:off x="9069278" y="5309494"/>
          <a:ext cx="2457738" cy="619125"/>
        </p:xfrm>
        <a:graphic>
          <a:graphicData uri="http://schemas.openxmlformats.org/presentationml/2006/ole">
            <mc:AlternateContent xmlns:mc="http://schemas.openxmlformats.org/markup-compatibility/2006">
              <mc:Choice xmlns:v="urn:schemas-microsoft-com:vml" Requires="v">
                <p:oleObj name="Equation" r:id="rId15" imgW="1562040" imgH="393480" progId="Equation.DSMT4">
                  <p:embed/>
                </p:oleObj>
              </mc:Choice>
              <mc:Fallback>
                <p:oleObj name="Equation" r:id="rId15" imgW="1562040" imgH="393480" progId="Equation.DSMT4">
                  <p:embed/>
                  <p:pic>
                    <p:nvPicPr>
                      <p:cNvPr id="39" name="Object 38">
                        <a:extLst>
                          <a:ext uri="{FF2B5EF4-FFF2-40B4-BE49-F238E27FC236}">
                            <a16:creationId xmlns:a16="http://schemas.microsoft.com/office/drawing/2014/main" id="{94C4280E-3036-FA4E-E382-F52E85DADC2A}"/>
                          </a:ext>
                        </a:extLst>
                      </p:cNvPr>
                      <p:cNvPicPr/>
                      <p:nvPr/>
                    </p:nvPicPr>
                    <p:blipFill>
                      <a:blip r:embed="rId16"/>
                      <a:stretch>
                        <a:fillRect/>
                      </a:stretch>
                    </p:blipFill>
                    <p:spPr>
                      <a:xfrm>
                        <a:off x="9069278" y="5309494"/>
                        <a:ext cx="2457738" cy="619125"/>
                      </a:xfrm>
                      <a:prstGeom prst="rect">
                        <a:avLst/>
                      </a:prstGeom>
                    </p:spPr>
                  </p:pic>
                </p:oleObj>
              </mc:Fallback>
            </mc:AlternateContent>
          </a:graphicData>
        </a:graphic>
      </p:graphicFrame>
      <p:sp>
        <p:nvSpPr>
          <p:cNvPr id="40" name="TextBox 39">
            <a:extLst>
              <a:ext uri="{FF2B5EF4-FFF2-40B4-BE49-F238E27FC236}">
                <a16:creationId xmlns:a16="http://schemas.microsoft.com/office/drawing/2014/main" id="{2039272B-9C82-1CD2-40E5-C9C9C9686B19}"/>
              </a:ext>
            </a:extLst>
          </p:cNvPr>
          <p:cNvSpPr txBox="1"/>
          <p:nvPr/>
        </p:nvSpPr>
        <p:spPr>
          <a:xfrm>
            <a:off x="8408853" y="5778083"/>
            <a:ext cx="793254" cy="369332"/>
          </a:xfrm>
          <a:prstGeom prst="rect">
            <a:avLst/>
          </a:prstGeom>
          <a:noFill/>
        </p:spPr>
        <p:txBody>
          <a:bodyPr wrap="square">
            <a:spAutoFit/>
          </a:bodyPr>
          <a:lstStyle/>
          <a:p>
            <a:r>
              <a:rPr lang="en-US"/>
              <a:t>Với: </a:t>
            </a:r>
          </a:p>
        </p:txBody>
      </p:sp>
      <p:graphicFrame>
        <p:nvGraphicFramePr>
          <p:cNvPr id="41" name="Object 40">
            <a:extLst>
              <a:ext uri="{FF2B5EF4-FFF2-40B4-BE49-F238E27FC236}">
                <a16:creationId xmlns:a16="http://schemas.microsoft.com/office/drawing/2014/main" id="{F02BA93F-2662-D3A3-6189-7FDDB5CA215B}"/>
              </a:ext>
            </a:extLst>
          </p:cNvPr>
          <p:cNvGraphicFramePr>
            <a:graphicFrameLocks noChangeAspect="1"/>
          </p:cNvGraphicFramePr>
          <p:nvPr>
            <p:extLst>
              <p:ext uri="{D42A27DB-BD31-4B8C-83A1-F6EECF244321}">
                <p14:modId xmlns:p14="http://schemas.microsoft.com/office/powerpoint/2010/main" val="470901481"/>
              </p:ext>
            </p:extLst>
          </p:nvPr>
        </p:nvGraphicFramePr>
        <p:xfrm>
          <a:off x="9013825" y="5815013"/>
          <a:ext cx="1984375" cy="369887"/>
        </p:xfrm>
        <a:graphic>
          <a:graphicData uri="http://schemas.openxmlformats.org/presentationml/2006/ole">
            <mc:AlternateContent xmlns:mc="http://schemas.openxmlformats.org/markup-compatibility/2006">
              <mc:Choice xmlns:v="urn:schemas-microsoft-com:vml" Requires="v">
                <p:oleObj name="Equation" r:id="rId17" imgW="1091880" imgH="203040" progId="Equation.DSMT4">
                  <p:embed/>
                </p:oleObj>
              </mc:Choice>
              <mc:Fallback>
                <p:oleObj name="Equation" r:id="rId17" imgW="1091880" imgH="203040" progId="Equation.DSMT4">
                  <p:embed/>
                  <p:pic>
                    <p:nvPicPr>
                      <p:cNvPr id="41" name="Object 40">
                        <a:extLst>
                          <a:ext uri="{FF2B5EF4-FFF2-40B4-BE49-F238E27FC236}">
                            <a16:creationId xmlns:a16="http://schemas.microsoft.com/office/drawing/2014/main" id="{F02BA93F-2662-D3A3-6189-7FDDB5CA215B}"/>
                          </a:ext>
                        </a:extLst>
                      </p:cNvPr>
                      <p:cNvPicPr/>
                      <p:nvPr/>
                    </p:nvPicPr>
                    <p:blipFill>
                      <a:blip r:embed="rId18"/>
                      <a:stretch>
                        <a:fillRect/>
                      </a:stretch>
                    </p:blipFill>
                    <p:spPr>
                      <a:xfrm>
                        <a:off x="9013825" y="5815013"/>
                        <a:ext cx="1984375" cy="369887"/>
                      </a:xfrm>
                      <a:prstGeom prst="rect">
                        <a:avLst/>
                      </a:prstGeom>
                    </p:spPr>
                  </p:pic>
                </p:oleObj>
              </mc:Fallback>
            </mc:AlternateContent>
          </a:graphicData>
        </a:graphic>
      </p:graphicFrame>
      <p:sp>
        <p:nvSpPr>
          <p:cNvPr id="10" name="TextBox 9">
            <a:extLst>
              <a:ext uri="{FF2B5EF4-FFF2-40B4-BE49-F238E27FC236}">
                <a16:creationId xmlns:a16="http://schemas.microsoft.com/office/drawing/2014/main" id="{15B7F900-E91E-9DEA-4C74-DE5A8D0E80DC}"/>
              </a:ext>
            </a:extLst>
          </p:cNvPr>
          <p:cNvSpPr txBox="1"/>
          <p:nvPr/>
        </p:nvSpPr>
        <p:spPr>
          <a:xfrm>
            <a:off x="271926" y="6223676"/>
            <a:ext cx="9692041" cy="369332"/>
          </a:xfrm>
          <a:prstGeom prst="rect">
            <a:avLst/>
          </a:prstGeom>
          <a:noFill/>
        </p:spPr>
        <p:txBody>
          <a:bodyPr wrap="square">
            <a:spAutoFit/>
          </a:bodyPr>
          <a:lstStyle/>
          <a:p>
            <a:r>
              <a:rPr lang="en-US"/>
              <a:t>Khi n = 0 thì d</a:t>
            </a:r>
            <a:r>
              <a:rPr lang="en-US" baseline="-25000"/>
              <a:t>k</a:t>
            </a:r>
            <a:r>
              <a:rPr lang="en-US"/>
              <a:t> = 0 ứng với vân tối bậc 0 của cả hai chùm sáng trùng nhau ở cạnh CC’ của nêm đã cho.</a:t>
            </a:r>
          </a:p>
        </p:txBody>
      </p:sp>
    </p:spTree>
    <p:extLst>
      <p:ext uri="{BB962C8B-B14F-4D97-AF65-F5344CB8AC3E}">
        <p14:creationId xmlns:p14="http://schemas.microsoft.com/office/powerpoint/2010/main" val="48425655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1000"/>
                                        <p:tgtEl>
                                          <p:spTgt spid="7"/>
                                        </p:tgtEl>
                                      </p:cBhvr>
                                    </p:animEffect>
                                    <p:anim calcmode="lin" valueType="num">
                                      <p:cBhvr>
                                        <p:cTn id="8" dur="1000" fill="hold"/>
                                        <p:tgtEl>
                                          <p:spTgt spid="7"/>
                                        </p:tgtEl>
                                        <p:attrNameLst>
                                          <p:attrName>ppt_x</p:attrName>
                                        </p:attrNameLst>
                                      </p:cBhvr>
                                      <p:tavLst>
                                        <p:tav tm="0">
                                          <p:val>
                                            <p:strVal val="#ppt_x"/>
                                          </p:val>
                                        </p:tav>
                                        <p:tav tm="100000">
                                          <p:val>
                                            <p:strVal val="#ppt_x"/>
                                          </p:val>
                                        </p:tav>
                                      </p:tavLst>
                                    </p:anim>
                                    <p:anim calcmode="lin" valueType="num">
                                      <p:cBhvr>
                                        <p:cTn id="9"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8"/>
                                        </p:tgtEl>
                                        <p:attrNameLst>
                                          <p:attrName>style.visibility</p:attrName>
                                        </p:attrNameLst>
                                      </p:cBhvr>
                                      <p:to>
                                        <p:strVal val="visible"/>
                                      </p:to>
                                    </p:set>
                                    <p:animEffect transition="in" filter="fade">
                                      <p:cBhvr>
                                        <p:cTn id="14" dur="1000"/>
                                        <p:tgtEl>
                                          <p:spTgt spid="8"/>
                                        </p:tgtEl>
                                      </p:cBhvr>
                                    </p:animEffect>
                                    <p:anim calcmode="lin" valueType="num">
                                      <p:cBhvr>
                                        <p:cTn id="15" dur="1000" fill="hold"/>
                                        <p:tgtEl>
                                          <p:spTgt spid="8"/>
                                        </p:tgtEl>
                                        <p:attrNameLst>
                                          <p:attrName>ppt_x</p:attrName>
                                        </p:attrNameLst>
                                      </p:cBhvr>
                                      <p:tavLst>
                                        <p:tav tm="0">
                                          <p:val>
                                            <p:strVal val="#ppt_x"/>
                                          </p:val>
                                        </p:tav>
                                        <p:tav tm="100000">
                                          <p:val>
                                            <p:strVal val="#ppt_x"/>
                                          </p:val>
                                        </p:tav>
                                      </p:tavLst>
                                    </p:anim>
                                    <p:anim calcmode="lin" valueType="num">
                                      <p:cBhvr>
                                        <p:cTn id="16"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9"/>
                                        </p:tgtEl>
                                        <p:attrNameLst>
                                          <p:attrName>style.visibility</p:attrName>
                                        </p:attrNameLst>
                                      </p:cBhvr>
                                      <p:to>
                                        <p:strVal val="visible"/>
                                      </p:to>
                                    </p:set>
                                    <p:animEffect transition="in" filter="fade">
                                      <p:cBhvr>
                                        <p:cTn id="21" dur="1000"/>
                                        <p:tgtEl>
                                          <p:spTgt spid="9"/>
                                        </p:tgtEl>
                                      </p:cBhvr>
                                    </p:animEffect>
                                    <p:anim calcmode="lin" valueType="num">
                                      <p:cBhvr>
                                        <p:cTn id="22" dur="1000" fill="hold"/>
                                        <p:tgtEl>
                                          <p:spTgt spid="9"/>
                                        </p:tgtEl>
                                        <p:attrNameLst>
                                          <p:attrName>ppt_x</p:attrName>
                                        </p:attrNameLst>
                                      </p:cBhvr>
                                      <p:tavLst>
                                        <p:tav tm="0">
                                          <p:val>
                                            <p:strVal val="#ppt_x"/>
                                          </p:val>
                                        </p:tav>
                                        <p:tav tm="100000">
                                          <p:val>
                                            <p:strVal val="#ppt_x"/>
                                          </p:val>
                                        </p:tav>
                                      </p:tavLst>
                                    </p:anim>
                                    <p:anim calcmode="lin" valueType="num">
                                      <p:cBhvr>
                                        <p:cTn id="23" dur="1000" fill="hold"/>
                                        <p:tgtEl>
                                          <p:spTgt spid="9"/>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6" presetClass="entr" presetSubtype="16" fill="hold" nodeType="clickEffect">
                                  <p:stCondLst>
                                    <p:cond delay="0"/>
                                  </p:stCondLst>
                                  <p:childTnLst>
                                    <p:set>
                                      <p:cBhvr>
                                        <p:cTn id="27" dur="1" fill="hold">
                                          <p:stCondLst>
                                            <p:cond delay="0"/>
                                          </p:stCondLst>
                                        </p:cTn>
                                        <p:tgtEl>
                                          <p:spTgt spid="13"/>
                                        </p:tgtEl>
                                        <p:attrNameLst>
                                          <p:attrName>style.visibility</p:attrName>
                                        </p:attrNameLst>
                                      </p:cBhvr>
                                      <p:to>
                                        <p:strVal val="visible"/>
                                      </p:to>
                                    </p:set>
                                    <p:animEffect transition="in" filter="circle(in)">
                                      <p:cBhvr>
                                        <p:cTn id="28" dur="2000"/>
                                        <p:tgtEl>
                                          <p:spTgt spid="13"/>
                                        </p:tgtEl>
                                      </p:cBhvr>
                                    </p:animEffect>
                                  </p:childTnLst>
                                </p:cTn>
                              </p:par>
                            </p:childTnLst>
                          </p:cTn>
                        </p:par>
                      </p:childTnLst>
                    </p:cTn>
                  </p:par>
                  <p:par>
                    <p:cTn id="29" fill="hold">
                      <p:stCondLst>
                        <p:cond delay="indefinite"/>
                      </p:stCondLst>
                      <p:childTnLst>
                        <p:par>
                          <p:cTn id="30" fill="hold">
                            <p:stCondLst>
                              <p:cond delay="0"/>
                            </p:stCondLst>
                            <p:childTnLst>
                              <p:par>
                                <p:cTn id="31" presetID="6" presetClass="entr" presetSubtype="16" fill="hold" grpId="0" nodeType="clickEffect">
                                  <p:stCondLst>
                                    <p:cond delay="0"/>
                                  </p:stCondLst>
                                  <p:childTnLst>
                                    <p:set>
                                      <p:cBhvr>
                                        <p:cTn id="32" dur="1" fill="hold">
                                          <p:stCondLst>
                                            <p:cond delay="0"/>
                                          </p:stCondLst>
                                        </p:cTn>
                                        <p:tgtEl>
                                          <p:spTgt spid="15"/>
                                        </p:tgtEl>
                                        <p:attrNameLst>
                                          <p:attrName>style.visibility</p:attrName>
                                        </p:attrNameLst>
                                      </p:cBhvr>
                                      <p:to>
                                        <p:strVal val="visible"/>
                                      </p:to>
                                    </p:set>
                                    <p:animEffect transition="in" filter="circle(in)">
                                      <p:cBhvr>
                                        <p:cTn id="33" dur="2000"/>
                                        <p:tgtEl>
                                          <p:spTgt spid="15"/>
                                        </p:tgtEl>
                                      </p:cBhvr>
                                    </p:animEffect>
                                  </p:childTnLst>
                                </p:cTn>
                              </p:par>
                            </p:childTnLst>
                          </p:cTn>
                        </p:par>
                      </p:childTnLst>
                    </p:cTn>
                  </p:par>
                  <p:par>
                    <p:cTn id="34" fill="hold">
                      <p:stCondLst>
                        <p:cond delay="indefinite"/>
                      </p:stCondLst>
                      <p:childTnLst>
                        <p:par>
                          <p:cTn id="35" fill="hold">
                            <p:stCondLst>
                              <p:cond delay="0"/>
                            </p:stCondLst>
                            <p:childTnLst>
                              <p:par>
                                <p:cTn id="36" presetID="6" presetClass="entr" presetSubtype="16" fill="hold" nodeType="clickEffect">
                                  <p:stCondLst>
                                    <p:cond delay="0"/>
                                  </p:stCondLst>
                                  <p:childTnLst>
                                    <p:set>
                                      <p:cBhvr>
                                        <p:cTn id="37" dur="1" fill="hold">
                                          <p:stCondLst>
                                            <p:cond delay="0"/>
                                          </p:stCondLst>
                                        </p:cTn>
                                        <p:tgtEl>
                                          <p:spTgt spid="16"/>
                                        </p:tgtEl>
                                        <p:attrNameLst>
                                          <p:attrName>style.visibility</p:attrName>
                                        </p:attrNameLst>
                                      </p:cBhvr>
                                      <p:to>
                                        <p:strVal val="visible"/>
                                      </p:to>
                                    </p:set>
                                    <p:animEffect transition="in" filter="circle(in)">
                                      <p:cBhvr>
                                        <p:cTn id="38" dur="2000"/>
                                        <p:tgtEl>
                                          <p:spTgt spid="16"/>
                                        </p:tgtEl>
                                      </p:cBhvr>
                                    </p:animEffect>
                                  </p:childTnLst>
                                </p:cTn>
                              </p:par>
                            </p:childTnLst>
                          </p:cTn>
                        </p:par>
                      </p:childTnLst>
                    </p:cTn>
                  </p:par>
                  <p:par>
                    <p:cTn id="39" fill="hold">
                      <p:stCondLst>
                        <p:cond delay="indefinite"/>
                      </p:stCondLst>
                      <p:childTnLst>
                        <p:par>
                          <p:cTn id="40" fill="hold">
                            <p:stCondLst>
                              <p:cond delay="0"/>
                            </p:stCondLst>
                            <p:childTnLst>
                              <p:par>
                                <p:cTn id="41" presetID="6" presetClass="entr" presetSubtype="16" fill="hold" grpId="0" nodeType="clickEffect">
                                  <p:stCondLst>
                                    <p:cond delay="0"/>
                                  </p:stCondLst>
                                  <p:childTnLst>
                                    <p:set>
                                      <p:cBhvr>
                                        <p:cTn id="42" dur="1" fill="hold">
                                          <p:stCondLst>
                                            <p:cond delay="0"/>
                                          </p:stCondLst>
                                        </p:cTn>
                                        <p:tgtEl>
                                          <p:spTgt spid="17"/>
                                        </p:tgtEl>
                                        <p:attrNameLst>
                                          <p:attrName>style.visibility</p:attrName>
                                        </p:attrNameLst>
                                      </p:cBhvr>
                                      <p:to>
                                        <p:strVal val="visible"/>
                                      </p:to>
                                    </p:set>
                                    <p:animEffect transition="in" filter="circle(in)">
                                      <p:cBhvr>
                                        <p:cTn id="43" dur="2000"/>
                                        <p:tgtEl>
                                          <p:spTgt spid="17"/>
                                        </p:tgtEl>
                                      </p:cBhvr>
                                    </p:animEffect>
                                  </p:childTnLst>
                                </p:cTn>
                              </p:par>
                            </p:childTnLst>
                          </p:cTn>
                        </p:par>
                      </p:childTnLst>
                    </p:cTn>
                  </p:par>
                  <p:par>
                    <p:cTn id="44" fill="hold">
                      <p:stCondLst>
                        <p:cond delay="indefinite"/>
                      </p:stCondLst>
                      <p:childTnLst>
                        <p:par>
                          <p:cTn id="45" fill="hold">
                            <p:stCondLst>
                              <p:cond delay="0"/>
                            </p:stCondLst>
                            <p:childTnLst>
                              <p:par>
                                <p:cTn id="46" presetID="6" presetClass="entr" presetSubtype="16" fill="hold" nodeType="clickEffect">
                                  <p:stCondLst>
                                    <p:cond delay="0"/>
                                  </p:stCondLst>
                                  <p:childTnLst>
                                    <p:set>
                                      <p:cBhvr>
                                        <p:cTn id="47" dur="1" fill="hold">
                                          <p:stCondLst>
                                            <p:cond delay="0"/>
                                          </p:stCondLst>
                                        </p:cTn>
                                        <p:tgtEl>
                                          <p:spTgt spid="19"/>
                                        </p:tgtEl>
                                        <p:attrNameLst>
                                          <p:attrName>style.visibility</p:attrName>
                                        </p:attrNameLst>
                                      </p:cBhvr>
                                      <p:to>
                                        <p:strVal val="visible"/>
                                      </p:to>
                                    </p:set>
                                    <p:animEffect transition="in" filter="circle(in)">
                                      <p:cBhvr>
                                        <p:cTn id="48" dur="2000"/>
                                        <p:tgtEl>
                                          <p:spTgt spid="19"/>
                                        </p:tgtEl>
                                      </p:cBhvr>
                                    </p:animEffect>
                                  </p:childTnLst>
                                </p:cTn>
                              </p:par>
                            </p:childTnLst>
                          </p:cTn>
                        </p:par>
                      </p:childTnLst>
                    </p:cTn>
                  </p:par>
                  <p:par>
                    <p:cTn id="49" fill="hold">
                      <p:stCondLst>
                        <p:cond delay="indefinite"/>
                      </p:stCondLst>
                      <p:childTnLst>
                        <p:par>
                          <p:cTn id="50" fill="hold">
                            <p:stCondLst>
                              <p:cond delay="0"/>
                            </p:stCondLst>
                            <p:childTnLst>
                              <p:par>
                                <p:cTn id="51" presetID="6" presetClass="entr" presetSubtype="16" fill="hold" grpId="0" nodeType="clickEffect">
                                  <p:stCondLst>
                                    <p:cond delay="0"/>
                                  </p:stCondLst>
                                  <p:childTnLst>
                                    <p:set>
                                      <p:cBhvr>
                                        <p:cTn id="52" dur="1" fill="hold">
                                          <p:stCondLst>
                                            <p:cond delay="0"/>
                                          </p:stCondLst>
                                        </p:cTn>
                                        <p:tgtEl>
                                          <p:spTgt spid="20"/>
                                        </p:tgtEl>
                                        <p:attrNameLst>
                                          <p:attrName>style.visibility</p:attrName>
                                        </p:attrNameLst>
                                      </p:cBhvr>
                                      <p:to>
                                        <p:strVal val="visible"/>
                                      </p:to>
                                    </p:set>
                                    <p:animEffect transition="in" filter="circle(in)">
                                      <p:cBhvr>
                                        <p:cTn id="53" dur="2000"/>
                                        <p:tgtEl>
                                          <p:spTgt spid="20"/>
                                        </p:tgtEl>
                                      </p:cBhvr>
                                    </p:animEffect>
                                  </p:childTnLst>
                                </p:cTn>
                              </p:par>
                            </p:childTnLst>
                          </p:cTn>
                        </p:par>
                      </p:childTnLst>
                    </p:cTn>
                  </p:par>
                  <p:par>
                    <p:cTn id="54" fill="hold">
                      <p:stCondLst>
                        <p:cond delay="indefinite"/>
                      </p:stCondLst>
                      <p:childTnLst>
                        <p:par>
                          <p:cTn id="55" fill="hold">
                            <p:stCondLst>
                              <p:cond delay="0"/>
                            </p:stCondLst>
                            <p:childTnLst>
                              <p:par>
                                <p:cTn id="56" presetID="6" presetClass="entr" presetSubtype="16" fill="hold" nodeType="clickEffect">
                                  <p:stCondLst>
                                    <p:cond delay="0"/>
                                  </p:stCondLst>
                                  <p:childTnLst>
                                    <p:set>
                                      <p:cBhvr>
                                        <p:cTn id="57" dur="1" fill="hold">
                                          <p:stCondLst>
                                            <p:cond delay="0"/>
                                          </p:stCondLst>
                                        </p:cTn>
                                        <p:tgtEl>
                                          <p:spTgt spid="23"/>
                                        </p:tgtEl>
                                        <p:attrNameLst>
                                          <p:attrName>style.visibility</p:attrName>
                                        </p:attrNameLst>
                                      </p:cBhvr>
                                      <p:to>
                                        <p:strVal val="visible"/>
                                      </p:to>
                                    </p:set>
                                    <p:animEffect transition="in" filter="circle(in)">
                                      <p:cBhvr>
                                        <p:cTn id="58" dur="2000"/>
                                        <p:tgtEl>
                                          <p:spTgt spid="23"/>
                                        </p:tgtEl>
                                      </p:cBhvr>
                                    </p:animEffect>
                                  </p:childTnLst>
                                </p:cTn>
                              </p:par>
                            </p:childTnLst>
                          </p:cTn>
                        </p:par>
                      </p:childTnLst>
                    </p:cTn>
                  </p:par>
                  <p:par>
                    <p:cTn id="59" fill="hold">
                      <p:stCondLst>
                        <p:cond delay="indefinite"/>
                      </p:stCondLst>
                      <p:childTnLst>
                        <p:par>
                          <p:cTn id="60" fill="hold">
                            <p:stCondLst>
                              <p:cond delay="0"/>
                            </p:stCondLst>
                            <p:childTnLst>
                              <p:par>
                                <p:cTn id="61" presetID="6" presetClass="entr" presetSubtype="16" fill="hold" grpId="0" nodeType="clickEffect">
                                  <p:stCondLst>
                                    <p:cond delay="0"/>
                                  </p:stCondLst>
                                  <p:childTnLst>
                                    <p:set>
                                      <p:cBhvr>
                                        <p:cTn id="62" dur="1" fill="hold">
                                          <p:stCondLst>
                                            <p:cond delay="0"/>
                                          </p:stCondLst>
                                        </p:cTn>
                                        <p:tgtEl>
                                          <p:spTgt spid="24"/>
                                        </p:tgtEl>
                                        <p:attrNameLst>
                                          <p:attrName>style.visibility</p:attrName>
                                        </p:attrNameLst>
                                      </p:cBhvr>
                                      <p:to>
                                        <p:strVal val="visible"/>
                                      </p:to>
                                    </p:set>
                                    <p:animEffect transition="in" filter="circle(in)">
                                      <p:cBhvr>
                                        <p:cTn id="63" dur="2000"/>
                                        <p:tgtEl>
                                          <p:spTgt spid="24"/>
                                        </p:tgtEl>
                                      </p:cBhvr>
                                    </p:animEffect>
                                  </p:childTnLst>
                                </p:cTn>
                              </p:par>
                            </p:childTnLst>
                          </p:cTn>
                        </p:par>
                      </p:childTnLst>
                    </p:cTn>
                  </p:par>
                  <p:par>
                    <p:cTn id="64" fill="hold">
                      <p:stCondLst>
                        <p:cond delay="indefinite"/>
                      </p:stCondLst>
                      <p:childTnLst>
                        <p:par>
                          <p:cTn id="65" fill="hold">
                            <p:stCondLst>
                              <p:cond delay="0"/>
                            </p:stCondLst>
                            <p:childTnLst>
                              <p:par>
                                <p:cTn id="66" presetID="6" presetClass="entr" presetSubtype="16" fill="hold" grpId="0" nodeType="clickEffect">
                                  <p:stCondLst>
                                    <p:cond delay="0"/>
                                  </p:stCondLst>
                                  <p:childTnLst>
                                    <p:set>
                                      <p:cBhvr>
                                        <p:cTn id="67" dur="1" fill="hold">
                                          <p:stCondLst>
                                            <p:cond delay="0"/>
                                          </p:stCondLst>
                                        </p:cTn>
                                        <p:tgtEl>
                                          <p:spTgt spid="21"/>
                                        </p:tgtEl>
                                        <p:attrNameLst>
                                          <p:attrName>style.visibility</p:attrName>
                                        </p:attrNameLst>
                                      </p:cBhvr>
                                      <p:to>
                                        <p:strVal val="visible"/>
                                      </p:to>
                                    </p:set>
                                    <p:animEffect transition="in" filter="circle(in)">
                                      <p:cBhvr>
                                        <p:cTn id="68" dur="2000"/>
                                        <p:tgtEl>
                                          <p:spTgt spid="21"/>
                                        </p:tgtEl>
                                      </p:cBhvr>
                                    </p:animEffect>
                                  </p:childTnLst>
                                </p:cTn>
                              </p:par>
                            </p:childTnLst>
                          </p:cTn>
                        </p:par>
                      </p:childTnLst>
                    </p:cTn>
                  </p:par>
                  <p:par>
                    <p:cTn id="69" fill="hold">
                      <p:stCondLst>
                        <p:cond delay="indefinite"/>
                      </p:stCondLst>
                      <p:childTnLst>
                        <p:par>
                          <p:cTn id="70" fill="hold">
                            <p:stCondLst>
                              <p:cond delay="0"/>
                            </p:stCondLst>
                            <p:childTnLst>
                              <p:par>
                                <p:cTn id="71" presetID="6" presetClass="entr" presetSubtype="16" fill="hold" grpId="0" nodeType="clickEffect">
                                  <p:stCondLst>
                                    <p:cond delay="0"/>
                                  </p:stCondLst>
                                  <p:childTnLst>
                                    <p:set>
                                      <p:cBhvr>
                                        <p:cTn id="72" dur="1" fill="hold">
                                          <p:stCondLst>
                                            <p:cond delay="0"/>
                                          </p:stCondLst>
                                        </p:cTn>
                                        <p:tgtEl>
                                          <p:spTgt spid="4"/>
                                        </p:tgtEl>
                                        <p:attrNameLst>
                                          <p:attrName>style.visibility</p:attrName>
                                        </p:attrNameLst>
                                      </p:cBhvr>
                                      <p:to>
                                        <p:strVal val="visible"/>
                                      </p:to>
                                    </p:set>
                                    <p:animEffect transition="in" filter="circle(in)">
                                      <p:cBhvr>
                                        <p:cTn id="73" dur="2000"/>
                                        <p:tgtEl>
                                          <p:spTgt spid="4"/>
                                        </p:tgtEl>
                                      </p:cBhvr>
                                    </p:animEffect>
                                  </p:childTnLst>
                                </p:cTn>
                              </p:par>
                              <p:par>
                                <p:cTn id="74" presetID="6" presetClass="entr" presetSubtype="16" fill="hold" grpId="0" nodeType="withEffect">
                                  <p:stCondLst>
                                    <p:cond delay="0"/>
                                  </p:stCondLst>
                                  <p:childTnLst>
                                    <p:set>
                                      <p:cBhvr>
                                        <p:cTn id="75" dur="1" fill="hold">
                                          <p:stCondLst>
                                            <p:cond delay="0"/>
                                          </p:stCondLst>
                                        </p:cTn>
                                        <p:tgtEl>
                                          <p:spTgt spid="3"/>
                                        </p:tgtEl>
                                        <p:attrNameLst>
                                          <p:attrName>style.visibility</p:attrName>
                                        </p:attrNameLst>
                                      </p:cBhvr>
                                      <p:to>
                                        <p:strVal val="visible"/>
                                      </p:to>
                                    </p:set>
                                    <p:animEffect transition="in" filter="circle(in)">
                                      <p:cBhvr>
                                        <p:cTn id="76" dur="2000"/>
                                        <p:tgtEl>
                                          <p:spTgt spid="3"/>
                                        </p:tgtEl>
                                      </p:cBhvr>
                                    </p:animEffect>
                                  </p:childTnLst>
                                </p:cTn>
                              </p:par>
                              <p:par>
                                <p:cTn id="77" presetID="6" presetClass="entr" presetSubtype="16" fill="hold" grpId="0" nodeType="withEffect">
                                  <p:stCondLst>
                                    <p:cond delay="0"/>
                                  </p:stCondLst>
                                  <p:childTnLst>
                                    <p:set>
                                      <p:cBhvr>
                                        <p:cTn id="78" dur="1" fill="hold">
                                          <p:stCondLst>
                                            <p:cond delay="0"/>
                                          </p:stCondLst>
                                        </p:cTn>
                                        <p:tgtEl>
                                          <p:spTgt spid="5"/>
                                        </p:tgtEl>
                                        <p:attrNameLst>
                                          <p:attrName>style.visibility</p:attrName>
                                        </p:attrNameLst>
                                      </p:cBhvr>
                                      <p:to>
                                        <p:strVal val="visible"/>
                                      </p:to>
                                    </p:set>
                                    <p:animEffect transition="in" filter="circle(in)">
                                      <p:cBhvr>
                                        <p:cTn id="79" dur="2000"/>
                                        <p:tgtEl>
                                          <p:spTgt spid="5"/>
                                        </p:tgtEl>
                                      </p:cBhvr>
                                    </p:animEffect>
                                  </p:childTnLst>
                                </p:cTn>
                              </p:par>
                            </p:childTnLst>
                          </p:cTn>
                        </p:par>
                      </p:childTnLst>
                    </p:cTn>
                  </p:par>
                  <p:par>
                    <p:cTn id="80" fill="hold">
                      <p:stCondLst>
                        <p:cond delay="indefinite"/>
                      </p:stCondLst>
                      <p:childTnLst>
                        <p:par>
                          <p:cTn id="81" fill="hold">
                            <p:stCondLst>
                              <p:cond delay="0"/>
                            </p:stCondLst>
                            <p:childTnLst>
                              <p:par>
                                <p:cTn id="82" presetID="42" presetClass="entr" presetSubtype="0" fill="hold" nodeType="clickEffect">
                                  <p:stCondLst>
                                    <p:cond delay="0"/>
                                  </p:stCondLst>
                                  <p:childTnLst>
                                    <p:set>
                                      <p:cBhvr>
                                        <p:cTn id="83" dur="1" fill="hold">
                                          <p:stCondLst>
                                            <p:cond delay="0"/>
                                          </p:stCondLst>
                                        </p:cTn>
                                        <p:tgtEl>
                                          <p:spTgt spid="30"/>
                                        </p:tgtEl>
                                        <p:attrNameLst>
                                          <p:attrName>style.visibility</p:attrName>
                                        </p:attrNameLst>
                                      </p:cBhvr>
                                      <p:to>
                                        <p:strVal val="visible"/>
                                      </p:to>
                                    </p:set>
                                    <p:animEffect transition="in" filter="fade">
                                      <p:cBhvr>
                                        <p:cTn id="84" dur="1000"/>
                                        <p:tgtEl>
                                          <p:spTgt spid="30"/>
                                        </p:tgtEl>
                                      </p:cBhvr>
                                    </p:animEffect>
                                    <p:anim calcmode="lin" valueType="num">
                                      <p:cBhvr>
                                        <p:cTn id="85" dur="1000" fill="hold"/>
                                        <p:tgtEl>
                                          <p:spTgt spid="30"/>
                                        </p:tgtEl>
                                        <p:attrNameLst>
                                          <p:attrName>ppt_x</p:attrName>
                                        </p:attrNameLst>
                                      </p:cBhvr>
                                      <p:tavLst>
                                        <p:tav tm="0">
                                          <p:val>
                                            <p:strVal val="#ppt_x"/>
                                          </p:val>
                                        </p:tav>
                                        <p:tav tm="100000">
                                          <p:val>
                                            <p:strVal val="#ppt_x"/>
                                          </p:val>
                                        </p:tav>
                                      </p:tavLst>
                                    </p:anim>
                                    <p:anim calcmode="lin" valueType="num">
                                      <p:cBhvr>
                                        <p:cTn id="86" dur="1000" fill="hold"/>
                                        <p:tgtEl>
                                          <p:spTgt spid="30"/>
                                        </p:tgtEl>
                                        <p:attrNameLst>
                                          <p:attrName>ppt_y</p:attrName>
                                        </p:attrNameLst>
                                      </p:cBhvr>
                                      <p:tavLst>
                                        <p:tav tm="0">
                                          <p:val>
                                            <p:strVal val="#ppt_y+.1"/>
                                          </p:val>
                                        </p:tav>
                                        <p:tav tm="100000">
                                          <p:val>
                                            <p:strVal val="#ppt_y"/>
                                          </p:val>
                                        </p:tav>
                                      </p:tavLst>
                                    </p:anim>
                                  </p:childTnLst>
                                </p:cTn>
                              </p:par>
                            </p:childTnLst>
                          </p:cTn>
                        </p:par>
                      </p:childTnLst>
                    </p:cTn>
                  </p:par>
                  <p:par>
                    <p:cTn id="87" fill="hold">
                      <p:stCondLst>
                        <p:cond delay="indefinite"/>
                      </p:stCondLst>
                      <p:childTnLst>
                        <p:par>
                          <p:cTn id="88" fill="hold">
                            <p:stCondLst>
                              <p:cond delay="0"/>
                            </p:stCondLst>
                            <p:childTnLst>
                              <p:par>
                                <p:cTn id="89" presetID="42" presetClass="entr" presetSubtype="0" fill="hold" nodeType="clickEffect">
                                  <p:stCondLst>
                                    <p:cond delay="0"/>
                                  </p:stCondLst>
                                  <p:childTnLst>
                                    <p:set>
                                      <p:cBhvr>
                                        <p:cTn id="90" dur="1" fill="hold">
                                          <p:stCondLst>
                                            <p:cond delay="0"/>
                                          </p:stCondLst>
                                        </p:cTn>
                                        <p:tgtEl>
                                          <p:spTgt spid="31"/>
                                        </p:tgtEl>
                                        <p:attrNameLst>
                                          <p:attrName>style.visibility</p:attrName>
                                        </p:attrNameLst>
                                      </p:cBhvr>
                                      <p:to>
                                        <p:strVal val="visible"/>
                                      </p:to>
                                    </p:set>
                                    <p:animEffect transition="in" filter="fade">
                                      <p:cBhvr>
                                        <p:cTn id="91" dur="1000"/>
                                        <p:tgtEl>
                                          <p:spTgt spid="31"/>
                                        </p:tgtEl>
                                      </p:cBhvr>
                                    </p:animEffect>
                                    <p:anim calcmode="lin" valueType="num">
                                      <p:cBhvr>
                                        <p:cTn id="92" dur="1000" fill="hold"/>
                                        <p:tgtEl>
                                          <p:spTgt spid="31"/>
                                        </p:tgtEl>
                                        <p:attrNameLst>
                                          <p:attrName>ppt_x</p:attrName>
                                        </p:attrNameLst>
                                      </p:cBhvr>
                                      <p:tavLst>
                                        <p:tav tm="0">
                                          <p:val>
                                            <p:strVal val="#ppt_x"/>
                                          </p:val>
                                        </p:tav>
                                        <p:tav tm="100000">
                                          <p:val>
                                            <p:strVal val="#ppt_x"/>
                                          </p:val>
                                        </p:tav>
                                      </p:tavLst>
                                    </p:anim>
                                    <p:anim calcmode="lin" valueType="num">
                                      <p:cBhvr>
                                        <p:cTn id="93" dur="1000" fill="hold"/>
                                        <p:tgtEl>
                                          <p:spTgt spid="31"/>
                                        </p:tgtEl>
                                        <p:attrNameLst>
                                          <p:attrName>ppt_y</p:attrName>
                                        </p:attrNameLst>
                                      </p:cBhvr>
                                      <p:tavLst>
                                        <p:tav tm="0">
                                          <p:val>
                                            <p:strVal val="#ppt_y+.1"/>
                                          </p:val>
                                        </p:tav>
                                        <p:tav tm="100000">
                                          <p:val>
                                            <p:strVal val="#ppt_y"/>
                                          </p:val>
                                        </p:tav>
                                      </p:tavLst>
                                    </p:anim>
                                  </p:childTnLst>
                                </p:cTn>
                              </p:par>
                            </p:childTnLst>
                          </p:cTn>
                        </p:par>
                      </p:childTnLst>
                    </p:cTn>
                  </p:par>
                  <p:par>
                    <p:cTn id="94" fill="hold">
                      <p:stCondLst>
                        <p:cond delay="indefinite"/>
                      </p:stCondLst>
                      <p:childTnLst>
                        <p:par>
                          <p:cTn id="95" fill="hold">
                            <p:stCondLst>
                              <p:cond delay="0"/>
                            </p:stCondLst>
                            <p:childTnLst>
                              <p:par>
                                <p:cTn id="96" presetID="42" presetClass="entr" presetSubtype="0" fill="hold" grpId="0" nodeType="clickEffect">
                                  <p:stCondLst>
                                    <p:cond delay="0"/>
                                  </p:stCondLst>
                                  <p:childTnLst>
                                    <p:set>
                                      <p:cBhvr>
                                        <p:cTn id="97" dur="1" fill="hold">
                                          <p:stCondLst>
                                            <p:cond delay="0"/>
                                          </p:stCondLst>
                                        </p:cTn>
                                        <p:tgtEl>
                                          <p:spTgt spid="32"/>
                                        </p:tgtEl>
                                        <p:attrNameLst>
                                          <p:attrName>style.visibility</p:attrName>
                                        </p:attrNameLst>
                                      </p:cBhvr>
                                      <p:to>
                                        <p:strVal val="visible"/>
                                      </p:to>
                                    </p:set>
                                    <p:animEffect transition="in" filter="fade">
                                      <p:cBhvr>
                                        <p:cTn id="98" dur="1000"/>
                                        <p:tgtEl>
                                          <p:spTgt spid="32"/>
                                        </p:tgtEl>
                                      </p:cBhvr>
                                    </p:animEffect>
                                    <p:anim calcmode="lin" valueType="num">
                                      <p:cBhvr>
                                        <p:cTn id="99" dur="1000" fill="hold"/>
                                        <p:tgtEl>
                                          <p:spTgt spid="32"/>
                                        </p:tgtEl>
                                        <p:attrNameLst>
                                          <p:attrName>ppt_x</p:attrName>
                                        </p:attrNameLst>
                                      </p:cBhvr>
                                      <p:tavLst>
                                        <p:tav tm="0">
                                          <p:val>
                                            <p:strVal val="#ppt_x"/>
                                          </p:val>
                                        </p:tav>
                                        <p:tav tm="100000">
                                          <p:val>
                                            <p:strVal val="#ppt_x"/>
                                          </p:val>
                                        </p:tav>
                                      </p:tavLst>
                                    </p:anim>
                                    <p:anim calcmode="lin" valueType="num">
                                      <p:cBhvr>
                                        <p:cTn id="100" dur="1000" fill="hold"/>
                                        <p:tgtEl>
                                          <p:spTgt spid="32"/>
                                        </p:tgtEl>
                                        <p:attrNameLst>
                                          <p:attrName>ppt_y</p:attrName>
                                        </p:attrNameLst>
                                      </p:cBhvr>
                                      <p:tavLst>
                                        <p:tav tm="0">
                                          <p:val>
                                            <p:strVal val="#ppt_y+.1"/>
                                          </p:val>
                                        </p:tav>
                                        <p:tav tm="100000">
                                          <p:val>
                                            <p:strVal val="#ppt_y"/>
                                          </p:val>
                                        </p:tav>
                                      </p:tavLst>
                                    </p:anim>
                                  </p:childTnLst>
                                </p:cTn>
                              </p:par>
                            </p:childTnLst>
                          </p:cTn>
                        </p:par>
                      </p:childTnLst>
                    </p:cTn>
                  </p:par>
                  <p:par>
                    <p:cTn id="101" fill="hold">
                      <p:stCondLst>
                        <p:cond delay="indefinite"/>
                      </p:stCondLst>
                      <p:childTnLst>
                        <p:par>
                          <p:cTn id="102" fill="hold">
                            <p:stCondLst>
                              <p:cond delay="0"/>
                            </p:stCondLst>
                            <p:childTnLst>
                              <p:par>
                                <p:cTn id="103" presetID="42" presetClass="entr" presetSubtype="0" fill="hold" nodeType="clickEffect">
                                  <p:stCondLst>
                                    <p:cond delay="0"/>
                                  </p:stCondLst>
                                  <p:childTnLst>
                                    <p:set>
                                      <p:cBhvr>
                                        <p:cTn id="104" dur="1" fill="hold">
                                          <p:stCondLst>
                                            <p:cond delay="0"/>
                                          </p:stCondLst>
                                        </p:cTn>
                                        <p:tgtEl>
                                          <p:spTgt spid="33"/>
                                        </p:tgtEl>
                                        <p:attrNameLst>
                                          <p:attrName>style.visibility</p:attrName>
                                        </p:attrNameLst>
                                      </p:cBhvr>
                                      <p:to>
                                        <p:strVal val="visible"/>
                                      </p:to>
                                    </p:set>
                                    <p:animEffect transition="in" filter="fade">
                                      <p:cBhvr>
                                        <p:cTn id="105" dur="1000"/>
                                        <p:tgtEl>
                                          <p:spTgt spid="33"/>
                                        </p:tgtEl>
                                      </p:cBhvr>
                                    </p:animEffect>
                                    <p:anim calcmode="lin" valueType="num">
                                      <p:cBhvr>
                                        <p:cTn id="106" dur="1000" fill="hold"/>
                                        <p:tgtEl>
                                          <p:spTgt spid="33"/>
                                        </p:tgtEl>
                                        <p:attrNameLst>
                                          <p:attrName>ppt_x</p:attrName>
                                        </p:attrNameLst>
                                      </p:cBhvr>
                                      <p:tavLst>
                                        <p:tav tm="0">
                                          <p:val>
                                            <p:strVal val="#ppt_x"/>
                                          </p:val>
                                        </p:tav>
                                        <p:tav tm="100000">
                                          <p:val>
                                            <p:strVal val="#ppt_x"/>
                                          </p:val>
                                        </p:tav>
                                      </p:tavLst>
                                    </p:anim>
                                    <p:anim calcmode="lin" valueType="num">
                                      <p:cBhvr>
                                        <p:cTn id="107" dur="1000" fill="hold"/>
                                        <p:tgtEl>
                                          <p:spTgt spid="33"/>
                                        </p:tgtEl>
                                        <p:attrNameLst>
                                          <p:attrName>ppt_y</p:attrName>
                                        </p:attrNameLst>
                                      </p:cBhvr>
                                      <p:tavLst>
                                        <p:tav tm="0">
                                          <p:val>
                                            <p:strVal val="#ppt_y+.1"/>
                                          </p:val>
                                        </p:tav>
                                        <p:tav tm="100000">
                                          <p:val>
                                            <p:strVal val="#ppt_y"/>
                                          </p:val>
                                        </p:tav>
                                      </p:tavLst>
                                    </p:anim>
                                  </p:childTnLst>
                                </p:cTn>
                              </p:par>
                            </p:childTnLst>
                          </p:cTn>
                        </p:par>
                      </p:childTnLst>
                    </p:cTn>
                  </p:par>
                  <p:par>
                    <p:cTn id="108" fill="hold">
                      <p:stCondLst>
                        <p:cond delay="indefinite"/>
                      </p:stCondLst>
                      <p:childTnLst>
                        <p:par>
                          <p:cTn id="109" fill="hold">
                            <p:stCondLst>
                              <p:cond delay="0"/>
                            </p:stCondLst>
                            <p:childTnLst>
                              <p:par>
                                <p:cTn id="110" presetID="42" presetClass="entr" presetSubtype="0" fill="hold" nodeType="clickEffect">
                                  <p:stCondLst>
                                    <p:cond delay="0"/>
                                  </p:stCondLst>
                                  <p:childTnLst>
                                    <p:set>
                                      <p:cBhvr>
                                        <p:cTn id="111" dur="1" fill="hold">
                                          <p:stCondLst>
                                            <p:cond delay="0"/>
                                          </p:stCondLst>
                                        </p:cTn>
                                        <p:tgtEl>
                                          <p:spTgt spid="34"/>
                                        </p:tgtEl>
                                        <p:attrNameLst>
                                          <p:attrName>style.visibility</p:attrName>
                                        </p:attrNameLst>
                                      </p:cBhvr>
                                      <p:to>
                                        <p:strVal val="visible"/>
                                      </p:to>
                                    </p:set>
                                    <p:animEffect transition="in" filter="fade">
                                      <p:cBhvr>
                                        <p:cTn id="112" dur="1000"/>
                                        <p:tgtEl>
                                          <p:spTgt spid="34"/>
                                        </p:tgtEl>
                                      </p:cBhvr>
                                    </p:animEffect>
                                    <p:anim calcmode="lin" valueType="num">
                                      <p:cBhvr>
                                        <p:cTn id="113" dur="1000" fill="hold"/>
                                        <p:tgtEl>
                                          <p:spTgt spid="34"/>
                                        </p:tgtEl>
                                        <p:attrNameLst>
                                          <p:attrName>ppt_x</p:attrName>
                                        </p:attrNameLst>
                                      </p:cBhvr>
                                      <p:tavLst>
                                        <p:tav tm="0">
                                          <p:val>
                                            <p:strVal val="#ppt_x"/>
                                          </p:val>
                                        </p:tav>
                                        <p:tav tm="100000">
                                          <p:val>
                                            <p:strVal val="#ppt_x"/>
                                          </p:val>
                                        </p:tav>
                                      </p:tavLst>
                                    </p:anim>
                                    <p:anim calcmode="lin" valueType="num">
                                      <p:cBhvr>
                                        <p:cTn id="114" dur="1000" fill="hold"/>
                                        <p:tgtEl>
                                          <p:spTgt spid="34"/>
                                        </p:tgtEl>
                                        <p:attrNameLst>
                                          <p:attrName>ppt_y</p:attrName>
                                        </p:attrNameLst>
                                      </p:cBhvr>
                                      <p:tavLst>
                                        <p:tav tm="0">
                                          <p:val>
                                            <p:strVal val="#ppt_y+.1"/>
                                          </p:val>
                                        </p:tav>
                                        <p:tav tm="100000">
                                          <p:val>
                                            <p:strVal val="#ppt_y"/>
                                          </p:val>
                                        </p:tav>
                                      </p:tavLst>
                                    </p:anim>
                                  </p:childTnLst>
                                </p:cTn>
                              </p:par>
                            </p:childTnLst>
                          </p:cTn>
                        </p:par>
                      </p:childTnLst>
                    </p:cTn>
                  </p:par>
                  <p:par>
                    <p:cTn id="115" fill="hold">
                      <p:stCondLst>
                        <p:cond delay="indefinite"/>
                      </p:stCondLst>
                      <p:childTnLst>
                        <p:par>
                          <p:cTn id="116" fill="hold">
                            <p:stCondLst>
                              <p:cond delay="0"/>
                            </p:stCondLst>
                            <p:childTnLst>
                              <p:par>
                                <p:cTn id="117" presetID="42" presetClass="entr" presetSubtype="0" fill="hold" grpId="0" nodeType="clickEffect">
                                  <p:stCondLst>
                                    <p:cond delay="0"/>
                                  </p:stCondLst>
                                  <p:childTnLst>
                                    <p:set>
                                      <p:cBhvr>
                                        <p:cTn id="118" dur="1" fill="hold">
                                          <p:stCondLst>
                                            <p:cond delay="0"/>
                                          </p:stCondLst>
                                        </p:cTn>
                                        <p:tgtEl>
                                          <p:spTgt spid="35"/>
                                        </p:tgtEl>
                                        <p:attrNameLst>
                                          <p:attrName>style.visibility</p:attrName>
                                        </p:attrNameLst>
                                      </p:cBhvr>
                                      <p:to>
                                        <p:strVal val="visible"/>
                                      </p:to>
                                    </p:set>
                                    <p:animEffect transition="in" filter="fade">
                                      <p:cBhvr>
                                        <p:cTn id="119" dur="1000"/>
                                        <p:tgtEl>
                                          <p:spTgt spid="35"/>
                                        </p:tgtEl>
                                      </p:cBhvr>
                                    </p:animEffect>
                                    <p:anim calcmode="lin" valueType="num">
                                      <p:cBhvr>
                                        <p:cTn id="120" dur="1000" fill="hold"/>
                                        <p:tgtEl>
                                          <p:spTgt spid="35"/>
                                        </p:tgtEl>
                                        <p:attrNameLst>
                                          <p:attrName>ppt_x</p:attrName>
                                        </p:attrNameLst>
                                      </p:cBhvr>
                                      <p:tavLst>
                                        <p:tav tm="0">
                                          <p:val>
                                            <p:strVal val="#ppt_x"/>
                                          </p:val>
                                        </p:tav>
                                        <p:tav tm="100000">
                                          <p:val>
                                            <p:strVal val="#ppt_x"/>
                                          </p:val>
                                        </p:tav>
                                      </p:tavLst>
                                    </p:anim>
                                    <p:anim calcmode="lin" valueType="num">
                                      <p:cBhvr>
                                        <p:cTn id="121" dur="1000" fill="hold"/>
                                        <p:tgtEl>
                                          <p:spTgt spid="35"/>
                                        </p:tgtEl>
                                        <p:attrNameLst>
                                          <p:attrName>ppt_y</p:attrName>
                                        </p:attrNameLst>
                                      </p:cBhvr>
                                      <p:tavLst>
                                        <p:tav tm="0">
                                          <p:val>
                                            <p:strVal val="#ppt_y+.1"/>
                                          </p:val>
                                        </p:tav>
                                        <p:tav tm="100000">
                                          <p:val>
                                            <p:strVal val="#ppt_y"/>
                                          </p:val>
                                        </p:tav>
                                      </p:tavLst>
                                    </p:anim>
                                  </p:childTnLst>
                                </p:cTn>
                              </p:par>
                            </p:childTnLst>
                          </p:cTn>
                        </p:par>
                      </p:childTnLst>
                    </p:cTn>
                  </p:par>
                  <p:par>
                    <p:cTn id="122" fill="hold">
                      <p:stCondLst>
                        <p:cond delay="indefinite"/>
                      </p:stCondLst>
                      <p:childTnLst>
                        <p:par>
                          <p:cTn id="123" fill="hold">
                            <p:stCondLst>
                              <p:cond delay="0"/>
                            </p:stCondLst>
                            <p:childTnLst>
                              <p:par>
                                <p:cTn id="124" presetID="42" presetClass="entr" presetSubtype="0" fill="hold" nodeType="clickEffect">
                                  <p:stCondLst>
                                    <p:cond delay="0"/>
                                  </p:stCondLst>
                                  <p:childTnLst>
                                    <p:set>
                                      <p:cBhvr>
                                        <p:cTn id="125" dur="1" fill="hold">
                                          <p:stCondLst>
                                            <p:cond delay="0"/>
                                          </p:stCondLst>
                                        </p:cTn>
                                        <p:tgtEl>
                                          <p:spTgt spid="36"/>
                                        </p:tgtEl>
                                        <p:attrNameLst>
                                          <p:attrName>style.visibility</p:attrName>
                                        </p:attrNameLst>
                                      </p:cBhvr>
                                      <p:to>
                                        <p:strVal val="visible"/>
                                      </p:to>
                                    </p:set>
                                    <p:animEffect transition="in" filter="fade">
                                      <p:cBhvr>
                                        <p:cTn id="126" dur="1000"/>
                                        <p:tgtEl>
                                          <p:spTgt spid="36"/>
                                        </p:tgtEl>
                                      </p:cBhvr>
                                    </p:animEffect>
                                    <p:anim calcmode="lin" valueType="num">
                                      <p:cBhvr>
                                        <p:cTn id="127" dur="1000" fill="hold"/>
                                        <p:tgtEl>
                                          <p:spTgt spid="36"/>
                                        </p:tgtEl>
                                        <p:attrNameLst>
                                          <p:attrName>ppt_x</p:attrName>
                                        </p:attrNameLst>
                                      </p:cBhvr>
                                      <p:tavLst>
                                        <p:tav tm="0">
                                          <p:val>
                                            <p:strVal val="#ppt_x"/>
                                          </p:val>
                                        </p:tav>
                                        <p:tav tm="100000">
                                          <p:val>
                                            <p:strVal val="#ppt_x"/>
                                          </p:val>
                                        </p:tav>
                                      </p:tavLst>
                                    </p:anim>
                                    <p:anim calcmode="lin" valueType="num">
                                      <p:cBhvr>
                                        <p:cTn id="128" dur="1000" fill="hold"/>
                                        <p:tgtEl>
                                          <p:spTgt spid="36"/>
                                        </p:tgtEl>
                                        <p:attrNameLst>
                                          <p:attrName>ppt_y</p:attrName>
                                        </p:attrNameLst>
                                      </p:cBhvr>
                                      <p:tavLst>
                                        <p:tav tm="0">
                                          <p:val>
                                            <p:strVal val="#ppt_y+.1"/>
                                          </p:val>
                                        </p:tav>
                                        <p:tav tm="100000">
                                          <p:val>
                                            <p:strVal val="#ppt_y"/>
                                          </p:val>
                                        </p:tav>
                                      </p:tavLst>
                                    </p:anim>
                                  </p:childTnLst>
                                </p:cTn>
                              </p:par>
                            </p:childTnLst>
                          </p:cTn>
                        </p:par>
                      </p:childTnLst>
                    </p:cTn>
                  </p:par>
                  <p:par>
                    <p:cTn id="129" fill="hold">
                      <p:stCondLst>
                        <p:cond delay="indefinite"/>
                      </p:stCondLst>
                      <p:childTnLst>
                        <p:par>
                          <p:cTn id="130" fill="hold">
                            <p:stCondLst>
                              <p:cond delay="0"/>
                            </p:stCondLst>
                            <p:childTnLst>
                              <p:par>
                                <p:cTn id="131" presetID="42" presetClass="entr" presetSubtype="0" fill="hold" nodeType="clickEffect">
                                  <p:stCondLst>
                                    <p:cond delay="0"/>
                                  </p:stCondLst>
                                  <p:childTnLst>
                                    <p:set>
                                      <p:cBhvr>
                                        <p:cTn id="132" dur="1" fill="hold">
                                          <p:stCondLst>
                                            <p:cond delay="0"/>
                                          </p:stCondLst>
                                        </p:cTn>
                                        <p:tgtEl>
                                          <p:spTgt spid="37"/>
                                        </p:tgtEl>
                                        <p:attrNameLst>
                                          <p:attrName>style.visibility</p:attrName>
                                        </p:attrNameLst>
                                      </p:cBhvr>
                                      <p:to>
                                        <p:strVal val="visible"/>
                                      </p:to>
                                    </p:set>
                                    <p:animEffect transition="in" filter="fade">
                                      <p:cBhvr>
                                        <p:cTn id="133" dur="1000"/>
                                        <p:tgtEl>
                                          <p:spTgt spid="37"/>
                                        </p:tgtEl>
                                      </p:cBhvr>
                                    </p:animEffect>
                                    <p:anim calcmode="lin" valueType="num">
                                      <p:cBhvr>
                                        <p:cTn id="134" dur="1000" fill="hold"/>
                                        <p:tgtEl>
                                          <p:spTgt spid="37"/>
                                        </p:tgtEl>
                                        <p:attrNameLst>
                                          <p:attrName>ppt_x</p:attrName>
                                        </p:attrNameLst>
                                      </p:cBhvr>
                                      <p:tavLst>
                                        <p:tav tm="0">
                                          <p:val>
                                            <p:strVal val="#ppt_x"/>
                                          </p:val>
                                        </p:tav>
                                        <p:tav tm="100000">
                                          <p:val>
                                            <p:strVal val="#ppt_x"/>
                                          </p:val>
                                        </p:tav>
                                      </p:tavLst>
                                    </p:anim>
                                    <p:anim calcmode="lin" valueType="num">
                                      <p:cBhvr>
                                        <p:cTn id="135" dur="1000" fill="hold"/>
                                        <p:tgtEl>
                                          <p:spTgt spid="37"/>
                                        </p:tgtEl>
                                        <p:attrNameLst>
                                          <p:attrName>ppt_y</p:attrName>
                                        </p:attrNameLst>
                                      </p:cBhvr>
                                      <p:tavLst>
                                        <p:tav tm="0">
                                          <p:val>
                                            <p:strVal val="#ppt_y+.1"/>
                                          </p:val>
                                        </p:tav>
                                        <p:tav tm="100000">
                                          <p:val>
                                            <p:strVal val="#ppt_y"/>
                                          </p:val>
                                        </p:tav>
                                      </p:tavLst>
                                    </p:anim>
                                  </p:childTnLst>
                                </p:cTn>
                              </p:par>
                            </p:childTnLst>
                          </p:cTn>
                        </p:par>
                      </p:childTnLst>
                    </p:cTn>
                  </p:par>
                  <p:par>
                    <p:cTn id="136" fill="hold">
                      <p:stCondLst>
                        <p:cond delay="indefinite"/>
                      </p:stCondLst>
                      <p:childTnLst>
                        <p:par>
                          <p:cTn id="137" fill="hold">
                            <p:stCondLst>
                              <p:cond delay="0"/>
                            </p:stCondLst>
                            <p:childTnLst>
                              <p:par>
                                <p:cTn id="138" presetID="42" presetClass="entr" presetSubtype="0" fill="hold" grpId="0" nodeType="clickEffect">
                                  <p:stCondLst>
                                    <p:cond delay="0"/>
                                  </p:stCondLst>
                                  <p:childTnLst>
                                    <p:set>
                                      <p:cBhvr>
                                        <p:cTn id="139" dur="1" fill="hold">
                                          <p:stCondLst>
                                            <p:cond delay="0"/>
                                          </p:stCondLst>
                                        </p:cTn>
                                        <p:tgtEl>
                                          <p:spTgt spid="38"/>
                                        </p:tgtEl>
                                        <p:attrNameLst>
                                          <p:attrName>style.visibility</p:attrName>
                                        </p:attrNameLst>
                                      </p:cBhvr>
                                      <p:to>
                                        <p:strVal val="visible"/>
                                      </p:to>
                                    </p:set>
                                    <p:animEffect transition="in" filter="fade">
                                      <p:cBhvr>
                                        <p:cTn id="140" dur="1000"/>
                                        <p:tgtEl>
                                          <p:spTgt spid="38"/>
                                        </p:tgtEl>
                                      </p:cBhvr>
                                    </p:animEffect>
                                    <p:anim calcmode="lin" valueType="num">
                                      <p:cBhvr>
                                        <p:cTn id="141" dur="1000" fill="hold"/>
                                        <p:tgtEl>
                                          <p:spTgt spid="38"/>
                                        </p:tgtEl>
                                        <p:attrNameLst>
                                          <p:attrName>ppt_x</p:attrName>
                                        </p:attrNameLst>
                                      </p:cBhvr>
                                      <p:tavLst>
                                        <p:tav tm="0">
                                          <p:val>
                                            <p:strVal val="#ppt_x"/>
                                          </p:val>
                                        </p:tav>
                                        <p:tav tm="100000">
                                          <p:val>
                                            <p:strVal val="#ppt_x"/>
                                          </p:val>
                                        </p:tav>
                                      </p:tavLst>
                                    </p:anim>
                                    <p:anim calcmode="lin" valueType="num">
                                      <p:cBhvr>
                                        <p:cTn id="142" dur="1000" fill="hold"/>
                                        <p:tgtEl>
                                          <p:spTgt spid="38"/>
                                        </p:tgtEl>
                                        <p:attrNameLst>
                                          <p:attrName>ppt_y</p:attrName>
                                        </p:attrNameLst>
                                      </p:cBhvr>
                                      <p:tavLst>
                                        <p:tav tm="0">
                                          <p:val>
                                            <p:strVal val="#ppt_y+.1"/>
                                          </p:val>
                                        </p:tav>
                                        <p:tav tm="100000">
                                          <p:val>
                                            <p:strVal val="#ppt_y"/>
                                          </p:val>
                                        </p:tav>
                                      </p:tavLst>
                                    </p:anim>
                                  </p:childTnLst>
                                </p:cTn>
                              </p:par>
                            </p:childTnLst>
                          </p:cTn>
                        </p:par>
                      </p:childTnLst>
                    </p:cTn>
                  </p:par>
                  <p:par>
                    <p:cTn id="143" fill="hold">
                      <p:stCondLst>
                        <p:cond delay="indefinite"/>
                      </p:stCondLst>
                      <p:childTnLst>
                        <p:par>
                          <p:cTn id="144" fill="hold">
                            <p:stCondLst>
                              <p:cond delay="0"/>
                            </p:stCondLst>
                            <p:childTnLst>
                              <p:par>
                                <p:cTn id="145" presetID="42" presetClass="entr" presetSubtype="0" fill="hold" nodeType="clickEffect">
                                  <p:stCondLst>
                                    <p:cond delay="0"/>
                                  </p:stCondLst>
                                  <p:childTnLst>
                                    <p:set>
                                      <p:cBhvr>
                                        <p:cTn id="146" dur="1" fill="hold">
                                          <p:stCondLst>
                                            <p:cond delay="0"/>
                                          </p:stCondLst>
                                        </p:cTn>
                                        <p:tgtEl>
                                          <p:spTgt spid="39"/>
                                        </p:tgtEl>
                                        <p:attrNameLst>
                                          <p:attrName>style.visibility</p:attrName>
                                        </p:attrNameLst>
                                      </p:cBhvr>
                                      <p:to>
                                        <p:strVal val="visible"/>
                                      </p:to>
                                    </p:set>
                                    <p:animEffect transition="in" filter="fade">
                                      <p:cBhvr>
                                        <p:cTn id="147" dur="1000"/>
                                        <p:tgtEl>
                                          <p:spTgt spid="39"/>
                                        </p:tgtEl>
                                      </p:cBhvr>
                                    </p:animEffect>
                                    <p:anim calcmode="lin" valueType="num">
                                      <p:cBhvr>
                                        <p:cTn id="148" dur="1000" fill="hold"/>
                                        <p:tgtEl>
                                          <p:spTgt spid="39"/>
                                        </p:tgtEl>
                                        <p:attrNameLst>
                                          <p:attrName>ppt_x</p:attrName>
                                        </p:attrNameLst>
                                      </p:cBhvr>
                                      <p:tavLst>
                                        <p:tav tm="0">
                                          <p:val>
                                            <p:strVal val="#ppt_x"/>
                                          </p:val>
                                        </p:tav>
                                        <p:tav tm="100000">
                                          <p:val>
                                            <p:strVal val="#ppt_x"/>
                                          </p:val>
                                        </p:tav>
                                      </p:tavLst>
                                    </p:anim>
                                    <p:anim calcmode="lin" valueType="num">
                                      <p:cBhvr>
                                        <p:cTn id="149" dur="1000" fill="hold"/>
                                        <p:tgtEl>
                                          <p:spTgt spid="39"/>
                                        </p:tgtEl>
                                        <p:attrNameLst>
                                          <p:attrName>ppt_y</p:attrName>
                                        </p:attrNameLst>
                                      </p:cBhvr>
                                      <p:tavLst>
                                        <p:tav tm="0">
                                          <p:val>
                                            <p:strVal val="#ppt_y+.1"/>
                                          </p:val>
                                        </p:tav>
                                        <p:tav tm="100000">
                                          <p:val>
                                            <p:strVal val="#ppt_y"/>
                                          </p:val>
                                        </p:tav>
                                      </p:tavLst>
                                    </p:anim>
                                  </p:childTnLst>
                                </p:cTn>
                              </p:par>
                            </p:childTnLst>
                          </p:cTn>
                        </p:par>
                      </p:childTnLst>
                    </p:cTn>
                  </p:par>
                  <p:par>
                    <p:cTn id="150" fill="hold">
                      <p:stCondLst>
                        <p:cond delay="indefinite"/>
                      </p:stCondLst>
                      <p:childTnLst>
                        <p:par>
                          <p:cTn id="151" fill="hold">
                            <p:stCondLst>
                              <p:cond delay="0"/>
                            </p:stCondLst>
                            <p:childTnLst>
                              <p:par>
                                <p:cTn id="152" presetID="42" presetClass="entr" presetSubtype="0" fill="hold" grpId="0" nodeType="clickEffect">
                                  <p:stCondLst>
                                    <p:cond delay="0"/>
                                  </p:stCondLst>
                                  <p:childTnLst>
                                    <p:set>
                                      <p:cBhvr>
                                        <p:cTn id="153" dur="1" fill="hold">
                                          <p:stCondLst>
                                            <p:cond delay="0"/>
                                          </p:stCondLst>
                                        </p:cTn>
                                        <p:tgtEl>
                                          <p:spTgt spid="40"/>
                                        </p:tgtEl>
                                        <p:attrNameLst>
                                          <p:attrName>style.visibility</p:attrName>
                                        </p:attrNameLst>
                                      </p:cBhvr>
                                      <p:to>
                                        <p:strVal val="visible"/>
                                      </p:to>
                                    </p:set>
                                    <p:animEffect transition="in" filter="fade">
                                      <p:cBhvr>
                                        <p:cTn id="154" dur="1000"/>
                                        <p:tgtEl>
                                          <p:spTgt spid="40"/>
                                        </p:tgtEl>
                                      </p:cBhvr>
                                    </p:animEffect>
                                    <p:anim calcmode="lin" valueType="num">
                                      <p:cBhvr>
                                        <p:cTn id="155" dur="1000" fill="hold"/>
                                        <p:tgtEl>
                                          <p:spTgt spid="40"/>
                                        </p:tgtEl>
                                        <p:attrNameLst>
                                          <p:attrName>ppt_x</p:attrName>
                                        </p:attrNameLst>
                                      </p:cBhvr>
                                      <p:tavLst>
                                        <p:tav tm="0">
                                          <p:val>
                                            <p:strVal val="#ppt_x"/>
                                          </p:val>
                                        </p:tav>
                                        <p:tav tm="100000">
                                          <p:val>
                                            <p:strVal val="#ppt_x"/>
                                          </p:val>
                                        </p:tav>
                                      </p:tavLst>
                                    </p:anim>
                                    <p:anim calcmode="lin" valueType="num">
                                      <p:cBhvr>
                                        <p:cTn id="156" dur="1000" fill="hold"/>
                                        <p:tgtEl>
                                          <p:spTgt spid="40"/>
                                        </p:tgtEl>
                                        <p:attrNameLst>
                                          <p:attrName>ppt_y</p:attrName>
                                        </p:attrNameLst>
                                      </p:cBhvr>
                                      <p:tavLst>
                                        <p:tav tm="0">
                                          <p:val>
                                            <p:strVal val="#ppt_y+.1"/>
                                          </p:val>
                                        </p:tav>
                                        <p:tav tm="100000">
                                          <p:val>
                                            <p:strVal val="#ppt_y"/>
                                          </p:val>
                                        </p:tav>
                                      </p:tavLst>
                                    </p:anim>
                                  </p:childTnLst>
                                </p:cTn>
                              </p:par>
                            </p:childTnLst>
                          </p:cTn>
                        </p:par>
                      </p:childTnLst>
                    </p:cTn>
                  </p:par>
                  <p:par>
                    <p:cTn id="157" fill="hold">
                      <p:stCondLst>
                        <p:cond delay="indefinite"/>
                      </p:stCondLst>
                      <p:childTnLst>
                        <p:par>
                          <p:cTn id="158" fill="hold">
                            <p:stCondLst>
                              <p:cond delay="0"/>
                            </p:stCondLst>
                            <p:childTnLst>
                              <p:par>
                                <p:cTn id="159" presetID="42" presetClass="entr" presetSubtype="0" fill="hold" nodeType="clickEffect">
                                  <p:stCondLst>
                                    <p:cond delay="0"/>
                                  </p:stCondLst>
                                  <p:childTnLst>
                                    <p:set>
                                      <p:cBhvr>
                                        <p:cTn id="160" dur="1" fill="hold">
                                          <p:stCondLst>
                                            <p:cond delay="0"/>
                                          </p:stCondLst>
                                        </p:cTn>
                                        <p:tgtEl>
                                          <p:spTgt spid="41"/>
                                        </p:tgtEl>
                                        <p:attrNameLst>
                                          <p:attrName>style.visibility</p:attrName>
                                        </p:attrNameLst>
                                      </p:cBhvr>
                                      <p:to>
                                        <p:strVal val="visible"/>
                                      </p:to>
                                    </p:set>
                                    <p:animEffect transition="in" filter="fade">
                                      <p:cBhvr>
                                        <p:cTn id="161" dur="1000"/>
                                        <p:tgtEl>
                                          <p:spTgt spid="41"/>
                                        </p:tgtEl>
                                      </p:cBhvr>
                                    </p:animEffect>
                                    <p:anim calcmode="lin" valueType="num">
                                      <p:cBhvr>
                                        <p:cTn id="162" dur="1000" fill="hold"/>
                                        <p:tgtEl>
                                          <p:spTgt spid="41"/>
                                        </p:tgtEl>
                                        <p:attrNameLst>
                                          <p:attrName>ppt_x</p:attrName>
                                        </p:attrNameLst>
                                      </p:cBhvr>
                                      <p:tavLst>
                                        <p:tav tm="0">
                                          <p:val>
                                            <p:strVal val="#ppt_x"/>
                                          </p:val>
                                        </p:tav>
                                        <p:tav tm="100000">
                                          <p:val>
                                            <p:strVal val="#ppt_x"/>
                                          </p:val>
                                        </p:tav>
                                      </p:tavLst>
                                    </p:anim>
                                    <p:anim calcmode="lin" valueType="num">
                                      <p:cBhvr>
                                        <p:cTn id="163" dur="1000" fill="hold"/>
                                        <p:tgtEl>
                                          <p:spTgt spid="41"/>
                                        </p:tgtEl>
                                        <p:attrNameLst>
                                          <p:attrName>ppt_y</p:attrName>
                                        </p:attrNameLst>
                                      </p:cBhvr>
                                      <p:tavLst>
                                        <p:tav tm="0">
                                          <p:val>
                                            <p:strVal val="#ppt_y+.1"/>
                                          </p:val>
                                        </p:tav>
                                        <p:tav tm="100000">
                                          <p:val>
                                            <p:strVal val="#ppt_y"/>
                                          </p:val>
                                        </p:tav>
                                      </p:tavLst>
                                    </p:anim>
                                  </p:childTnLst>
                                </p:cTn>
                              </p:par>
                            </p:childTnLst>
                          </p:cTn>
                        </p:par>
                      </p:childTnLst>
                    </p:cTn>
                  </p:par>
                  <p:par>
                    <p:cTn id="164" fill="hold">
                      <p:stCondLst>
                        <p:cond delay="indefinite"/>
                      </p:stCondLst>
                      <p:childTnLst>
                        <p:par>
                          <p:cTn id="165" fill="hold">
                            <p:stCondLst>
                              <p:cond delay="0"/>
                            </p:stCondLst>
                            <p:childTnLst>
                              <p:par>
                                <p:cTn id="166" presetID="42" presetClass="entr" presetSubtype="0" fill="hold" grpId="0" nodeType="clickEffect">
                                  <p:stCondLst>
                                    <p:cond delay="0"/>
                                  </p:stCondLst>
                                  <p:childTnLst>
                                    <p:set>
                                      <p:cBhvr>
                                        <p:cTn id="167" dur="1" fill="hold">
                                          <p:stCondLst>
                                            <p:cond delay="0"/>
                                          </p:stCondLst>
                                        </p:cTn>
                                        <p:tgtEl>
                                          <p:spTgt spid="10"/>
                                        </p:tgtEl>
                                        <p:attrNameLst>
                                          <p:attrName>style.visibility</p:attrName>
                                        </p:attrNameLst>
                                      </p:cBhvr>
                                      <p:to>
                                        <p:strVal val="visible"/>
                                      </p:to>
                                    </p:set>
                                    <p:animEffect transition="in" filter="fade">
                                      <p:cBhvr>
                                        <p:cTn id="168" dur="1000"/>
                                        <p:tgtEl>
                                          <p:spTgt spid="10"/>
                                        </p:tgtEl>
                                      </p:cBhvr>
                                    </p:animEffect>
                                    <p:anim calcmode="lin" valueType="num">
                                      <p:cBhvr>
                                        <p:cTn id="169" dur="1000" fill="hold"/>
                                        <p:tgtEl>
                                          <p:spTgt spid="10"/>
                                        </p:tgtEl>
                                        <p:attrNameLst>
                                          <p:attrName>ppt_x</p:attrName>
                                        </p:attrNameLst>
                                      </p:cBhvr>
                                      <p:tavLst>
                                        <p:tav tm="0">
                                          <p:val>
                                            <p:strVal val="#ppt_x"/>
                                          </p:val>
                                        </p:tav>
                                        <p:tav tm="100000">
                                          <p:val>
                                            <p:strVal val="#ppt_x"/>
                                          </p:val>
                                        </p:tav>
                                      </p:tavLst>
                                    </p:anim>
                                    <p:anim calcmode="lin" valueType="num">
                                      <p:cBhvr>
                                        <p:cTn id="170" dur="1000" fill="hold"/>
                                        <p:tgtEl>
                                          <p:spTgt spid="10"/>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8" grpId="0"/>
      <p:bldP spid="9" grpId="0"/>
      <p:bldP spid="15" grpId="0"/>
      <p:bldP spid="17" grpId="0"/>
      <p:bldP spid="20" grpId="0" animBg="1"/>
      <p:bldP spid="21" grpId="0"/>
      <p:bldP spid="24" grpId="0"/>
      <p:bldP spid="3" grpId="0"/>
      <p:bldP spid="4" grpId="0"/>
      <p:bldP spid="5" grpId="0"/>
      <p:bldP spid="32" grpId="0"/>
      <p:bldP spid="35" grpId="0"/>
      <p:bldP spid="38" grpId="0"/>
      <p:bldP spid="40" grpId="0"/>
      <p:bldP spid="10"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DA274A40-273F-4FC2-C52B-ACA817104255}"/>
              </a:ext>
            </a:extLst>
          </p:cNvPr>
          <p:cNvSpPr txBox="1"/>
          <p:nvPr/>
        </p:nvSpPr>
        <p:spPr>
          <a:xfrm>
            <a:off x="170687" y="109513"/>
            <a:ext cx="11863773" cy="1200329"/>
          </a:xfrm>
          <a:prstGeom prst="rect">
            <a:avLst/>
          </a:prstGeom>
          <a:noFill/>
        </p:spPr>
        <p:txBody>
          <a:bodyPr wrap="square" rtlCol="0">
            <a:spAutoFit/>
          </a:bodyPr>
          <a:lstStyle/>
          <a:p>
            <a:pPr algn="just"/>
            <a:r>
              <a:rPr lang="en-US" b="1" i="1">
                <a:solidFill>
                  <a:srgbClr val="FF0000"/>
                </a:solidFill>
              </a:rPr>
              <a:t>Bài tập 5.3. (Bài 3c trang 4).</a:t>
            </a:r>
            <a:r>
              <a:rPr lang="en-US"/>
              <a:t> Cho một chùm sáng đơn sắc song song chiếu vuông góc với mặt phẳng của bản mỏng không khí nằm giữa hai bản thủy tinh phẳng đặt tiếp xúc với mặt cong của thấu kính phẳng - lồi</a:t>
            </a:r>
            <a:r>
              <a:rPr lang="en-US">
                <a:sym typeface="Symbol" panose="05050102010706020507" pitchFamily="18" charset="2"/>
              </a:rPr>
              <a:t>.</a:t>
            </a:r>
            <a:r>
              <a:rPr lang="en-US"/>
              <a:t> Bán kính mặt lồi của thấu kính là                   R = 15 m. Quan sát hệ vân tròn Newton qua chùm sáng phản xạ và đo được khoảng cách giữa vân tối thứ tư và vân tối thứ hai mươi lăm bằng 9 mm. Xác định bước sóng </a:t>
            </a:r>
            <a:r>
              <a:rPr lang="en-US" sz="1600"/>
              <a:t>của chùm sáng đơn sắc. Coi tâm của hệ vân trò Newton là vân tối số 0.</a:t>
            </a:r>
            <a:endParaRPr lang="en-US" b="1" i="1">
              <a:solidFill>
                <a:srgbClr val="FF0000"/>
              </a:solidFill>
            </a:endParaRPr>
          </a:p>
        </p:txBody>
      </p:sp>
      <p:grpSp>
        <p:nvGrpSpPr>
          <p:cNvPr id="31" name="Group 30">
            <a:extLst>
              <a:ext uri="{FF2B5EF4-FFF2-40B4-BE49-F238E27FC236}">
                <a16:creationId xmlns:a16="http://schemas.microsoft.com/office/drawing/2014/main" id="{3279C361-3915-41EA-6248-C7311D8D3273}"/>
              </a:ext>
            </a:extLst>
          </p:cNvPr>
          <p:cNvGrpSpPr/>
          <p:nvPr/>
        </p:nvGrpSpPr>
        <p:grpSpPr>
          <a:xfrm>
            <a:off x="7765419" y="1609787"/>
            <a:ext cx="4175237" cy="2883932"/>
            <a:chOff x="8073325" y="2171700"/>
            <a:chExt cx="4175237" cy="2883932"/>
          </a:xfrm>
        </p:grpSpPr>
        <p:grpSp>
          <p:nvGrpSpPr>
            <p:cNvPr id="29" name="Group 28">
              <a:extLst>
                <a:ext uri="{FF2B5EF4-FFF2-40B4-BE49-F238E27FC236}">
                  <a16:creationId xmlns:a16="http://schemas.microsoft.com/office/drawing/2014/main" id="{5BB78FB9-F1B8-618C-C57A-52DD7DBD1035}"/>
                </a:ext>
              </a:extLst>
            </p:cNvPr>
            <p:cNvGrpSpPr/>
            <p:nvPr/>
          </p:nvGrpSpPr>
          <p:grpSpPr>
            <a:xfrm>
              <a:off x="8073325" y="2171700"/>
              <a:ext cx="4175237" cy="2883932"/>
              <a:chOff x="8073325" y="2171700"/>
              <a:chExt cx="4175237" cy="2883932"/>
            </a:xfrm>
          </p:grpSpPr>
          <p:grpSp>
            <p:nvGrpSpPr>
              <p:cNvPr id="26" name="Group 25">
                <a:extLst>
                  <a:ext uri="{FF2B5EF4-FFF2-40B4-BE49-F238E27FC236}">
                    <a16:creationId xmlns:a16="http://schemas.microsoft.com/office/drawing/2014/main" id="{F4167CF0-C651-FBA0-EFA0-FA0E98C21AB0}"/>
                  </a:ext>
                </a:extLst>
              </p:cNvPr>
              <p:cNvGrpSpPr/>
              <p:nvPr/>
            </p:nvGrpSpPr>
            <p:grpSpPr>
              <a:xfrm>
                <a:off x="8073325" y="2171700"/>
                <a:ext cx="4175237" cy="2883932"/>
                <a:chOff x="8073325" y="2171700"/>
                <a:chExt cx="4175237" cy="2883932"/>
              </a:xfrm>
            </p:grpSpPr>
            <p:grpSp>
              <p:nvGrpSpPr>
                <p:cNvPr id="20" name="Group 19">
                  <a:extLst>
                    <a:ext uri="{FF2B5EF4-FFF2-40B4-BE49-F238E27FC236}">
                      <a16:creationId xmlns:a16="http://schemas.microsoft.com/office/drawing/2014/main" id="{663D9CBA-08DD-8DE9-D743-4EB6046EC260}"/>
                    </a:ext>
                  </a:extLst>
                </p:cNvPr>
                <p:cNvGrpSpPr/>
                <p:nvPr/>
              </p:nvGrpSpPr>
              <p:grpSpPr>
                <a:xfrm>
                  <a:off x="8073325" y="2171700"/>
                  <a:ext cx="3791651" cy="2514600"/>
                  <a:chOff x="8964229" y="2279651"/>
                  <a:chExt cx="3791651" cy="2514600"/>
                </a:xfrm>
              </p:grpSpPr>
              <p:pic>
                <p:nvPicPr>
                  <p:cNvPr id="5" name="Picture 20">
                    <a:extLst>
                      <a:ext uri="{FF2B5EF4-FFF2-40B4-BE49-F238E27FC236}">
                        <a16:creationId xmlns:a16="http://schemas.microsoft.com/office/drawing/2014/main" id="{55392F95-D875-F058-2122-FF38F6203C0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964229" y="2279651"/>
                    <a:ext cx="2732087" cy="2514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cxnSp>
                <p:nvCxnSpPr>
                  <p:cNvPr id="19" name="Straight Arrow Connector 18">
                    <a:extLst>
                      <a:ext uri="{FF2B5EF4-FFF2-40B4-BE49-F238E27FC236}">
                        <a16:creationId xmlns:a16="http://schemas.microsoft.com/office/drawing/2014/main" id="{A23C72A9-5764-5045-9102-1860B2B48018}"/>
                      </a:ext>
                    </a:extLst>
                  </p:cNvPr>
                  <p:cNvCxnSpPr>
                    <a:stCxn id="5" idx="2"/>
                  </p:cNvCxnSpPr>
                  <p:nvPr/>
                </p:nvCxnSpPr>
                <p:spPr>
                  <a:xfrm>
                    <a:off x="10330273" y="4794251"/>
                    <a:ext cx="2425607"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grpSp>
            <p:grpSp>
              <p:nvGrpSpPr>
                <p:cNvPr id="25" name="Group 24">
                  <a:extLst>
                    <a:ext uri="{FF2B5EF4-FFF2-40B4-BE49-F238E27FC236}">
                      <a16:creationId xmlns:a16="http://schemas.microsoft.com/office/drawing/2014/main" id="{5E7BA770-2E64-DEA1-52C6-18AC9B1FD88E}"/>
                    </a:ext>
                  </a:extLst>
                </p:cNvPr>
                <p:cNvGrpSpPr/>
                <p:nvPr/>
              </p:nvGrpSpPr>
              <p:grpSpPr>
                <a:xfrm>
                  <a:off x="9220942" y="4137660"/>
                  <a:ext cx="3027620" cy="917972"/>
                  <a:chOff x="9220942" y="4137660"/>
                  <a:chExt cx="3027620" cy="917972"/>
                </a:xfrm>
              </p:grpSpPr>
              <p:sp>
                <p:nvSpPr>
                  <p:cNvPr id="21" name="TextBox 20">
                    <a:extLst>
                      <a:ext uri="{FF2B5EF4-FFF2-40B4-BE49-F238E27FC236}">
                        <a16:creationId xmlns:a16="http://schemas.microsoft.com/office/drawing/2014/main" id="{FF9DF7F0-4135-944C-F41E-992F00790796}"/>
                      </a:ext>
                    </a:extLst>
                  </p:cNvPr>
                  <p:cNvSpPr txBox="1"/>
                  <p:nvPr/>
                </p:nvSpPr>
                <p:spPr>
                  <a:xfrm>
                    <a:off x="9220942" y="4686300"/>
                    <a:ext cx="3027620" cy="369332"/>
                  </a:xfrm>
                  <a:prstGeom prst="rect">
                    <a:avLst/>
                  </a:prstGeom>
                  <a:noFill/>
                </p:spPr>
                <p:txBody>
                  <a:bodyPr wrap="square" rtlCol="0">
                    <a:spAutoFit/>
                  </a:bodyPr>
                  <a:lstStyle/>
                  <a:p>
                    <a:r>
                      <a:rPr lang="en-US"/>
                      <a:t>O          r</a:t>
                    </a:r>
                    <a:r>
                      <a:rPr lang="en-US" baseline="-25000"/>
                      <a:t>4                                    </a:t>
                    </a:r>
                    <a:r>
                      <a:rPr lang="en-US"/>
                      <a:t>r</a:t>
                    </a:r>
                    <a:r>
                      <a:rPr lang="en-US" baseline="-25000"/>
                      <a:t>25</a:t>
                    </a:r>
                    <a:endParaRPr lang="en-US"/>
                  </a:p>
                </p:txBody>
              </p:sp>
              <p:cxnSp>
                <p:nvCxnSpPr>
                  <p:cNvPr id="23" name="Straight Connector 22">
                    <a:extLst>
                      <a:ext uri="{FF2B5EF4-FFF2-40B4-BE49-F238E27FC236}">
                        <a16:creationId xmlns:a16="http://schemas.microsoft.com/office/drawing/2014/main" id="{DBECDCA3-8A01-28D7-5E01-FC1AA3604EA1}"/>
                      </a:ext>
                    </a:extLst>
                  </p:cNvPr>
                  <p:cNvCxnSpPr/>
                  <p:nvPr/>
                </p:nvCxnSpPr>
                <p:spPr>
                  <a:xfrm flipV="1">
                    <a:off x="10046970" y="4137660"/>
                    <a:ext cx="0" cy="548640"/>
                  </a:xfrm>
                  <a:prstGeom prst="line">
                    <a:avLst/>
                  </a:prstGeom>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9591D9A8-BC3C-7330-1135-5A56CCD2683B}"/>
                      </a:ext>
                    </a:extLst>
                  </p:cNvPr>
                  <p:cNvCxnSpPr/>
                  <p:nvPr/>
                </p:nvCxnSpPr>
                <p:spPr>
                  <a:xfrm flipV="1">
                    <a:off x="11490960" y="4137660"/>
                    <a:ext cx="0" cy="548640"/>
                  </a:xfrm>
                  <a:prstGeom prst="line">
                    <a:avLst/>
                  </a:prstGeom>
                </p:spPr>
                <p:style>
                  <a:lnRef idx="1">
                    <a:schemeClr val="accent1"/>
                  </a:lnRef>
                  <a:fillRef idx="0">
                    <a:schemeClr val="accent1"/>
                  </a:fillRef>
                  <a:effectRef idx="0">
                    <a:schemeClr val="accent1"/>
                  </a:effectRef>
                  <a:fontRef idx="minor">
                    <a:schemeClr val="tx1"/>
                  </a:fontRef>
                </p:style>
              </p:cxnSp>
            </p:grpSp>
          </p:grpSp>
          <p:cxnSp>
            <p:nvCxnSpPr>
              <p:cNvPr id="28" name="Straight Connector 27">
                <a:extLst>
                  <a:ext uri="{FF2B5EF4-FFF2-40B4-BE49-F238E27FC236}">
                    <a16:creationId xmlns:a16="http://schemas.microsoft.com/office/drawing/2014/main" id="{C4B7F7F0-A2C8-1C2F-8AEF-98FFC463E015}"/>
                  </a:ext>
                </a:extLst>
              </p:cNvPr>
              <p:cNvCxnSpPr/>
              <p:nvPr/>
            </p:nvCxnSpPr>
            <p:spPr>
              <a:xfrm>
                <a:off x="10046970" y="4411980"/>
                <a:ext cx="1443990" cy="0"/>
              </a:xfrm>
              <a:prstGeom prst="line">
                <a:avLst/>
              </a:prstGeom>
              <a:ln>
                <a:solidFill>
                  <a:srgbClr val="FF0000"/>
                </a:solidFill>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grpSp>
        <p:sp>
          <p:nvSpPr>
            <p:cNvPr id="30" name="TextBox 29">
              <a:extLst>
                <a:ext uri="{FF2B5EF4-FFF2-40B4-BE49-F238E27FC236}">
                  <a16:creationId xmlns:a16="http://schemas.microsoft.com/office/drawing/2014/main" id="{9ACE1E7B-2A2E-C31A-31F2-AC6287F264E5}"/>
                </a:ext>
              </a:extLst>
            </p:cNvPr>
            <p:cNvSpPr txBox="1"/>
            <p:nvPr/>
          </p:nvSpPr>
          <p:spPr>
            <a:xfrm>
              <a:off x="10268938" y="4042648"/>
              <a:ext cx="1286237" cy="369332"/>
            </a:xfrm>
            <a:prstGeom prst="rect">
              <a:avLst/>
            </a:prstGeom>
            <a:noFill/>
          </p:spPr>
          <p:txBody>
            <a:bodyPr wrap="square" rtlCol="0">
              <a:spAutoFit/>
            </a:bodyPr>
            <a:lstStyle/>
            <a:p>
              <a:r>
                <a:rPr lang="en-US">
                  <a:sym typeface="Symbol" panose="05050102010706020507" pitchFamily="18" charset="2"/>
                </a:rPr>
                <a:t>r = 9 mm</a:t>
              </a:r>
              <a:endParaRPr lang="en-US"/>
            </a:p>
          </p:txBody>
        </p:sp>
      </p:grpSp>
      <p:sp>
        <p:nvSpPr>
          <p:cNvPr id="32" name="TextBox 31">
            <a:extLst>
              <a:ext uri="{FF2B5EF4-FFF2-40B4-BE49-F238E27FC236}">
                <a16:creationId xmlns:a16="http://schemas.microsoft.com/office/drawing/2014/main" id="{454EF624-7CB3-330C-ADD5-C015D1E861A6}"/>
              </a:ext>
            </a:extLst>
          </p:cNvPr>
          <p:cNvSpPr txBox="1"/>
          <p:nvPr/>
        </p:nvSpPr>
        <p:spPr>
          <a:xfrm>
            <a:off x="4858952" y="1298829"/>
            <a:ext cx="1510670" cy="369332"/>
          </a:xfrm>
          <a:prstGeom prst="rect">
            <a:avLst/>
          </a:prstGeom>
          <a:noFill/>
        </p:spPr>
        <p:txBody>
          <a:bodyPr wrap="square" rtlCol="0">
            <a:spAutoFit/>
          </a:bodyPr>
          <a:lstStyle/>
          <a:p>
            <a:r>
              <a:rPr lang="en-US" b="1">
                <a:solidFill>
                  <a:srgbClr val="FF0000"/>
                </a:solidFill>
              </a:rPr>
              <a:t>LỜI GIẢI</a:t>
            </a:r>
          </a:p>
        </p:txBody>
      </p:sp>
      <p:sp>
        <p:nvSpPr>
          <p:cNvPr id="33" name="TextBox 32">
            <a:extLst>
              <a:ext uri="{FF2B5EF4-FFF2-40B4-BE49-F238E27FC236}">
                <a16:creationId xmlns:a16="http://schemas.microsoft.com/office/drawing/2014/main" id="{966E1835-22B6-0D9B-563C-B543534C4267}"/>
              </a:ext>
            </a:extLst>
          </p:cNvPr>
          <p:cNvSpPr txBox="1"/>
          <p:nvPr/>
        </p:nvSpPr>
        <p:spPr>
          <a:xfrm>
            <a:off x="204106" y="1590405"/>
            <a:ext cx="7621803" cy="646331"/>
          </a:xfrm>
          <a:prstGeom prst="rect">
            <a:avLst/>
          </a:prstGeom>
          <a:noFill/>
        </p:spPr>
        <p:txBody>
          <a:bodyPr wrap="square">
            <a:spAutoFit/>
          </a:bodyPr>
          <a:lstStyle/>
          <a:p>
            <a:r>
              <a:rPr lang="en-US"/>
              <a:t>Đối với hệ vân tròn Newton ta có: </a:t>
            </a:r>
            <a:r>
              <a:rPr lang="en-US" i="1">
                <a:solidFill>
                  <a:srgbClr val="FF0000"/>
                </a:solidFill>
              </a:rPr>
              <a:t>Bán kính của vân tối thứ k tỉ lệ với căn bậc hai của số nguyên k.</a:t>
            </a:r>
            <a:endParaRPr lang="en-US"/>
          </a:p>
        </p:txBody>
      </p:sp>
      <p:graphicFrame>
        <p:nvGraphicFramePr>
          <p:cNvPr id="34" name="Object 33">
            <a:extLst>
              <a:ext uri="{FF2B5EF4-FFF2-40B4-BE49-F238E27FC236}">
                <a16:creationId xmlns:a16="http://schemas.microsoft.com/office/drawing/2014/main" id="{926C0328-B32C-7EC6-20AB-D92A2FE57A41}"/>
              </a:ext>
            </a:extLst>
          </p:cNvPr>
          <p:cNvGraphicFramePr>
            <a:graphicFrameLocks noChangeAspect="1"/>
          </p:cNvGraphicFramePr>
          <p:nvPr>
            <p:extLst>
              <p:ext uri="{D42A27DB-BD31-4B8C-83A1-F6EECF244321}">
                <p14:modId xmlns:p14="http://schemas.microsoft.com/office/powerpoint/2010/main" val="912568099"/>
              </p:ext>
            </p:extLst>
          </p:nvPr>
        </p:nvGraphicFramePr>
        <p:xfrm>
          <a:off x="3311366" y="2140119"/>
          <a:ext cx="1115216" cy="450832"/>
        </p:xfrm>
        <a:graphic>
          <a:graphicData uri="http://schemas.openxmlformats.org/presentationml/2006/ole">
            <mc:AlternateContent xmlns:mc="http://schemas.openxmlformats.org/markup-compatibility/2006">
              <mc:Choice xmlns:v="urn:schemas-microsoft-com:vml" Requires="v">
                <p:oleObj name="Equation" r:id="rId3" imgW="596880" imgH="241200" progId="Equation.DSMT4">
                  <p:embed/>
                </p:oleObj>
              </mc:Choice>
              <mc:Fallback>
                <p:oleObj name="Equation" r:id="rId3" imgW="596880" imgH="241200" progId="Equation.DSMT4">
                  <p:embed/>
                  <p:pic>
                    <p:nvPicPr>
                      <p:cNvPr id="34" name="Object 33">
                        <a:extLst>
                          <a:ext uri="{FF2B5EF4-FFF2-40B4-BE49-F238E27FC236}">
                            <a16:creationId xmlns:a16="http://schemas.microsoft.com/office/drawing/2014/main" id="{926C0328-B32C-7EC6-20AB-D92A2FE57A41}"/>
                          </a:ext>
                        </a:extLst>
                      </p:cNvPr>
                      <p:cNvPicPr/>
                      <p:nvPr/>
                    </p:nvPicPr>
                    <p:blipFill>
                      <a:blip r:embed="rId4"/>
                      <a:stretch>
                        <a:fillRect/>
                      </a:stretch>
                    </p:blipFill>
                    <p:spPr>
                      <a:xfrm>
                        <a:off x="3311366" y="2140119"/>
                        <a:ext cx="1115216" cy="450832"/>
                      </a:xfrm>
                      <a:prstGeom prst="rect">
                        <a:avLst/>
                      </a:prstGeom>
                      <a:ln>
                        <a:noFill/>
                      </a:ln>
                    </p:spPr>
                  </p:pic>
                </p:oleObj>
              </mc:Fallback>
            </mc:AlternateContent>
          </a:graphicData>
        </a:graphic>
      </p:graphicFrame>
      <p:sp>
        <p:nvSpPr>
          <p:cNvPr id="35" name="TextBox 34">
            <a:extLst>
              <a:ext uri="{FF2B5EF4-FFF2-40B4-BE49-F238E27FC236}">
                <a16:creationId xmlns:a16="http://schemas.microsoft.com/office/drawing/2014/main" id="{16309F70-911C-9FF4-C6B2-818BEA5557E8}"/>
              </a:ext>
            </a:extLst>
          </p:cNvPr>
          <p:cNvSpPr txBox="1"/>
          <p:nvPr/>
        </p:nvSpPr>
        <p:spPr>
          <a:xfrm>
            <a:off x="159129" y="2630245"/>
            <a:ext cx="5194753" cy="369332"/>
          </a:xfrm>
          <a:prstGeom prst="rect">
            <a:avLst/>
          </a:prstGeom>
          <a:noFill/>
        </p:spPr>
        <p:txBody>
          <a:bodyPr wrap="square">
            <a:spAutoFit/>
          </a:bodyPr>
          <a:lstStyle/>
          <a:p>
            <a:r>
              <a:rPr lang="en-US"/>
              <a:t>Bán kính của vân tối thứ tư và thứ hai lăm lần lượt là:</a:t>
            </a:r>
          </a:p>
        </p:txBody>
      </p:sp>
      <p:graphicFrame>
        <p:nvGraphicFramePr>
          <p:cNvPr id="36" name="Object 35">
            <a:extLst>
              <a:ext uri="{FF2B5EF4-FFF2-40B4-BE49-F238E27FC236}">
                <a16:creationId xmlns:a16="http://schemas.microsoft.com/office/drawing/2014/main" id="{73912B08-7F92-4B63-27F0-BE8E004F564C}"/>
              </a:ext>
            </a:extLst>
          </p:cNvPr>
          <p:cNvGraphicFramePr>
            <a:graphicFrameLocks noChangeAspect="1"/>
          </p:cNvGraphicFramePr>
          <p:nvPr>
            <p:extLst>
              <p:ext uri="{D42A27DB-BD31-4B8C-83A1-F6EECF244321}">
                <p14:modId xmlns:p14="http://schemas.microsoft.com/office/powerpoint/2010/main" val="4033465839"/>
              </p:ext>
            </p:extLst>
          </p:nvPr>
        </p:nvGraphicFramePr>
        <p:xfrm>
          <a:off x="1565880" y="2999577"/>
          <a:ext cx="1190625" cy="452437"/>
        </p:xfrm>
        <a:graphic>
          <a:graphicData uri="http://schemas.openxmlformats.org/presentationml/2006/ole">
            <mc:AlternateContent xmlns:mc="http://schemas.openxmlformats.org/markup-compatibility/2006">
              <mc:Choice xmlns:v="urn:schemas-microsoft-com:vml" Requires="v">
                <p:oleObj name="Equation" r:id="rId5" imgW="634680" imgH="241200" progId="Equation.DSMT4">
                  <p:embed/>
                </p:oleObj>
              </mc:Choice>
              <mc:Fallback>
                <p:oleObj name="Equation" r:id="rId5" imgW="634680" imgH="241200" progId="Equation.DSMT4">
                  <p:embed/>
                  <p:pic>
                    <p:nvPicPr>
                      <p:cNvPr id="36" name="Object 35">
                        <a:extLst>
                          <a:ext uri="{FF2B5EF4-FFF2-40B4-BE49-F238E27FC236}">
                            <a16:creationId xmlns:a16="http://schemas.microsoft.com/office/drawing/2014/main" id="{73912B08-7F92-4B63-27F0-BE8E004F564C}"/>
                          </a:ext>
                        </a:extLst>
                      </p:cNvPr>
                      <p:cNvPicPr/>
                      <p:nvPr/>
                    </p:nvPicPr>
                    <p:blipFill>
                      <a:blip r:embed="rId6"/>
                      <a:stretch>
                        <a:fillRect/>
                      </a:stretch>
                    </p:blipFill>
                    <p:spPr>
                      <a:xfrm>
                        <a:off x="1565880" y="2999577"/>
                        <a:ext cx="1190625" cy="452437"/>
                      </a:xfrm>
                      <a:prstGeom prst="rect">
                        <a:avLst/>
                      </a:prstGeom>
                      <a:ln w="28575">
                        <a:noFill/>
                      </a:ln>
                    </p:spPr>
                  </p:pic>
                </p:oleObj>
              </mc:Fallback>
            </mc:AlternateContent>
          </a:graphicData>
        </a:graphic>
      </p:graphicFrame>
      <p:graphicFrame>
        <p:nvGraphicFramePr>
          <p:cNvPr id="37" name="Object 36">
            <a:extLst>
              <a:ext uri="{FF2B5EF4-FFF2-40B4-BE49-F238E27FC236}">
                <a16:creationId xmlns:a16="http://schemas.microsoft.com/office/drawing/2014/main" id="{239D16FD-D6D0-F525-41BF-F6134543434C}"/>
              </a:ext>
            </a:extLst>
          </p:cNvPr>
          <p:cNvGraphicFramePr>
            <a:graphicFrameLocks noChangeAspect="1"/>
          </p:cNvGraphicFramePr>
          <p:nvPr>
            <p:extLst>
              <p:ext uri="{D42A27DB-BD31-4B8C-83A1-F6EECF244321}">
                <p14:modId xmlns:p14="http://schemas.microsoft.com/office/powerpoint/2010/main" val="521707913"/>
              </p:ext>
            </p:extLst>
          </p:nvPr>
        </p:nvGraphicFramePr>
        <p:xfrm>
          <a:off x="3292475" y="3013075"/>
          <a:ext cx="1262063" cy="452438"/>
        </p:xfrm>
        <a:graphic>
          <a:graphicData uri="http://schemas.openxmlformats.org/presentationml/2006/ole">
            <mc:AlternateContent xmlns:mc="http://schemas.openxmlformats.org/markup-compatibility/2006">
              <mc:Choice xmlns:v="urn:schemas-microsoft-com:vml" Requires="v">
                <p:oleObj name="Equation" r:id="rId7" imgW="672840" imgH="241200" progId="Equation.DSMT4">
                  <p:embed/>
                </p:oleObj>
              </mc:Choice>
              <mc:Fallback>
                <p:oleObj name="Equation" r:id="rId7" imgW="672840" imgH="241200" progId="Equation.DSMT4">
                  <p:embed/>
                  <p:pic>
                    <p:nvPicPr>
                      <p:cNvPr id="37" name="Object 36">
                        <a:extLst>
                          <a:ext uri="{FF2B5EF4-FFF2-40B4-BE49-F238E27FC236}">
                            <a16:creationId xmlns:a16="http://schemas.microsoft.com/office/drawing/2014/main" id="{239D16FD-D6D0-F525-41BF-F6134543434C}"/>
                          </a:ext>
                        </a:extLst>
                      </p:cNvPr>
                      <p:cNvPicPr/>
                      <p:nvPr/>
                    </p:nvPicPr>
                    <p:blipFill>
                      <a:blip r:embed="rId8"/>
                      <a:stretch>
                        <a:fillRect/>
                      </a:stretch>
                    </p:blipFill>
                    <p:spPr>
                      <a:xfrm>
                        <a:off x="3292475" y="3013075"/>
                        <a:ext cx="1262063" cy="452438"/>
                      </a:xfrm>
                      <a:prstGeom prst="rect">
                        <a:avLst/>
                      </a:prstGeom>
                    </p:spPr>
                  </p:pic>
                </p:oleObj>
              </mc:Fallback>
            </mc:AlternateContent>
          </a:graphicData>
        </a:graphic>
      </p:graphicFrame>
      <p:sp>
        <p:nvSpPr>
          <p:cNvPr id="39" name="TextBox 38">
            <a:extLst>
              <a:ext uri="{FF2B5EF4-FFF2-40B4-BE49-F238E27FC236}">
                <a16:creationId xmlns:a16="http://schemas.microsoft.com/office/drawing/2014/main" id="{8B72C57B-A40F-46D5-629B-4D2AE37AFA9E}"/>
              </a:ext>
            </a:extLst>
          </p:cNvPr>
          <p:cNvSpPr txBox="1"/>
          <p:nvPr/>
        </p:nvSpPr>
        <p:spPr>
          <a:xfrm>
            <a:off x="159129" y="3467697"/>
            <a:ext cx="6936256" cy="369332"/>
          </a:xfrm>
          <a:prstGeom prst="rect">
            <a:avLst/>
          </a:prstGeom>
          <a:noFill/>
        </p:spPr>
        <p:txBody>
          <a:bodyPr wrap="square">
            <a:spAutoFit/>
          </a:bodyPr>
          <a:lstStyle/>
          <a:p>
            <a:r>
              <a:rPr kumimoji="0" lang="en-US" sz="1800" b="0" i="0" u="none" strike="noStrike" kern="1200" cap="none" spc="0" normalizeH="0" baseline="0" noProof="0">
                <a:ln>
                  <a:noFill/>
                </a:ln>
                <a:solidFill>
                  <a:prstClr val="black"/>
                </a:solidFill>
                <a:effectLst/>
                <a:uLnTx/>
                <a:uFillTx/>
                <a:latin typeface="Calibri" panose="020F0502020204030204"/>
                <a:ea typeface="+mn-ea"/>
                <a:cs typeface="+mn-cs"/>
              </a:rPr>
              <a:t>Khoảng cách giữa vân tối thứ tư và vân tối thứ hai mươi lăm là:</a:t>
            </a:r>
            <a:endParaRPr lang="en-US"/>
          </a:p>
        </p:txBody>
      </p:sp>
      <p:graphicFrame>
        <p:nvGraphicFramePr>
          <p:cNvPr id="41" name="Object 40">
            <a:extLst>
              <a:ext uri="{FF2B5EF4-FFF2-40B4-BE49-F238E27FC236}">
                <a16:creationId xmlns:a16="http://schemas.microsoft.com/office/drawing/2014/main" id="{83207B7E-FF22-406E-0195-8FD53B022A1D}"/>
              </a:ext>
            </a:extLst>
          </p:cNvPr>
          <p:cNvGraphicFramePr>
            <a:graphicFrameLocks noChangeAspect="1"/>
          </p:cNvGraphicFramePr>
          <p:nvPr>
            <p:extLst>
              <p:ext uri="{D42A27DB-BD31-4B8C-83A1-F6EECF244321}">
                <p14:modId xmlns:p14="http://schemas.microsoft.com/office/powerpoint/2010/main" val="2741363918"/>
              </p:ext>
            </p:extLst>
          </p:nvPr>
        </p:nvGraphicFramePr>
        <p:xfrm>
          <a:off x="1425432" y="3855173"/>
          <a:ext cx="4207280" cy="449976"/>
        </p:xfrm>
        <a:graphic>
          <a:graphicData uri="http://schemas.openxmlformats.org/presentationml/2006/ole">
            <mc:AlternateContent xmlns:mc="http://schemas.openxmlformats.org/markup-compatibility/2006">
              <mc:Choice xmlns:v="urn:schemas-microsoft-com:vml" Requires="v">
                <p:oleObj name="Equation" r:id="rId9" imgW="2374560" imgH="253800" progId="Equation.DSMT4">
                  <p:embed/>
                </p:oleObj>
              </mc:Choice>
              <mc:Fallback>
                <p:oleObj name="Equation" r:id="rId9" imgW="2374560" imgH="253800" progId="Equation.DSMT4">
                  <p:embed/>
                  <p:pic>
                    <p:nvPicPr>
                      <p:cNvPr id="41" name="Object 40">
                        <a:extLst>
                          <a:ext uri="{FF2B5EF4-FFF2-40B4-BE49-F238E27FC236}">
                            <a16:creationId xmlns:a16="http://schemas.microsoft.com/office/drawing/2014/main" id="{83207B7E-FF22-406E-0195-8FD53B022A1D}"/>
                          </a:ext>
                        </a:extLst>
                      </p:cNvPr>
                      <p:cNvPicPr/>
                      <p:nvPr/>
                    </p:nvPicPr>
                    <p:blipFill>
                      <a:blip r:embed="rId10"/>
                      <a:stretch>
                        <a:fillRect/>
                      </a:stretch>
                    </p:blipFill>
                    <p:spPr>
                      <a:xfrm>
                        <a:off x="1425432" y="3855173"/>
                        <a:ext cx="4207280" cy="449976"/>
                      </a:xfrm>
                      <a:prstGeom prst="rect">
                        <a:avLst/>
                      </a:prstGeom>
                    </p:spPr>
                  </p:pic>
                </p:oleObj>
              </mc:Fallback>
            </mc:AlternateContent>
          </a:graphicData>
        </a:graphic>
      </p:graphicFrame>
      <p:sp>
        <p:nvSpPr>
          <p:cNvPr id="42" name="TextBox 41">
            <a:extLst>
              <a:ext uri="{FF2B5EF4-FFF2-40B4-BE49-F238E27FC236}">
                <a16:creationId xmlns:a16="http://schemas.microsoft.com/office/drawing/2014/main" id="{FD66C22B-13ED-8C39-3E44-F5ADA7A6975D}"/>
              </a:ext>
            </a:extLst>
          </p:cNvPr>
          <p:cNvSpPr txBox="1"/>
          <p:nvPr/>
        </p:nvSpPr>
        <p:spPr>
          <a:xfrm>
            <a:off x="251344" y="4436599"/>
            <a:ext cx="6936256" cy="369332"/>
          </a:xfrm>
          <a:prstGeom prst="rect">
            <a:avLst/>
          </a:prstGeom>
          <a:noFill/>
        </p:spPr>
        <p:txBody>
          <a:bodyPr wrap="square">
            <a:spAutoFit/>
          </a:bodyPr>
          <a:lstStyle/>
          <a:p>
            <a:r>
              <a:rPr kumimoji="0" lang="en-US" sz="1800" b="0" i="0" u="none" strike="noStrike" kern="1200" cap="none" spc="0" normalizeH="0" baseline="0" noProof="0">
                <a:ln>
                  <a:noFill/>
                </a:ln>
                <a:solidFill>
                  <a:prstClr val="black"/>
                </a:solidFill>
                <a:effectLst/>
                <a:uLnTx/>
                <a:uFillTx/>
                <a:latin typeface="Calibri" panose="020F0502020204030204"/>
                <a:ea typeface="+mn-ea"/>
                <a:cs typeface="+mn-cs"/>
              </a:rPr>
              <a:t>Vậy</a:t>
            </a:r>
            <a:r>
              <a:rPr kumimoji="0" lang="en-US" sz="1800" b="0" i="0" u="none" strike="noStrike" kern="1200" cap="none" spc="0" normalizeH="0" noProof="0">
                <a:ln>
                  <a:noFill/>
                </a:ln>
                <a:solidFill>
                  <a:prstClr val="black"/>
                </a:solidFill>
                <a:effectLst/>
                <a:uLnTx/>
                <a:uFillTx/>
                <a:latin typeface="Calibri" panose="020F0502020204030204"/>
                <a:ea typeface="+mn-ea"/>
                <a:cs typeface="+mn-cs"/>
              </a:rPr>
              <a:t> bước sóng của chùm sáng đơn sắc là:</a:t>
            </a:r>
            <a:endParaRPr lang="en-US"/>
          </a:p>
        </p:txBody>
      </p:sp>
      <p:graphicFrame>
        <p:nvGraphicFramePr>
          <p:cNvPr id="43" name="Object 42">
            <a:extLst>
              <a:ext uri="{FF2B5EF4-FFF2-40B4-BE49-F238E27FC236}">
                <a16:creationId xmlns:a16="http://schemas.microsoft.com/office/drawing/2014/main" id="{E40C6294-7294-9E0B-7CB5-10DF0509A885}"/>
              </a:ext>
            </a:extLst>
          </p:cNvPr>
          <p:cNvGraphicFramePr>
            <a:graphicFrameLocks noChangeAspect="1"/>
          </p:cNvGraphicFramePr>
          <p:nvPr>
            <p:extLst>
              <p:ext uri="{D42A27DB-BD31-4B8C-83A1-F6EECF244321}">
                <p14:modId xmlns:p14="http://schemas.microsoft.com/office/powerpoint/2010/main" val="3151940599"/>
              </p:ext>
            </p:extLst>
          </p:nvPr>
        </p:nvGraphicFramePr>
        <p:xfrm>
          <a:off x="1396712" y="4756763"/>
          <a:ext cx="4645519" cy="802408"/>
        </p:xfrm>
        <a:graphic>
          <a:graphicData uri="http://schemas.openxmlformats.org/presentationml/2006/ole">
            <mc:AlternateContent xmlns:mc="http://schemas.openxmlformats.org/markup-compatibility/2006">
              <mc:Choice xmlns:v="urn:schemas-microsoft-com:vml" Requires="v">
                <p:oleObj name="Equation" r:id="rId11" imgW="2793960" imgH="482400" progId="Equation.DSMT4">
                  <p:embed/>
                </p:oleObj>
              </mc:Choice>
              <mc:Fallback>
                <p:oleObj name="Equation" r:id="rId11" imgW="2793960" imgH="482400" progId="Equation.DSMT4">
                  <p:embed/>
                  <p:pic>
                    <p:nvPicPr>
                      <p:cNvPr id="43" name="Object 42">
                        <a:extLst>
                          <a:ext uri="{FF2B5EF4-FFF2-40B4-BE49-F238E27FC236}">
                            <a16:creationId xmlns:a16="http://schemas.microsoft.com/office/drawing/2014/main" id="{E40C6294-7294-9E0B-7CB5-10DF0509A885}"/>
                          </a:ext>
                        </a:extLst>
                      </p:cNvPr>
                      <p:cNvPicPr/>
                      <p:nvPr/>
                    </p:nvPicPr>
                    <p:blipFill>
                      <a:blip r:embed="rId12"/>
                      <a:stretch>
                        <a:fillRect/>
                      </a:stretch>
                    </p:blipFill>
                    <p:spPr>
                      <a:xfrm>
                        <a:off x="1396712" y="4756763"/>
                        <a:ext cx="4645519" cy="802408"/>
                      </a:xfrm>
                      <a:prstGeom prst="rect">
                        <a:avLst/>
                      </a:prstGeom>
                    </p:spPr>
                  </p:pic>
                </p:oleObj>
              </mc:Fallback>
            </mc:AlternateContent>
          </a:graphicData>
        </a:graphic>
      </p:graphicFrame>
    </p:spTree>
    <p:extLst>
      <p:ext uri="{BB962C8B-B14F-4D97-AF65-F5344CB8AC3E}">
        <p14:creationId xmlns:p14="http://schemas.microsoft.com/office/powerpoint/2010/main" val="299070859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1"/>
                                        </p:tgtEl>
                                        <p:attrNameLst>
                                          <p:attrName>style.visibility</p:attrName>
                                        </p:attrNameLst>
                                      </p:cBhvr>
                                      <p:to>
                                        <p:strVal val="visible"/>
                                      </p:to>
                                    </p:set>
                                    <p:anim calcmode="lin" valueType="num">
                                      <p:cBhvr additive="base">
                                        <p:cTn id="7" dur="500" fill="hold"/>
                                        <p:tgtEl>
                                          <p:spTgt spid="31"/>
                                        </p:tgtEl>
                                        <p:attrNameLst>
                                          <p:attrName>ppt_x</p:attrName>
                                        </p:attrNameLst>
                                      </p:cBhvr>
                                      <p:tavLst>
                                        <p:tav tm="0">
                                          <p:val>
                                            <p:strVal val="#ppt_x"/>
                                          </p:val>
                                        </p:tav>
                                        <p:tav tm="100000">
                                          <p:val>
                                            <p:strVal val="#ppt_x"/>
                                          </p:val>
                                        </p:tav>
                                      </p:tavLst>
                                    </p:anim>
                                    <p:anim calcmode="lin" valueType="num">
                                      <p:cBhvr additive="base">
                                        <p:cTn id="8" dur="500" fill="hold"/>
                                        <p:tgtEl>
                                          <p:spTgt spid="31"/>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42" presetClass="entr" presetSubtype="0" fill="hold" grpId="0" nodeType="clickEffect">
                                  <p:stCondLst>
                                    <p:cond delay="0"/>
                                  </p:stCondLst>
                                  <p:childTnLst>
                                    <p:set>
                                      <p:cBhvr>
                                        <p:cTn id="12" dur="1" fill="hold">
                                          <p:stCondLst>
                                            <p:cond delay="0"/>
                                          </p:stCondLst>
                                        </p:cTn>
                                        <p:tgtEl>
                                          <p:spTgt spid="32"/>
                                        </p:tgtEl>
                                        <p:attrNameLst>
                                          <p:attrName>style.visibility</p:attrName>
                                        </p:attrNameLst>
                                      </p:cBhvr>
                                      <p:to>
                                        <p:strVal val="visible"/>
                                      </p:to>
                                    </p:set>
                                    <p:animEffect transition="in" filter="fade">
                                      <p:cBhvr>
                                        <p:cTn id="13" dur="1000"/>
                                        <p:tgtEl>
                                          <p:spTgt spid="32"/>
                                        </p:tgtEl>
                                      </p:cBhvr>
                                    </p:animEffect>
                                    <p:anim calcmode="lin" valueType="num">
                                      <p:cBhvr>
                                        <p:cTn id="14" dur="1000" fill="hold"/>
                                        <p:tgtEl>
                                          <p:spTgt spid="32"/>
                                        </p:tgtEl>
                                        <p:attrNameLst>
                                          <p:attrName>ppt_x</p:attrName>
                                        </p:attrNameLst>
                                      </p:cBhvr>
                                      <p:tavLst>
                                        <p:tav tm="0">
                                          <p:val>
                                            <p:strVal val="#ppt_x"/>
                                          </p:val>
                                        </p:tav>
                                        <p:tav tm="100000">
                                          <p:val>
                                            <p:strVal val="#ppt_x"/>
                                          </p:val>
                                        </p:tav>
                                      </p:tavLst>
                                    </p:anim>
                                    <p:anim calcmode="lin" valueType="num">
                                      <p:cBhvr>
                                        <p:cTn id="15" dur="1000" fill="hold"/>
                                        <p:tgtEl>
                                          <p:spTgt spid="32"/>
                                        </p:tgtEl>
                                        <p:attrNameLst>
                                          <p:attrName>ppt_y</p:attrName>
                                        </p:attrNameLst>
                                      </p:cBhvr>
                                      <p:tavLst>
                                        <p:tav tm="0">
                                          <p:val>
                                            <p:strVal val="#ppt_y+.1"/>
                                          </p:val>
                                        </p:tav>
                                        <p:tav tm="100000">
                                          <p:val>
                                            <p:strVal val="#ppt_y"/>
                                          </p:val>
                                        </p:tav>
                                      </p:tavLst>
                                    </p:anim>
                                  </p:childTnLst>
                                </p:cTn>
                              </p:par>
                            </p:childTnLst>
                          </p:cTn>
                        </p:par>
                      </p:childTnLst>
                    </p:cTn>
                  </p:par>
                  <p:par>
                    <p:cTn id="16" fill="hold">
                      <p:stCondLst>
                        <p:cond delay="indefinite"/>
                      </p:stCondLst>
                      <p:childTnLst>
                        <p:par>
                          <p:cTn id="17" fill="hold">
                            <p:stCondLst>
                              <p:cond delay="0"/>
                            </p:stCondLst>
                            <p:childTnLst>
                              <p:par>
                                <p:cTn id="18" presetID="42" presetClass="entr" presetSubtype="0" fill="hold" nodeType="clickEffect">
                                  <p:stCondLst>
                                    <p:cond delay="0"/>
                                  </p:stCondLst>
                                  <p:childTnLst>
                                    <p:set>
                                      <p:cBhvr>
                                        <p:cTn id="19" dur="1" fill="hold">
                                          <p:stCondLst>
                                            <p:cond delay="0"/>
                                          </p:stCondLst>
                                        </p:cTn>
                                        <p:tgtEl>
                                          <p:spTgt spid="34"/>
                                        </p:tgtEl>
                                        <p:attrNameLst>
                                          <p:attrName>style.visibility</p:attrName>
                                        </p:attrNameLst>
                                      </p:cBhvr>
                                      <p:to>
                                        <p:strVal val="visible"/>
                                      </p:to>
                                    </p:set>
                                    <p:animEffect transition="in" filter="fade">
                                      <p:cBhvr>
                                        <p:cTn id="20" dur="1000"/>
                                        <p:tgtEl>
                                          <p:spTgt spid="34"/>
                                        </p:tgtEl>
                                      </p:cBhvr>
                                    </p:animEffect>
                                    <p:anim calcmode="lin" valueType="num">
                                      <p:cBhvr>
                                        <p:cTn id="21" dur="1000" fill="hold"/>
                                        <p:tgtEl>
                                          <p:spTgt spid="34"/>
                                        </p:tgtEl>
                                        <p:attrNameLst>
                                          <p:attrName>ppt_x</p:attrName>
                                        </p:attrNameLst>
                                      </p:cBhvr>
                                      <p:tavLst>
                                        <p:tav tm="0">
                                          <p:val>
                                            <p:strVal val="#ppt_x"/>
                                          </p:val>
                                        </p:tav>
                                        <p:tav tm="100000">
                                          <p:val>
                                            <p:strVal val="#ppt_x"/>
                                          </p:val>
                                        </p:tav>
                                      </p:tavLst>
                                    </p:anim>
                                    <p:anim calcmode="lin" valueType="num">
                                      <p:cBhvr>
                                        <p:cTn id="22" dur="1000" fill="hold"/>
                                        <p:tgtEl>
                                          <p:spTgt spid="34"/>
                                        </p:tgtEl>
                                        <p:attrNameLst>
                                          <p:attrName>ppt_y</p:attrName>
                                        </p:attrNameLst>
                                      </p:cBhvr>
                                      <p:tavLst>
                                        <p:tav tm="0">
                                          <p:val>
                                            <p:strVal val="#ppt_y+.1"/>
                                          </p:val>
                                        </p:tav>
                                        <p:tav tm="100000">
                                          <p:val>
                                            <p:strVal val="#ppt_y"/>
                                          </p:val>
                                        </p:tav>
                                      </p:tavLst>
                                    </p:anim>
                                  </p:childTnLst>
                                </p:cTn>
                              </p:par>
                            </p:childTnLst>
                          </p:cTn>
                        </p:par>
                      </p:childTnLst>
                    </p:cTn>
                  </p:par>
                  <p:par>
                    <p:cTn id="23" fill="hold">
                      <p:stCondLst>
                        <p:cond delay="indefinite"/>
                      </p:stCondLst>
                      <p:childTnLst>
                        <p:par>
                          <p:cTn id="24" fill="hold">
                            <p:stCondLst>
                              <p:cond delay="0"/>
                            </p:stCondLst>
                            <p:childTnLst>
                              <p:par>
                                <p:cTn id="25" presetID="42" presetClass="entr" presetSubtype="0" fill="hold" grpId="0" nodeType="clickEffect">
                                  <p:stCondLst>
                                    <p:cond delay="0"/>
                                  </p:stCondLst>
                                  <p:childTnLst>
                                    <p:set>
                                      <p:cBhvr>
                                        <p:cTn id="26" dur="1" fill="hold">
                                          <p:stCondLst>
                                            <p:cond delay="0"/>
                                          </p:stCondLst>
                                        </p:cTn>
                                        <p:tgtEl>
                                          <p:spTgt spid="35"/>
                                        </p:tgtEl>
                                        <p:attrNameLst>
                                          <p:attrName>style.visibility</p:attrName>
                                        </p:attrNameLst>
                                      </p:cBhvr>
                                      <p:to>
                                        <p:strVal val="visible"/>
                                      </p:to>
                                    </p:set>
                                    <p:animEffect transition="in" filter="fade">
                                      <p:cBhvr>
                                        <p:cTn id="27" dur="1000"/>
                                        <p:tgtEl>
                                          <p:spTgt spid="35"/>
                                        </p:tgtEl>
                                      </p:cBhvr>
                                    </p:animEffect>
                                    <p:anim calcmode="lin" valueType="num">
                                      <p:cBhvr>
                                        <p:cTn id="28" dur="1000" fill="hold"/>
                                        <p:tgtEl>
                                          <p:spTgt spid="35"/>
                                        </p:tgtEl>
                                        <p:attrNameLst>
                                          <p:attrName>ppt_x</p:attrName>
                                        </p:attrNameLst>
                                      </p:cBhvr>
                                      <p:tavLst>
                                        <p:tav tm="0">
                                          <p:val>
                                            <p:strVal val="#ppt_x"/>
                                          </p:val>
                                        </p:tav>
                                        <p:tav tm="100000">
                                          <p:val>
                                            <p:strVal val="#ppt_x"/>
                                          </p:val>
                                        </p:tav>
                                      </p:tavLst>
                                    </p:anim>
                                    <p:anim calcmode="lin" valueType="num">
                                      <p:cBhvr>
                                        <p:cTn id="29" dur="1000" fill="hold"/>
                                        <p:tgtEl>
                                          <p:spTgt spid="35"/>
                                        </p:tgtEl>
                                        <p:attrNameLst>
                                          <p:attrName>ppt_y</p:attrName>
                                        </p:attrNameLst>
                                      </p:cBhvr>
                                      <p:tavLst>
                                        <p:tav tm="0">
                                          <p:val>
                                            <p:strVal val="#ppt_y+.1"/>
                                          </p:val>
                                        </p:tav>
                                        <p:tav tm="100000">
                                          <p:val>
                                            <p:strVal val="#ppt_y"/>
                                          </p:val>
                                        </p:tav>
                                      </p:tavLst>
                                    </p:anim>
                                  </p:childTnLst>
                                </p:cTn>
                              </p:par>
                            </p:childTnLst>
                          </p:cTn>
                        </p:par>
                      </p:childTnLst>
                    </p:cTn>
                  </p:par>
                  <p:par>
                    <p:cTn id="30" fill="hold">
                      <p:stCondLst>
                        <p:cond delay="indefinite"/>
                      </p:stCondLst>
                      <p:childTnLst>
                        <p:par>
                          <p:cTn id="31" fill="hold">
                            <p:stCondLst>
                              <p:cond delay="0"/>
                            </p:stCondLst>
                            <p:childTnLst>
                              <p:par>
                                <p:cTn id="32" presetID="42" presetClass="entr" presetSubtype="0" fill="hold" nodeType="clickEffect">
                                  <p:stCondLst>
                                    <p:cond delay="0"/>
                                  </p:stCondLst>
                                  <p:childTnLst>
                                    <p:set>
                                      <p:cBhvr>
                                        <p:cTn id="33" dur="1" fill="hold">
                                          <p:stCondLst>
                                            <p:cond delay="0"/>
                                          </p:stCondLst>
                                        </p:cTn>
                                        <p:tgtEl>
                                          <p:spTgt spid="36"/>
                                        </p:tgtEl>
                                        <p:attrNameLst>
                                          <p:attrName>style.visibility</p:attrName>
                                        </p:attrNameLst>
                                      </p:cBhvr>
                                      <p:to>
                                        <p:strVal val="visible"/>
                                      </p:to>
                                    </p:set>
                                    <p:animEffect transition="in" filter="fade">
                                      <p:cBhvr>
                                        <p:cTn id="34" dur="1000"/>
                                        <p:tgtEl>
                                          <p:spTgt spid="36"/>
                                        </p:tgtEl>
                                      </p:cBhvr>
                                    </p:animEffect>
                                    <p:anim calcmode="lin" valueType="num">
                                      <p:cBhvr>
                                        <p:cTn id="35" dur="1000" fill="hold"/>
                                        <p:tgtEl>
                                          <p:spTgt spid="36"/>
                                        </p:tgtEl>
                                        <p:attrNameLst>
                                          <p:attrName>ppt_x</p:attrName>
                                        </p:attrNameLst>
                                      </p:cBhvr>
                                      <p:tavLst>
                                        <p:tav tm="0">
                                          <p:val>
                                            <p:strVal val="#ppt_x"/>
                                          </p:val>
                                        </p:tav>
                                        <p:tav tm="100000">
                                          <p:val>
                                            <p:strVal val="#ppt_x"/>
                                          </p:val>
                                        </p:tav>
                                      </p:tavLst>
                                    </p:anim>
                                    <p:anim calcmode="lin" valueType="num">
                                      <p:cBhvr>
                                        <p:cTn id="36" dur="1000" fill="hold"/>
                                        <p:tgtEl>
                                          <p:spTgt spid="36"/>
                                        </p:tgtEl>
                                        <p:attrNameLst>
                                          <p:attrName>ppt_y</p:attrName>
                                        </p:attrNameLst>
                                      </p:cBhvr>
                                      <p:tavLst>
                                        <p:tav tm="0">
                                          <p:val>
                                            <p:strVal val="#ppt_y+.1"/>
                                          </p:val>
                                        </p:tav>
                                        <p:tav tm="100000">
                                          <p:val>
                                            <p:strVal val="#ppt_y"/>
                                          </p:val>
                                        </p:tav>
                                      </p:tavLst>
                                    </p:anim>
                                  </p:childTnLst>
                                </p:cTn>
                              </p:par>
                            </p:childTnLst>
                          </p:cTn>
                        </p:par>
                      </p:childTnLst>
                    </p:cTn>
                  </p:par>
                  <p:par>
                    <p:cTn id="37" fill="hold">
                      <p:stCondLst>
                        <p:cond delay="indefinite"/>
                      </p:stCondLst>
                      <p:childTnLst>
                        <p:par>
                          <p:cTn id="38" fill="hold">
                            <p:stCondLst>
                              <p:cond delay="0"/>
                            </p:stCondLst>
                            <p:childTnLst>
                              <p:par>
                                <p:cTn id="39" presetID="42" presetClass="entr" presetSubtype="0" fill="hold" nodeType="clickEffect">
                                  <p:stCondLst>
                                    <p:cond delay="0"/>
                                  </p:stCondLst>
                                  <p:childTnLst>
                                    <p:set>
                                      <p:cBhvr>
                                        <p:cTn id="40" dur="1" fill="hold">
                                          <p:stCondLst>
                                            <p:cond delay="0"/>
                                          </p:stCondLst>
                                        </p:cTn>
                                        <p:tgtEl>
                                          <p:spTgt spid="37"/>
                                        </p:tgtEl>
                                        <p:attrNameLst>
                                          <p:attrName>style.visibility</p:attrName>
                                        </p:attrNameLst>
                                      </p:cBhvr>
                                      <p:to>
                                        <p:strVal val="visible"/>
                                      </p:to>
                                    </p:set>
                                    <p:animEffect transition="in" filter="fade">
                                      <p:cBhvr>
                                        <p:cTn id="41" dur="1000"/>
                                        <p:tgtEl>
                                          <p:spTgt spid="37"/>
                                        </p:tgtEl>
                                      </p:cBhvr>
                                    </p:animEffect>
                                    <p:anim calcmode="lin" valueType="num">
                                      <p:cBhvr>
                                        <p:cTn id="42" dur="1000" fill="hold"/>
                                        <p:tgtEl>
                                          <p:spTgt spid="37"/>
                                        </p:tgtEl>
                                        <p:attrNameLst>
                                          <p:attrName>ppt_x</p:attrName>
                                        </p:attrNameLst>
                                      </p:cBhvr>
                                      <p:tavLst>
                                        <p:tav tm="0">
                                          <p:val>
                                            <p:strVal val="#ppt_x"/>
                                          </p:val>
                                        </p:tav>
                                        <p:tav tm="100000">
                                          <p:val>
                                            <p:strVal val="#ppt_x"/>
                                          </p:val>
                                        </p:tav>
                                      </p:tavLst>
                                    </p:anim>
                                    <p:anim calcmode="lin" valueType="num">
                                      <p:cBhvr>
                                        <p:cTn id="43" dur="1000" fill="hold"/>
                                        <p:tgtEl>
                                          <p:spTgt spid="37"/>
                                        </p:tgtEl>
                                        <p:attrNameLst>
                                          <p:attrName>ppt_y</p:attrName>
                                        </p:attrNameLst>
                                      </p:cBhvr>
                                      <p:tavLst>
                                        <p:tav tm="0">
                                          <p:val>
                                            <p:strVal val="#ppt_y+.1"/>
                                          </p:val>
                                        </p:tav>
                                        <p:tav tm="100000">
                                          <p:val>
                                            <p:strVal val="#ppt_y"/>
                                          </p:val>
                                        </p:tav>
                                      </p:tavLst>
                                    </p:anim>
                                  </p:childTnLst>
                                </p:cTn>
                              </p:par>
                            </p:childTnLst>
                          </p:cTn>
                        </p:par>
                      </p:childTnLst>
                    </p:cTn>
                  </p:par>
                  <p:par>
                    <p:cTn id="44" fill="hold">
                      <p:stCondLst>
                        <p:cond delay="indefinite"/>
                      </p:stCondLst>
                      <p:childTnLst>
                        <p:par>
                          <p:cTn id="45" fill="hold">
                            <p:stCondLst>
                              <p:cond delay="0"/>
                            </p:stCondLst>
                            <p:childTnLst>
                              <p:par>
                                <p:cTn id="46" presetID="42" presetClass="entr" presetSubtype="0" fill="hold" grpId="0" nodeType="clickEffect">
                                  <p:stCondLst>
                                    <p:cond delay="0"/>
                                  </p:stCondLst>
                                  <p:childTnLst>
                                    <p:set>
                                      <p:cBhvr>
                                        <p:cTn id="47" dur="1" fill="hold">
                                          <p:stCondLst>
                                            <p:cond delay="0"/>
                                          </p:stCondLst>
                                        </p:cTn>
                                        <p:tgtEl>
                                          <p:spTgt spid="33"/>
                                        </p:tgtEl>
                                        <p:attrNameLst>
                                          <p:attrName>style.visibility</p:attrName>
                                        </p:attrNameLst>
                                      </p:cBhvr>
                                      <p:to>
                                        <p:strVal val="visible"/>
                                      </p:to>
                                    </p:set>
                                    <p:animEffect transition="in" filter="fade">
                                      <p:cBhvr>
                                        <p:cTn id="48" dur="1000"/>
                                        <p:tgtEl>
                                          <p:spTgt spid="33"/>
                                        </p:tgtEl>
                                      </p:cBhvr>
                                    </p:animEffect>
                                    <p:anim calcmode="lin" valueType="num">
                                      <p:cBhvr>
                                        <p:cTn id="49" dur="1000" fill="hold"/>
                                        <p:tgtEl>
                                          <p:spTgt spid="33"/>
                                        </p:tgtEl>
                                        <p:attrNameLst>
                                          <p:attrName>ppt_x</p:attrName>
                                        </p:attrNameLst>
                                      </p:cBhvr>
                                      <p:tavLst>
                                        <p:tav tm="0">
                                          <p:val>
                                            <p:strVal val="#ppt_x"/>
                                          </p:val>
                                        </p:tav>
                                        <p:tav tm="100000">
                                          <p:val>
                                            <p:strVal val="#ppt_x"/>
                                          </p:val>
                                        </p:tav>
                                      </p:tavLst>
                                    </p:anim>
                                    <p:anim calcmode="lin" valueType="num">
                                      <p:cBhvr>
                                        <p:cTn id="50" dur="1000" fill="hold"/>
                                        <p:tgtEl>
                                          <p:spTgt spid="33"/>
                                        </p:tgtEl>
                                        <p:attrNameLst>
                                          <p:attrName>ppt_y</p:attrName>
                                        </p:attrNameLst>
                                      </p:cBhvr>
                                      <p:tavLst>
                                        <p:tav tm="0">
                                          <p:val>
                                            <p:strVal val="#ppt_y+.1"/>
                                          </p:val>
                                        </p:tav>
                                        <p:tav tm="100000">
                                          <p:val>
                                            <p:strVal val="#ppt_y"/>
                                          </p:val>
                                        </p:tav>
                                      </p:tavLst>
                                    </p:anim>
                                  </p:childTnLst>
                                </p:cTn>
                              </p:par>
                            </p:childTnLst>
                          </p:cTn>
                        </p:par>
                      </p:childTnLst>
                    </p:cTn>
                  </p:par>
                  <p:par>
                    <p:cTn id="51" fill="hold">
                      <p:stCondLst>
                        <p:cond delay="indefinite"/>
                      </p:stCondLst>
                      <p:childTnLst>
                        <p:par>
                          <p:cTn id="52" fill="hold">
                            <p:stCondLst>
                              <p:cond delay="0"/>
                            </p:stCondLst>
                            <p:childTnLst>
                              <p:par>
                                <p:cTn id="53" presetID="42" presetClass="entr" presetSubtype="0" fill="hold" grpId="0" nodeType="clickEffect">
                                  <p:stCondLst>
                                    <p:cond delay="0"/>
                                  </p:stCondLst>
                                  <p:childTnLst>
                                    <p:set>
                                      <p:cBhvr>
                                        <p:cTn id="54" dur="1" fill="hold">
                                          <p:stCondLst>
                                            <p:cond delay="0"/>
                                          </p:stCondLst>
                                        </p:cTn>
                                        <p:tgtEl>
                                          <p:spTgt spid="39"/>
                                        </p:tgtEl>
                                        <p:attrNameLst>
                                          <p:attrName>style.visibility</p:attrName>
                                        </p:attrNameLst>
                                      </p:cBhvr>
                                      <p:to>
                                        <p:strVal val="visible"/>
                                      </p:to>
                                    </p:set>
                                    <p:animEffect transition="in" filter="fade">
                                      <p:cBhvr>
                                        <p:cTn id="55" dur="1000"/>
                                        <p:tgtEl>
                                          <p:spTgt spid="39"/>
                                        </p:tgtEl>
                                      </p:cBhvr>
                                    </p:animEffect>
                                    <p:anim calcmode="lin" valueType="num">
                                      <p:cBhvr>
                                        <p:cTn id="56" dur="1000" fill="hold"/>
                                        <p:tgtEl>
                                          <p:spTgt spid="39"/>
                                        </p:tgtEl>
                                        <p:attrNameLst>
                                          <p:attrName>ppt_x</p:attrName>
                                        </p:attrNameLst>
                                      </p:cBhvr>
                                      <p:tavLst>
                                        <p:tav tm="0">
                                          <p:val>
                                            <p:strVal val="#ppt_x"/>
                                          </p:val>
                                        </p:tav>
                                        <p:tav tm="100000">
                                          <p:val>
                                            <p:strVal val="#ppt_x"/>
                                          </p:val>
                                        </p:tav>
                                      </p:tavLst>
                                    </p:anim>
                                    <p:anim calcmode="lin" valueType="num">
                                      <p:cBhvr>
                                        <p:cTn id="57" dur="1000" fill="hold"/>
                                        <p:tgtEl>
                                          <p:spTgt spid="39"/>
                                        </p:tgtEl>
                                        <p:attrNameLst>
                                          <p:attrName>ppt_y</p:attrName>
                                        </p:attrNameLst>
                                      </p:cBhvr>
                                      <p:tavLst>
                                        <p:tav tm="0">
                                          <p:val>
                                            <p:strVal val="#ppt_y+.1"/>
                                          </p:val>
                                        </p:tav>
                                        <p:tav tm="100000">
                                          <p:val>
                                            <p:strVal val="#ppt_y"/>
                                          </p:val>
                                        </p:tav>
                                      </p:tavLst>
                                    </p:anim>
                                  </p:childTnLst>
                                </p:cTn>
                              </p:par>
                            </p:childTnLst>
                          </p:cTn>
                        </p:par>
                      </p:childTnLst>
                    </p:cTn>
                  </p:par>
                  <p:par>
                    <p:cTn id="58" fill="hold">
                      <p:stCondLst>
                        <p:cond delay="indefinite"/>
                      </p:stCondLst>
                      <p:childTnLst>
                        <p:par>
                          <p:cTn id="59" fill="hold">
                            <p:stCondLst>
                              <p:cond delay="0"/>
                            </p:stCondLst>
                            <p:childTnLst>
                              <p:par>
                                <p:cTn id="60" presetID="42" presetClass="entr" presetSubtype="0" fill="hold" nodeType="clickEffect">
                                  <p:stCondLst>
                                    <p:cond delay="0"/>
                                  </p:stCondLst>
                                  <p:childTnLst>
                                    <p:set>
                                      <p:cBhvr>
                                        <p:cTn id="61" dur="1" fill="hold">
                                          <p:stCondLst>
                                            <p:cond delay="0"/>
                                          </p:stCondLst>
                                        </p:cTn>
                                        <p:tgtEl>
                                          <p:spTgt spid="41"/>
                                        </p:tgtEl>
                                        <p:attrNameLst>
                                          <p:attrName>style.visibility</p:attrName>
                                        </p:attrNameLst>
                                      </p:cBhvr>
                                      <p:to>
                                        <p:strVal val="visible"/>
                                      </p:to>
                                    </p:set>
                                    <p:animEffect transition="in" filter="fade">
                                      <p:cBhvr>
                                        <p:cTn id="62" dur="1000"/>
                                        <p:tgtEl>
                                          <p:spTgt spid="41"/>
                                        </p:tgtEl>
                                      </p:cBhvr>
                                    </p:animEffect>
                                    <p:anim calcmode="lin" valueType="num">
                                      <p:cBhvr>
                                        <p:cTn id="63" dur="1000" fill="hold"/>
                                        <p:tgtEl>
                                          <p:spTgt spid="41"/>
                                        </p:tgtEl>
                                        <p:attrNameLst>
                                          <p:attrName>ppt_x</p:attrName>
                                        </p:attrNameLst>
                                      </p:cBhvr>
                                      <p:tavLst>
                                        <p:tav tm="0">
                                          <p:val>
                                            <p:strVal val="#ppt_x"/>
                                          </p:val>
                                        </p:tav>
                                        <p:tav tm="100000">
                                          <p:val>
                                            <p:strVal val="#ppt_x"/>
                                          </p:val>
                                        </p:tav>
                                      </p:tavLst>
                                    </p:anim>
                                    <p:anim calcmode="lin" valueType="num">
                                      <p:cBhvr>
                                        <p:cTn id="64" dur="1000" fill="hold"/>
                                        <p:tgtEl>
                                          <p:spTgt spid="41"/>
                                        </p:tgtEl>
                                        <p:attrNameLst>
                                          <p:attrName>ppt_y</p:attrName>
                                        </p:attrNameLst>
                                      </p:cBhvr>
                                      <p:tavLst>
                                        <p:tav tm="0">
                                          <p:val>
                                            <p:strVal val="#ppt_y+.1"/>
                                          </p:val>
                                        </p:tav>
                                        <p:tav tm="100000">
                                          <p:val>
                                            <p:strVal val="#ppt_y"/>
                                          </p:val>
                                        </p:tav>
                                      </p:tavLst>
                                    </p:anim>
                                  </p:childTnLst>
                                </p:cTn>
                              </p:par>
                            </p:childTnLst>
                          </p:cTn>
                        </p:par>
                      </p:childTnLst>
                    </p:cTn>
                  </p:par>
                  <p:par>
                    <p:cTn id="65" fill="hold">
                      <p:stCondLst>
                        <p:cond delay="indefinite"/>
                      </p:stCondLst>
                      <p:childTnLst>
                        <p:par>
                          <p:cTn id="66" fill="hold">
                            <p:stCondLst>
                              <p:cond delay="0"/>
                            </p:stCondLst>
                            <p:childTnLst>
                              <p:par>
                                <p:cTn id="67" presetID="42" presetClass="entr" presetSubtype="0" fill="hold" grpId="0" nodeType="clickEffect">
                                  <p:stCondLst>
                                    <p:cond delay="0"/>
                                  </p:stCondLst>
                                  <p:childTnLst>
                                    <p:set>
                                      <p:cBhvr>
                                        <p:cTn id="68" dur="1" fill="hold">
                                          <p:stCondLst>
                                            <p:cond delay="0"/>
                                          </p:stCondLst>
                                        </p:cTn>
                                        <p:tgtEl>
                                          <p:spTgt spid="42"/>
                                        </p:tgtEl>
                                        <p:attrNameLst>
                                          <p:attrName>style.visibility</p:attrName>
                                        </p:attrNameLst>
                                      </p:cBhvr>
                                      <p:to>
                                        <p:strVal val="visible"/>
                                      </p:to>
                                    </p:set>
                                    <p:animEffect transition="in" filter="fade">
                                      <p:cBhvr>
                                        <p:cTn id="69" dur="1000"/>
                                        <p:tgtEl>
                                          <p:spTgt spid="42"/>
                                        </p:tgtEl>
                                      </p:cBhvr>
                                    </p:animEffect>
                                    <p:anim calcmode="lin" valueType="num">
                                      <p:cBhvr>
                                        <p:cTn id="70" dur="1000" fill="hold"/>
                                        <p:tgtEl>
                                          <p:spTgt spid="42"/>
                                        </p:tgtEl>
                                        <p:attrNameLst>
                                          <p:attrName>ppt_x</p:attrName>
                                        </p:attrNameLst>
                                      </p:cBhvr>
                                      <p:tavLst>
                                        <p:tav tm="0">
                                          <p:val>
                                            <p:strVal val="#ppt_x"/>
                                          </p:val>
                                        </p:tav>
                                        <p:tav tm="100000">
                                          <p:val>
                                            <p:strVal val="#ppt_x"/>
                                          </p:val>
                                        </p:tav>
                                      </p:tavLst>
                                    </p:anim>
                                    <p:anim calcmode="lin" valueType="num">
                                      <p:cBhvr>
                                        <p:cTn id="71" dur="1000" fill="hold"/>
                                        <p:tgtEl>
                                          <p:spTgt spid="42"/>
                                        </p:tgtEl>
                                        <p:attrNameLst>
                                          <p:attrName>ppt_y</p:attrName>
                                        </p:attrNameLst>
                                      </p:cBhvr>
                                      <p:tavLst>
                                        <p:tav tm="0">
                                          <p:val>
                                            <p:strVal val="#ppt_y+.1"/>
                                          </p:val>
                                        </p:tav>
                                        <p:tav tm="100000">
                                          <p:val>
                                            <p:strVal val="#ppt_y"/>
                                          </p:val>
                                        </p:tav>
                                      </p:tavLst>
                                    </p:anim>
                                  </p:childTnLst>
                                </p:cTn>
                              </p:par>
                            </p:childTnLst>
                          </p:cTn>
                        </p:par>
                      </p:childTnLst>
                    </p:cTn>
                  </p:par>
                  <p:par>
                    <p:cTn id="72" fill="hold">
                      <p:stCondLst>
                        <p:cond delay="indefinite"/>
                      </p:stCondLst>
                      <p:childTnLst>
                        <p:par>
                          <p:cTn id="73" fill="hold">
                            <p:stCondLst>
                              <p:cond delay="0"/>
                            </p:stCondLst>
                            <p:childTnLst>
                              <p:par>
                                <p:cTn id="74" presetID="42" presetClass="entr" presetSubtype="0" fill="hold" nodeType="clickEffect">
                                  <p:stCondLst>
                                    <p:cond delay="0"/>
                                  </p:stCondLst>
                                  <p:childTnLst>
                                    <p:set>
                                      <p:cBhvr>
                                        <p:cTn id="75" dur="1" fill="hold">
                                          <p:stCondLst>
                                            <p:cond delay="0"/>
                                          </p:stCondLst>
                                        </p:cTn>
                                        <p:tgtEl>
                                          <p:spTgt spid="43"/>
                                        </p:tgtEl>
                                        <p:attrNameLst>
                                          <p:attrName>style.visibility</p:attrName>
                                        </p:attrNameLst>
                                      </p:cBhvr>
                                      <p:to>
                                        <p:strVal val="visible"/>
                                      </p:to>
                                    </p:set>
                                    <p:animEffect transition="in" filter="fade">
                                      <p:cBhvr>
                                        <p:cTn id="76" dur="1000"/>
                                        <p:tgtEl>
                                          <p:spTgt spid="43"/>
                                        </p:tgtEl>
                                      </p:cBhvr>
                                    </p:animEffect>
                                    <p:anim calcmode="lin" valueType="num">
                                      <p:cBhvr>
                                        <p:cTn id="77" dur="1000" fill="hold"/>
                                        <p:tgtEl>
                                          <p:spTgt spid="43"/>
                                        </p:tgtEl>
                                        <p:attrNameLst>
                                          <p:attrName>ppt_x</p:attrName>
                                        </p:attrNameLst>
                                      </p:cBhvr>
                                      <p:tavLst>
                                        <p:tav tm="0">
                                          <p:val>
                                            <p:strVal val="#ppt_x"/>
                                          </p:val>
                                        </p:tav>
                                        <p:tav tm="100000">
                                          <p:val>
                                            <p:strVal val="#ppt_x"/>
                                          </p:val>
                                        </p:tav>
                                      </p:tavLst>
                                    </p:anim>
                                    <p:anim calcmode="lin" valueType="num">
                                      <p:cBhvr>
                                        <p:cTn id="78" dur="1000" fill="hold"/>
                                        <p:tgtEl>
                                          <p:spTgt spid="4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2" grpId="0"/>
      <p:bldP spid="33" grpId="0"/>
      <p:bldP spid="35" grpId="0"/>
      <p:bldP spid="39" grpId="0"/>
      <p:bldP spid="42"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35E6AE54-DE2D-DBA3-84C7-1BE12A0F7DBD}"/>
              </a:ext>
            </a:extLst>
          </p:cNvPr>
          <p:cNvSpPr txBox="1"/>
          <p:nvPr/>
        </p:nvSpPr>
        <p:spPr>
          <a:xfrm>
            <a:off x="170687" y="109513"/>
            <a:ext cx="11863773" cy="1200329"/>
          </a:xfrm>
          <a:prstGeom prst="rect">
            <a:avLst/>
          </a:prstGeom>
          <a:noFill/>
        </p:spPr>
        <p:txBody>
          <a:bodyPr wrap="square" rtlCol="0">
            <a:spAutoFit/>
          </a:bodyPr>
          <a:lstStyle/>
          <a:p>
            <a:pPr algn="just"/>
            <a:r>
              <a:rPr lang="en-US" b="1" i="1">
                <a:solidFill>
                  <a:srgbClr val="FF0000"/>
                </a:solidFill>
              </a:rPr>
              <a:t>Bài tập 5.4. (Bài 4c trang 4).</a:t>
            </a:r>
            <a:r>
              <a:rPr lang="en-US"/>
              <a:t> Mặt cầu của một thấu kính phẳng, một mặt lồi được đặt tiếp xúc với một bản thủy tinh phẳng. Chiết suất của thấu kính và bản thủy tinh lần lượt bằng n</a:t>
            </a:r>
            <a:r>
              <a:rPr lang="en-US" baseline="-25000"/>
              <a:t>1</a:t>
            </a:r>
            <a:r>
              <a:rPr lang="en-US"/>
              <a:t> = 1,5 và n</a:t>
            </a:r>
            <a:r>
              <a:rPr lang="en-US" baseline="-25000"/>
              <a:t>2</a:t>
            </a:r>
            <a:r>
              <a:rPr lang="en-US"/>
              <a:t> = 1,7. Bán kính cong của mặt cầu của thấu kính là                     R = 100 cm, khoảng không gian giữa thấu kính và bản phẳng chứa đầy một chất có chiết suất n =1,63. Xác định bán kính của vân tối thứ năm nếu quan sát vân giao thoa bằng ánh sáng phản xạ. Cho bước sóng của ánh sáng </a:t>
            </a:r>
            <a:r>
              <a:rPr lang="en-US">
                <a:sym typeface="Symbol" panose="05050102010706020507" pitchFamily="18" charset="2"/>
              </a:rPr>
              <a:t> = 0,5 m</a:t>
            </a:r>
            <a:r>
              <a:rPr lang="en-US" sz="1600"/>
              <a:t>.</a:t>
            </a:r>
            <a:endParaRPr lang="en-US" b="1" i="1">
              <a:solidFill>
                <a:srgbClr val="FF0000"/>
              </a:solidFill>
            </a:endParaRPr>
          </a:p>
        </p:txBody>
      </p:sp>
      <p:sp>
        <p:nvSpPr>
          <p:cNvPr id="3" name="TextBox 2">
            <a:extLst>
              <a:ext uri="{FF2B5EF4-FFF2-40B4-BE49-F238E27FC236}">
                <a16:creationId xmlns:a16="http://schemas.microsoft.com/office/drawing/2014/main" id="{67B88E92-DE50-60FA-44D2-EF6AEED78F73}"/>
              </a:ext>
            </a:extLst>
          </p:cNvPr>
          <p:cNvSpPr txBox="1"/>
          <p:nvPr/>
        </p:nvSpPr>
        <p:spPr>
          <a:xfrm>
            <a:off x="2810420" y="1433635"/>
            <a:ext cx="1510670" cy="369332"/>
          </a:xfrm>
          <a:prstGeom prst="rect">
            <a:avLst/>
          </a:prstGeom>
          <a:noFill/>
        </p:spPr>
        <p:txBody>
          <a:bodyPr wrap="square" rtlCol="0">
            <a:spAutoFit/>
          </a:bodyPr>
          <a:lstStyle/>
          <a:p>
            <a:r>
              <a:rPr lang="en-US" b="1">
                <a:solidFill>
                  <a:srgbClr val="FF0000"/>
                </a:solidFill>
              </a:rPr>
              <a:t>LỜI GIẢI</a:t>
            </a:r>
          </a:p>
        </p:txBody>
      </p:sp>
      <p:sp>
        <p:nvSpPr>
          <p:cNvPr id="4" name="TextBox 3">
            <a:extLst>
              <a:ext uri="{FF2B5EF4-FFF2-40B4-BE49-F238E27FC236}">
                <a16:creationId xmlns:a16="http://schemas.microsoft.com/office/drawing/2014/main" id="{1A34D63D-1F92-8042-D5D3-1F826DB9D3B5}"/>
              </a:ext>
            </a:extLst>
          </p:cNvPr>
          <p:cNvSpPr txBox="1"/>
          <p:nvPr/>
        </p:nvSpPr>
        <p:spPr>
          <a:xfrm>
            <a:off x="216298" y="1761093"/>
            <a:ext cx="7621803" cy="369332"/>
          </a:xfrm>
          <a:prstGeom prst="rect">
            <a:avLst/>
          </a:prstGeom>
          <a:noFill/>
        </p:spPr>
        <p:txBody>
          <a:bodyPr wrap="square">
            <a:spAutoFit/>
          </a:bodyPr>
          <a:lstStyle/>
          <a:p>
            <a:r>
              <a:rPr lang="en-US"/>
              <a:t>+ Hệ thống tạo vân tròn Newton như hình bên.</a:t>
            </a:r>
          </a:p>
        </p:txBody>
      </p:sp>
      <p:grpSp>
        <p:nvGrpSpPr>
          <p:cNvPr id="41" name="Group 40">
            <a:extLst>
              <a:ext uri="{FF2B5EF4-FFF2-40B4-BE49-F238E27FC236}">
                <a16:creationId xmlns:a16="http://schemas.microsoft.com/office/drawing/2014/main" id="{E2DD9453-FFE5-71C1-8BB0-9A288C10A6F2}"/>
              </a:ext>
            </a:extLst>
          </p:cNvPr>
          <p:cNvGrpSpPr/>
          <p:nvPr/>
        </p:nvGrpSpPr>
        <p:grpSpPr>
          <a:xfrm>
            <a:off x="8077036" y="1639026"/>
            <a:ext cx="3887274" cy="3617232"/>
            <a:chOff x="8113612" y="1309842"/>
            <a:chExt cx="3887274" cy="3617232"/>
          </a:xfrm>
        </p:grpSpPr>
        <p:grpSp>
          <p:nvGrpSpPr>
            <p:cNvPr id="42" name="Group 41">
              <a:extLst>
                <a:ext uri="{FF2B5EF4-FFF2-40B4-BE49-F238E27FC236}">
                  <a16:creationId xmlns:a16="http://schemas.microsoft.com/office/drawing/2014/main" id="{040771CC-081E-A140-AE7C-06FADF7B685A}"/>
                </a:ext>
              </a:extLst>
            </p:cNvPr>
            <p:cNvGrpSpPr/>
            <p:nvPr/>
          </p:nvGrpSpPr>
          <p:grpSpPr>
            <a:xfrm>
              <a:off x="8113612" y="3477134"/>
              <a:ext cx="2171626" cy="887280"/>
              <a:chOff x="3023616" y="3514032"/>
              <a:chExt cx="2171626" cy="887280"/>
            </a:xfrm>
          </p:grpSpPr>
          <p:grpSp>
            <p:nvGrpSpPr>
              <p:cNvPr id="52" name="Group 51">
                <a:extLst>
                  <a:ext uri="{FF2B5EF4-FFF2-40B4-BE49-F238E27FC236}">
                    <a16:creationId xmlns:a16="http://schemas.microsoft.com/office/drawing/2014/main" id="{622A58A3-F6F7-E36A-8A4F-A9BDEB911A6D}"/>
                  </a:ext>
                </a:extLst>
              </p:cNvPr>
              <p:cNvGrpSpPr/>
              <p:nvPr/>
            </p:nvGrpSpPr>
            <p:grpSpPr>
              <a:xfrm>
                <a:off x="3023616" y="3514032"/>
                <a:ext cx="2171626" cy="646331"/>
                <a:chOff x="3023616" y="3514032"/>
                <a:chExt cx="2171626" cy="646331"/>
              </a:xfrm>
            </p:grpSpPr>
            <p:sp>
              <p:nvSpPr>
                <p:cNvPr id="54" name="Rectangle 53">
                  <a:extLst>
                    <a:ext uri="{FF2B5EF4-FFF2-40B4-BE49-F238E27FC236}">
                      <a16:creationId xmlns:a16="http://schemas.microsoft.com/office/drawing/2014/main" id="{ED68CB55-9A6E-4F90-FCFE-031DA7E90B62}"/>
                    </a:ext>
                  </a:extLst>
                </p:cNvPr>
                <p:cNvSpPr/>
                <p:nvPr/>
              </p:nvSpPr>
              <p:spPr>
                <a:xfrm>
                  <a:off x="3112799" y="3514032"/>
                  <a:ext cx="1926336" cy="646331"/>
                </a:xfrm>
                <a:prstGeom prst="rect">
                  <a:avLst/>
                </a:prstGeom>
                <a:solidFill>
                  <a:schemeClr val="accent2">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5" name="Picture 54">
                  <a:extLst>
                    <a:ext uri="{FF2B5EF4-FFF2-40B4-BE49-F238E27FC236}">
                      <a16:creationId xmlns:a16="http://schemas.microsoft.com/office/drawing/2014/main" id="{108DD1D9-9372-FBDE-0A34-E0E9251282AD}"/>
                    </a:ext>
                  </a:extLst>
                </p:cNvPr>
                <p:cNvPicPr>
                  <a:picLocks noChangeAspect="1"/>
                </p:cNvPicPr>
                <p:nvPr/>
              </p:nvPicPr>
              <p:blipFill>
                <a:blip r:embed="rId2"/>
                <a:srcRect l="-1" t="69732" r="-2888" b="-354"/>
                <a:stretch/>
              </p:blipFill>
              <p:spPr>
                <a:xfrm>
                  <a:off x="3023616" y="3514032"/>
                  <a:ext cx="2171626" cy="646331"/>
                </a:xfrm>
                <a:prstGeom prst="rect">
                  <a:avLst/>
                </a:prstGeom>
                <a:ln>
                  <a:noFill/>
                </a:ln>
              </p:spPr>
            </p:pic>
          </p:grpSp>
          <p:sp>
            <p:nvSpPr>
              <p:cNvPr id="53" name="Rectangle 52">
                <a:extLst>
                  <a:ext uri="{FF2B5EF4-FFF2-40B4-BE49-F238E27FC236}">
                    <a16:creationId xmlns:a16="http://schemas.microsoft.com/office/drawing/2014/main" id="{A4A84253-6BC3-7062-F704-71DBF619BF77}"/>
                  </a:ext>
                </a:extLst>
              </p:cNvPr>
              <p:cNvSpPr/>
              <p:nvPr/>
            </p:nvSpPr>
            <p:spPr>
              <a:xfrm>
                <a:off x="3112799" y="4150020"/>
                <a:ext cx="1926336" cy="251292"/>
              </a:xfrm>
              <a:prstGeom prst="rect">
                <a:avLst/>
              </a:prstGeom>
              <a:solidFill>
                <a:schemeClr val="accent6">
                  <a:lumMod val="20000"/>
                  <a:lumOff val="8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cxnSp>
          <p:nvCxnSpPr>
            <p:cNvPr id="43" name="Straight Connector 42">
              <a:extLst>
                <a:ext uri="{FF2B5EF4-FFF2-40B4-BE49-F238E27FC236}">
                  <a16:creationId xmlns:a16="http://schemas.microsoft.com/office/drawing/2014/main" id="{6060AF8A-9E7F-92C5-9D12-64999EA39B7B}"/>
                </a:ext>
              </a:extLst>
            </p:cNvPr>
            <p:cNvCxnSpPr/>
            <p:nvPr/>
          </p:nvCxnSpPr>
          <p:spPr>
            <a:xfrm flipV="1">
              <a:off x="8223340" y="1700885"/>
              <a:ext cx="938784" cy="1773513"/>
            </a:xfrm>
            <a:prstGeom prst="line">
              <a:avLst/>
            </a:prstGeom>
            <a:ln>
              <a:solidFill>
                <a:schemeClr val="tx1"/>
              </a:solidFill>
              <a:headEnd type="oval" w="med" len="med"/>
              <a:tailEnd type="oval" w="med" len="med"/>
            </a:ln>
          </p:spPr>
          <p:style>
            <a:lnRef idx="1">
              <a:schemeClr val="accent1"/>
            </a:lnRef>
            <a:fillRef idx="0">
              <a:schemeClr val="accent1"/>
            </a:fillRef>
            <a:effectRef idx="0">
              <a:schemeClr val="accent1"/>
            </a:effectRef>
            <a:fontRef idx="minor">
              <a:schemeClr val="tx1"/>
            </a:fontRef>
          </p:style>
        </p:cxnSp>
        <p:cxnSp>
          <p:nvCxnSpPr>
            <p:cNvPr id="44" name="Straight Arrow Connector 43">
              <a:extLst>
                <a:ext uri="{FF2B5EF4-FFF2-40B4-BE49-F238E27FC236}">
                  <a16:creationId xmlns:a16="http://schemas.microsoft.com/office/drawing/2014/main" id="{6F6492D2-CAD5-06CB-C571-93FA587D350D}"/>
                </a:ext>
              </a:extLst>
            </p:cNvPr>
            <p:cNvCxnSpPr/>
            <p:nvPr/>
          </p:nvCxnSpPr>
          <p:spPr>
            <a:xfrm flipV="1">
              <a:off x="9869260" y="3145214"/>
              <a:ext cx="877824" cy="54864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45" name="TextBox 44">
              <a:extLst>
                <a:ext uri="{FF2B5EF4-FFF2-40B4-BE49-F238E27FC236}">
                  <a16:creationId xmlns:a16="http://schemas.microsoft.com/office/drawing/2014/main" id="{9353A886-AA5D-F8EE-59FA-8BF6AB513660}"/>
                </a:ext>
              </a:extLst>
            </p:cNvPr>
            <p:cNvSpPr txBox="1"/>
            <p:nvPr/>
          </p:nvSpPr>
          <p:spPr>
            <a:xfrm>
              <a:off x="10686124" y="2586885"/>
              <a:ext cx="1109472" cy="923330"/>
            </a:xfrm>
            <a:prstGeom prst="rect">
              <a:avLst/>
            </a:prstGeom>
            <a:noFill/>
          </p:spPr>
          <p:txBody>
            <a:bodyPr wrap="square" rtlCol="0">
              <a:spAutoFit/>
            </a:bodyPr>
            <a:lstStyle/>
            <a:p>
              <a:pPr algn="ctr"/>
              <a:r>
                <a:rPr lang="en-US"/>
                <a:t>Thấu kính </a:t>
              </a:r>
            </a:p>
            <a:p>
              <a:pPr algn="ctr"/>
              <a:r>
                <a:rPr lang="en-US"/>
                <a:t>phẳng lồi</a:t>
              </a:r>
            </a:p>
            <a:p>
              <a:pPr algn="ctr"/>
              <a:r>
                <a:rPr lang="en-US"/>
                <a:t>n</a:t>
              </a:r>
              <a:r>
                <a:rPr lang="en-US" baseline="-25000"/>
                <a:t>1</a:t>
              </a:r>
              <a:r>
                <a:rPr lang="en-US"/>
                <a:t> = 1,5</a:t>
              </a:r>
            </a:p>
          </p:txBody>
        </p:sp>
        <p:cxnSp>
          <p:nvCxnSpPr>
            <p:cNvPr id="46" name="Straight Connector 45">
              <a:extLst>
                <a:ext uri="{FF2B5EF4-FFF2-40B4-BE49-F238E27FC236}">
                  <a16:creationId xmlns:a16="http://schemas.microsoft.com/office/drawing/2014/main" id="{FBD0F01B-CEF5-814E-5573-69876A0CC7F8}"/>
                </a:ext>
              </a:extLst>
            </p:cNvPr>
            <p:cNvCxnSpPr>
              <a:cxnSpLocks/>
            </p:cNvCxnSpPr>
            <p:nvPr/>
          </p:nvCxnSpPr>
          <p:spPr>
            <a:xfrm>
              <a:off x="9541526" y="4329842"/>
              <a:ext cx="587605" cy="301228"/>
            </a:xfrm>
            <a:prstGeom prst="line">
              <a:avLst/>
            </a:prstGeom>
            <a:ln>
              <a:headEnd type="non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47" name="TextBox 46">
              <a:extLst>
                <a:ext uri="{FF2B5EF4-FFF2-40B4-BE49-F238E27FC236}">
                  <a16:creationId xmlns:a16="http://schemas.microsoft.com/office/drawing/2014/main" id="{A7BE61F3-8EB3-9155-C269-0B5C20F1A61B}"/>
                </a:ext>
              </a:extLst>
            </p:cNvPr>
            <p:cNvSpPr txBox="1"/>
            <p:nvPr/>
          </p:nvSpPr>
          <p:spPr>
            <a:xfrm>
              <a:off x="9564648" y="4557742"/>
              <a:ext cx="1115216" cy="369332"/>
            </a:xfrm>
            <a:prstGeom prst="rect">
              <a:avLst/>
            </a:prstGeom>
            <a:noFill/>
          </p:spPr>
          <p:txBody>
            <a:bodyPr wrap="square">
              <a:spAutoFit/>
            </a:bodyPr>
            <a:lstStyle/>
            <a:p>
              <a:r>
                <a:rPr lang="en-US"/>
                <a:t>n</a:t>
              </a:r>
              <a:r>
                <a:rPr lang="en-US" baseline="-25000"/>
                <a:t>2</a:t>
              </a:r>
              <a:r>
                <a:rPr lang="en-US"/>
                <a:t> = 1,7</a:t>
              </a:r>
            </a:p>
          </p:txBody>
        </p:sp>
        <p:cxnSp>
          <p:nvCxnSpPr>
            <p:cNvPr id="48" name="Straight Arrow Connector 47">
              <a:extLst>
                <a:ext uri="{FF2B5EF4-FFF2-40B4-BE49-F238E27FC236}">
                  <a16:creationId xmlns:a16="http://schemas.microsoft.com/office/drawing/2014/main" id="{B6097591-0796-4E33-C8D6-9B68D488091B}"/>
                </a:ext>
              </a:extLst>
            </p:cNvPr>
            <p:cNvCxnSpPr/>
            <p:nvPr/>
          </p:nvCxnSpPr>
          <p:spPr>
            <a:xfrm>
              <a:off x="10027756" y="3962078"/>
              <a:ext cx="902208"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49" name="TextBox 48">
              <a:extLst>
                <a:ext uri="{FF2B5EF4-FFF2-40B4-BE49-F238E27FC236}">
                  <a16:creationId xmlns:a16="http://schemas.microsoft.com/office/drawing/2014/main" id="{8AD35EFC-FB16-F7E9-A7E5-8BA6F8ECEC4E}"/>
                </a:ext>
              </a:extLst>
            </p:cNvPr>
            <p:cNvSpPr txBox="1"/>
            <p:nvPr/>
          </p:nvSpPr>
          <p:spPr>
            <a:xfrm>
              <a:off x="10907553" y="3510215"/>
              <a:ext cx="1093333" cy="923330"/>
            </a:xfrm>
            <a:prstGeom prst="rect">
              <a:avLst/>
            </a:prstGeom>
            <a:noFill/>
          </p:spPr>
          <p:txBody>
            <a:bodyPr wrap="square">
              <a:spAutoFit/>
            </a:bodyPr>
            <a:lstStyle/>
            <a:p>
              <a:pPr algn="ctr"/>
              <a:r>
                <a:rPr lang="en-US"/>
                <a:t>Nêm có chiết suất </a:t>
              </a:r>
            </a:p>
            <a:p>
              <a:pPr algn="ctr"/>
              <a:r>
                <a:rPr lang="en-US"/>
                <a:t>n =1,63</a:t>
              </a:r>
            </a:p>
          </p:txBody>
        </p:sp>
        <p:sp>
          <p:nvSpPr>
            <p:cNvPr id="50" name="TextBox 49">
              <a:extLst>
                <a:ext uri="{FF2B5EF4-FFF2-40B4-BE49-F238E27FC236}">
                  <a16:creationId xmlns:a16="http://schemas.microsoft.com/office/drawing/2014/main" id="{43AC88D1-8C07-497C-1993-7629F8F3D9A4}"/>
                </a:ext>
              </a:extLst>
            </p:cNvPr>
            <p:cNvSpPr txBox="1"/>
            <p:nvPr/>
          </p:nvSpPr>
          <p:spPr>
            <a:xfrm>
              <a:off x="9055296" y="1309842"/>
              <a:ext cx="338476" cy="369332"/>
            </a:xfrm>
            <a:prstGeom prst="rect">
              <a:avLst/>
            </a:prstGeom>
            <a:noFill/>
          </p:spPr>
          <p:txBody>
            <a:bodyPr wrap="square" rtlCol="0">
              <a:spAutoFit/>
            </a:bodyPr>
            <a:lstStyle/>
            <a:p>
              <a:r>
                <a:rPr lang="en-US"/>
                <a:t>C</a:t>
              </a:r>
            </a:p>
          </p:txBody>
        </p:sp>
        <p:sp>
          <p:nvSpPr>
            <p:cNvPr id="51" name="TextBox 50">
              <a:extLst>
                <a:ext uri="{FF2B5EF4-FFF2-40B4-BE49-F238E27FC236}">
                  <a16:creationId xmlns:a16="http://schemas.microsoft.com/office/drawing/2014/main" id="{83372BAE-BF4D-DAE5-30A9-502B4A7D07E0}"/>
                </a:ext>
              </a:extLst>
            </p:cNvPr>
            <p:cNvSpPr txBox="1"/>
            <p:nvPr/>
          </p:nvSpPr>
          <p:spPr>
            <a:xfrm>
              <a:off x="8354256" y="2299236"/>
              <a:ext cx="338476" cy="369332"/>
            </a:xfrm>
            <a:prstGeom prst="rect">
              <a:avLst/>
            </a:prstGeom>
            <a:noFill/>
          </p:spPr>
          <p:txBody>
            <a:bodyPr wrap="square" rtlCol="0">
              <a:spAutoFit/>
            </a:bodyPr>
            <a:lstStyle/>
            <a:p>
              <a:r>
                <a:rPr lang="en-US"/>
                <a:t>R</a:t>
              </a:r>
            </a:p>
          </p:txBody>
        </p:sp>
      </p:grpSp>
      <p:sp>
        <p:nvSpPr>
          <p:cNvPr id="5" name="TextBox 4">
            <a:extLst>
              <a:ext uri="{FF2B5EF4-FFF2-40B4-BE49-F238E27FC236}">
                <a16:creationId xmlns:a16="http://schemas.microsoft.com/office/drawing/2014/main" id="{3746364F-5358-4B3E-AF7B-6CC69D237C93}"/>
              </a:ext>
            </a:extLst>
          </p:cNvPr>
          <p:cNvSpPr txBox="1"/>
          <p:nvPr/>
        </p:nvSpPr>
        <p:spPr>
          <a:xfrm>
            <a:off x="216297" y="2083530"/>
            <a:ext cx="7909507" cy="646331"/>
          </a:xfrm>
          <a:prstGeom prst="rect">
            <a:avLst/>
          </a:prstGeom>
          <a:noFill/>
        </p:spPr>
        <p:txBody>
          <a:bodyPr wrap="square">
            <a:spAutoFit/>
          </a:bodyPr>
          <a:lstStyle/>
          <a:p>
            <a:r>
              <a:rPr lang="en-US"/>
              <a:t>+ Ta có quang lộ của tia phản xạ dài thêm nửa bước sóng, mà tại M ở vị trí nêm có bề dày d</a:t>
            </a:r>
            <a:r>
              <a:rPr lang="en-US" baseline="-25000"/>
              <a:t>k</a:t>
            </a:r>
            <a:r>
              <a:rPr lang="en-US"/>
              <a:t> thì quan sát vân giao thoa bằng ánh sáng phản xạ nên:</a:t>
            </a:r>
            <a:endParaRPr lang="en-US" baseline="-25000"/>
          </a:p>
        </p:txBody>
      </p:sp>
      <p:grpSp>
        <p:nvGrpSpPr>
          <p:cNvPr id="59" name="Group 58">
            <a:extLst>
              <a:ext uri="{FF2B5EF4-FFF2-40B4-BE49-F238E27FC236}">
                <a16:creationId xmlns:a16="http://schemas.microsoft.com/office/drawing/2014/main" id="{6E2CE60D-C98C-9A62-EA2D-DDA83AA019F7}"/>
              </a:ext>
            </a:extLst>
          </p:cNvPr>
          <p:cNvGrpSpPr/>
          <p:nvPr/>
        </p:nvGrpSpPr>
        <p:grpSpPr>
          <a:xfrm>
            <a:off x="8357386" y="3796868"/>
            <a:ext cx="338476" cy="369332"/>
            <a:chOff x="7043616" y="2853972"/>
            <a:chExt cx="338476" cy="369332"/>
          </a:xfrm>
        </p:grpSpPr>
        <p:sp>
          <p:nvSpPr>
            <p:cNvPr id="57" name="Oval 56">
              <a:extLst>
                <a:ext uri="{FF2B5EF4-FFF2-40B4-BE49-F238E27FC236}">
                  <a16:creationId xmlns:a16="http://schemas.microsoft.com/office/drawing/2014/main" id="{9D03D8B4-3657-127E-C250-ECEB7437CD28}"/>
                </a:ext>
              </a:extLst>
            </p:cNvPr>
            <p:cNvSpPr/>
            <p:nvPr/>
          </p:nvSpPr>
          <p:spPr>
            <a:xfrm>
              <a:off x="7046976" y="3145214"/>
              <a:ext cx="72000" cy="7200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8" name="TextBox 57">
              <a:extLst>
                <a:ext uri="{FF2B5EF4-FFF2-40B4-BE49-F238E27FC236}">
                  <a16:creationId xmlns:a16="http://schemas.microsoft.com/office/drawing/2014/main" id="{363FA0DA-9399-E96F-CE61-76A87E29FB72}"/>
                </a:ext>
              </a:extLst>
            </p:cNvPr>
            <p:cNvSpPr txBox="1"/>
            <p:nvPr/>
          </p:nvSpPr>
          <p:spPr>
            <a:xfrm>
              <a:off x="7043616" y="2853972"/>
              <a:ext cx="338476" cy="369332"/>
            </a:xfrm>
            <a:prstGeom prst="rect">
              <a:avLst/>
            </a:prstGeom>
            <a:noFill/>
          </p:spPr>
          <p:txBody>
            <a:bodyPr wrap="square" rtlCol="0">
              <a:spAutoFit/>
            </a:bodyPr>
            <a:lstStyle/>
            <a:p>
              <a:r>
                <a:rPr lang="en-US"/>
                <a:t>M</a:t>
              </a:r>
            </a:p>
          </p:txBody>
        </p:sp>
      </p:grpSp>
      <p:cxnSp>
        <p:nvCxnSpPr>
          <p:cNvPr id="60" name="Straight Connector 59">
            <a:extLst>
              <a:ext uri="{FF2B5EF4-FFF2-40B4-BE49-F238E27FC236}">
                <a16:creationId xmlns:a16="http://schemas.microsoft.com/office/drawing/2014/main" id="{D5CE37ED-9C80-9056-2487-C06CB8CC20E5}"/>
              </a:ext>
            </a:extLst>
          </p:cNvPr>
          <p:cNvCxnSpPr/>
          <p:nvPr/>
        </p:nvCxnSpPr>
        <p:spPr>
          <a:xfrm>
            <a:off x="7784058" y="4124110"/>
            <a:ext cx="666983" cy="0"/>
          </a:xfrm>
          <a:prstGeom prst="line">
            <a:avLst/>
          </a:prstGeom>
          <a:ln>
            <a:solidFill>
              <a:schemeClr val="tx1"/>
            </a:solidFill>
            <a:prstDash val="dash"/>
          </a:ln>
        </p:spPr>
        <p:style>
          <a:lnRef idx="1">
            <a:schemeClr val="accent1"/>
          </a:lnRef>
          <a:fillRef idx="0">
            <a:schemeClr val="accent1"/>
          </a:fillRef>
          <a:effectRef idx="0">
            <a:schemeClr val="accent1"/>
          </a:effectRef>
          <a:fontRef idx="minor">
            <a:schemeClr val="tx1"/>
          </a:fontRef>
        </p:style>
      </p:cxnSp>
      <p:cxnSp>
        <p:nvCxnSpPr>
          <p:cNvPr id="61" name="Straight Connector 60">
            <a:extLst>
              <a:ext uri="{FF2B5EF4-FFF2-40B4-BE49-F238E27FC236}">
                <a16:creationId xmlns:a16="http://schemas.microsoft.com/office/drawing/2014/main" id="{FC924EED-81B3-A931-23DF-1D180130376D}"/>
              </a:ext>
            </a:extLst>
          </p:cNvPr>
          <p:cNvCxnSpPr/>
          <p:nvPr/>
        </p:nvCxnSpPr>
        <p:spPr>
          <a:xfrm>
            <a:off x="7780589" y="4442306"/>
            <a:ext cx="1074182" cy="0"/>
          </a:xfrm>
          <a:prstGeom prst="line">
            <a:avLst/>
          </a:prstGeom>
          <a:ln>
            <a:solidFill>
              <a:schemeClr val="tx1"/>
            </a:solidFill>
            <a:prstDash val="dash"/>
          </a:ln>
        </p:spPr>
        <p:style>
          <a:lnRef idx="1">
            <a:schemeClr val="accent1"/>
          </a:lnRef>
          <a:fillRef idx="0">
            <a:schemeClr val="accent1"/>
          </a:fillRef>
          <a:effectRef idx="0">
            <a:schemeClr val="accent1"/>
          </a:effectRef>
          <a:fontRef idx="minor">
            <a:schemeClr val="tx1"/>
          </a:fontRef>
        </p:style>
      </p:cxnSp>
      <p:cxnSp>
        <p:nvCxnSpPr>
          <p:cNvPr id="63" name="Straight Connector 62">
            <a:extLst>
              <a:ext uri="{FF2B5EF4-FFF2-40B4-BE49-F238E27FC236}">
                <a16:creationId xmlns:a16="http://schemas.microsoft.com/office/drawing/2014/main" id="{1B727BC4-F5C9-52C3-2083-498F70AFF6AD}"/>
              </a:ext>
            </a:extLst>
          </p:cNvPr>
          <p:cNvCxnSpPr>
            <a:cxnSpLocks/>
          </p:cNvCxnSpPr>
          <p:nvPr/>
        </p:nvCxnSpPr>
        <p:spPr>
          <a:xfrm>
            <a:off x="8077036" y="4129484"/>
            <a:ext cx="0" cy="343302"/>
          </a:xfrm>
          <a:prstGeom prst="line">
            <a:avLst/>
          </a:prstGeom>
          <a:ln>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65" name="TextBox 64">
            <a:extLst>
              <a:ext uri="{FF2B5EF4-FFF2-40B4-BE49-F238E27FC236}">
                <a16:creationId xmlns:a16="http://schemas.microsoft.com/office/drawing/2014/main" id="{BB97799C-CA2E-5C89-6F55-0094A56571F2}"/>
              </a:ext>
            </a:extLst>
          </p:cNvPr>
          <p:cNvSpPr txBox="1"/>
          <p:nvPr/>
        </p:nvSpPr>
        <p:spPr>
          <a:xfrm>
            <a:off x="7728715" y="4076178"/>
            <a:ext cx="505968" cy="369332"/>
          </a:xfrm>
          <a:prstGeom prst="rect">
            <a:avLst/>
          </a:prstGeom>
          <a:noFill/>
        </p:spPr>
        <p:txBody>
          <a:bodyPr wrap="square">
            <a:spAutoFit/>
          </a:bodyPr>
          <a:lstStyle/>
          <a:p>
            <a:r>
              <a:rPr lang="en-US" b="1" i="1"/>
              <a:t>d</a:t>
            </a:r>
            <a:r>
              <a:rPr lang="en-US" b="1" i="1" baseline="-25000"/>
              <a:t>k</a:t>
            </a:r>
            <a:endParaRPr lang="en-US" b="1" i="1"/>
          </a:p>
        </p:txBody>
      </p:sp>
      <p:cxnSp>
        <p:nvCxnSpPr>
          <p:cNvPr id="73" name="Straight Connector 72">
            <a:extLst>
              <a:ext uri="{FF2B5EF4-FFF2-40B4-BE49-F238E27FC236}">
                <a16:creationId xmlns:a16="http://schemas.microsoft.com/office/drawing/2014/main" id="{690E452F-7E8C-D8F0-4099-C10F23D4D303}"/>
              </a:ext>
            </a:extLst>
          </p:cNvPr>
          <p:cNvCxnSpPr>
            <a:cxnSpLocks/>
          </p:cNvCxnSpPr>
          <p:nvPr/>
        </p:nvCxnSpPr>
        <p:spPr>
          <a:xfrm flipH="1">
            <a:off x="9129387" y="2008358"/>
            <a:ext cx="0" cy="243394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5" name="Straight Connector 74">
            <a:extLst>
              <a:ext uri="{FF2B5EF4-FFF2-40B4-BE49-F238E27FC236}">
                <a16:creationId xmlns:a16="http://schemas.microsoft.com/office/drawing/2014/main" id="{E0AA7572-9CD7-9752-EDA4-4EE89C878E72}"/>
              </a:ext>
            </a:extLst>
          </p:cNvPr>
          <p:cNvCxnSpPr/>
          <p:nvPr/>
        </p:nvCxnSpPr>
        <p:spPr>
          <a:xfrm flipV="1">
            <a:off x="8384554" y="4130913"/>
            <a:ext cx="766103"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76" name="TextBox 75">
            <a:extLst>
              <a:ext uri="{FF2B5EF4-FFF2-40B4-BE49-F238E27FC236}">
                <a16:creationId xmlns:a16="http://schemas.microsoft.com/office/drawing/2014/main" id="{292A0222-B277-8045-932D-224CD2ABA4B4}"/>
              </a:ext>
            </a:extLst>
          </p:cNvPr>
          <p:cNvSpPr txBox="1"/>
          <p:nvPr/>
        </p:nvSpPr>
        <p:spPr>
          <a:xfrm>
            <a:off x="8981419" y="4401311"/>
            <a:ext cx="338476" cy="369332"/>
          </a:xfrm>
          <a:prstGeom prst="rect">
            <a:avLst/>
          </a:prstGeom>
          <a:noFill/>
        </p:spPr>
        <p:txBody>
          <a:bodyPr wrap="square" rtlCol="0">
            <a:spAutoFit/>
          </a:bodyPr>
          <a:lstStyle/>
          <a:p>
            <a:r>
              <a:rPr lang="en-US"/>
              <a:t>H</a:t>
            </a:r>
          </a:p>
        </p:txBody>
      </p:sp>
      <p:sp>
        <p:nvSpPr>
          <p:cNvPr id="77" name="TextBox 76">
            <a:extLst>
              <a:ext uri="{FF2B5EF4-FFF2-40B4-BE49-F238E27FC236}">
                <a16:creationId xmlns:a16="http://schemas.microsoft.com/office/drawing/2014/main" id="{85E594E3-F131-665F-8F70-FE0F4B5EEEC3}"/>
              </a:ext>
            </a:extLst>
          </p:cNvPr>
          <p:cNvSpPr txBox="1"/>
          <p:nvPr/>
        </p:nvSpPr>
        <p:spPr>
          <a:xfrm>
            <a:off x="9109435" y="3944111"/>
            <a:ext cx="338476" cy="369332"/>
          </a:xfrm>
          <a:prstGeom prst="rect">
            <a:avLst/>
          </a:prstGeom>
          <a:noFill/>
        </p:spPr>
        <p:txBody>
          <a:bodyPr wrap="square" rtlCol="0">
            <a:spAutoFit/>
          </a:bodyPr>
          <a:lstStyle/>
          <a:p>
            <a:r>
              <a:rPr lang="en-US"/>
              <a:t>O</a:t>
            </a:r>
          </a:p>
        </p:txBody>
      </p:sp>
      <p:sp>
        <p:nvSpPr>
          <p:cNvPr id="6" name="TextBox 5">
            <a:extLst>
              <a:ext uri="{FF2B5EF4-FFF2-40B4-BE49-F238E27FC236}">
                <a16:creationId xmlns:a16="http://schemas.microsoft.com/office/drawing/2014/main" id="{A703FEDB-AB1B-E3D9-5287-D6F1D5C4361D}"/>
              </a:ext>
            </a:extLst>
          </p:cNvPr>
          <p:cNvSpPr txBox="1"/>
          <p:nvPr/>
        </p:nvSpPr>
        <p:spPr>
          <a:xfrm>
            <a:off x="216298" y="2686530"/>
            <a:ext cx="6629989" cy="369332"/>
          </a:xfrm>
          <a:prstGeom prst="rect">
            <a:avLst/>
          </a:prstGeom>
          <a:noFill/>
        </p:spPr>
        <p:txBody>
          <a:bodyPr wrap="square">
            <a:spAutoFit/>
          </a:bodyPr>
          <a:lstStyle/>
          <a:p>
            <a:r>
              <a:rPr lang="en-US"/>
              <a:t>Tia thứ nhất từ nguồn sáng S đến M và phản xạ tại M có quang lộ là:</a:t>
            </a:r>
          </a:p>
        </p:txBody>
      </p:sp>
      <p:sp>
        <p:nvSpPr>
          <p:cNvPr id="7" name="TextBox 6">
            <a:extLst>
              <a:ext uri="{FF2B5EF4-FFF2-40B4-BE49-F238E27FC236}">
                <a16:creationId xmlns:a16="http://schemas.microsoft.com/office/drawing/2014/main" id="{9480E2BD-8B73-78B6-3C7E-A0B0F83D63D3}"/>
              </a:ext>
            </a:extLst>
          </p:cNvPr>
          <p:cNvSpPr txBox="1"/>
          <p:nvPr/>
        </p:nvSpPr>
        <p:spPr>
          <a:xfrm>
            <a:off x="237609" y="3574177"/>
            <a:ext cx="7621803" cy="369332"/>
          </a:xfrm>
          <a:prstGeom prst="rect">
            <a:avLst/>
          </a:prstGeom>
          <a:noFill/>
        </p:spPr>
        <p:txBody>
          <a:bodyPr wrap="square">
            <a:spAutoFit/>
          </a:bodyPr>
          <a:lstStyle/>
          <a:p>
            <a:r>
              <a:rPr lang="en-US"/>
              <a:t>Tia thứ hai là SJMQM có quang lộ là:</a:t>
            </a:r>
          </a:p>
        </p:txBody>
      </p:sp>
      <p:cxnSp>
        <p:nvCxnSpPr>
          <p:cNvPr id="9" name="Straight Connector 8">
            <a:extLst>
              <a:ext uri="{FF2B5EF4-FFF2-40B4-BE49-F238E27FC236}">
                <a16:creationId xmlns:a16="http://schemas.microsoft.com/office/drawing/2014/main" id="{44104D42-2309-0400-14E5-AC17DA76E565}"/>
              </a:ext>
            </a:extLst>
          </p:cNvPr>
          <p:cNvCxnSpPr/>
          <p:nvPr/>
        </p:nvCxnSpPr>
        <p:spPr>
          <a:xfrm flipH="1">
            <a:off x="8405396" y="1895491"/>
            <a:ext cx="0" cy="2204521"/>
          </a:xfrm>
          <a:prstGeom prst="line">
            <a:avLst/>
          </a:prstGeom>
          <a:ln>
            <a:solidFill>
              <a:srgbClr val="FF0000"/>
            </a:solidFill>
            <a:headEnd type="oval" w="med" len="med"/>
            <a:tailEnd type="triangle" w="med" len="med"/>
          </a:ln>
        </p:spPr>
        <p:style>
          <a:lnRef idx="1">
            <a:schemeClr val="accent1"/>
          </a:lnRef>
          <a:fillRef idx="0">
            <a:schemeClr val="accent1"/>
          </a:fillRef>
          <a:effectRef idx="0">
            <a:schemeClr val="accent1"/>
          </a:effectRef>
          <a:fontRef idx="minor">
            <a:schemeClr val="tx1"/>
          </a:fontRef>
        </p:style>
      </p:cxnSp>
      <p:sp>
        <p:nvSpPr>
          <p:cNvPr id="12" name="TextBox 11">
            <a:extLst>
              <a:ext uri="{FF2B5EF4-FFF2-40B4-BE49-F238E27FC236}">
                <a16:creationId xmlns:a16="http://schemas.microsoft.com/office/drawing/2014/main" id="{999BCDC7-01AE-8816-E3B4-BB11C1B6F7A4}"/>
              </a:ext>
            </a:extLst>
          </p:cNvPr>
          <p:cNvSpPr txBox="1"/>
          <p:nvPr/>
        </p:nvSpPr>
        <p:spPr>
          <a:xfrm>
            <a:off x="8044644" y="1677173"/>
            <a:ext cx="702338" cy="369332"/>
          </a:xfrm>
          <a:prstGeom prst="rect">
            <a:avLst/>
          </a:prstGeom>
          <a:noFill/>
        </p:spPr>
        <p:txBody>
          <a:bodyPr wrap="square" rtlCol="0">
            <a:spAutoFit/>
          </a:bodyPr>
          <a:lstStyle/>
          <a:p>
            <a:r>
              <a:rPr lang="en-US"/>
              <a:t>S</a:t>
            </a:r>
          </a:p>
        </p:txBody>
      </p:sp>
      <p:sp>
        <p:nvSpPr>
          <p:cNvPr id="13" name="TextBox 12">
            <a:extLst>
              <a:ext uri="{FF2B5EF4-FFF2-40B4-BE49-F238E27FC236}">
                <a16:creationId xmlns:a16="http://schemas.microsoft.com/office/drawing/2014/main" id="{DFF07DD0-7B4F-4A21-50E0-FC114EFC6770}"/>
              </a:ext>
            </a:extLst>
          </p:cNvPr>
          <p:cNvSpPr txBox="1"/>
          <p:nvPr/>
        </p:nvSpPr>
        <p:spPr>
          <a:xfrm>
            <a:off x="8353913" y="3475288"/>
            <a:ext cx="702338" cy="369332"/>
          </a:xfrm>
          <a:prstGeom prst="rect">
            <a:avLst/>
          </a:prstGeom>
          <a:noFill/>
        </p:spPr>
        <p:txBody>
          <a:bodyPr wrap="square" rtlCol="0">
            <a:spAutoFit/>
          </a:bodyPr>
          <a:lstStyle/>
          <a:p>
            <a:r>
              <a:rPr lang="en-US"/>
              <a:t>J</a:t>
            </a:r>
          </a:p>
        </p:txBody>
      </p:sp>
      <p:graphicFrame>
        <p:nvGraphicFramePr>
          <p:cNvPr id="14" name="Object 13">
            <a:extLst>
              <a:ext uri="{FF2B5EF4-FFF2-40B4-BE49-F238E27FC236}">
                <a16:creationId xmlns:a16="http://schemas.microsoft.com/office/drawing/2014/main" id="{D0A5D1A0-5A73-9453-2189-F3929E04CE3D}"/>
              </a:ext>
            </a:extLst>
          </p:cNvPr>
          <p:cNvGraphicFramePr>
            <a:graphicFrameLocks noChangeAspect="1"/>
          </p:cNvGraphicFramePr>
          <p:nvPr>
            <p:extLst>
              <p:ext uri="{D42A27DB-BD31-4B8C-83A1-F6EECF244321}">
                <p14:modId xmlns:p14="http://schemas.microsoft.com/office/powerpoint/2010/main" val="2927940796"/>
              </p:ext>
            </p:extLst>
          </p:nvPr>
        </p:nvGraphicFramePr>
        <p:xfrm>
          <a:off x="1945767" y="2974213"/>
          <a:ext cx="4070350" cy="633413"/>
        </p:xfrm>
        <a:graphic>
          <a:graphicData uri="http://schemas.openxmlformats.org/presentationml/2006/ole">
            <mc:AlternateContent xmlns:mc="http://schemas.openxmlformats.org/markup-compatibility/2006">
              <mc:Choice xmlns:v="urn:schemas-microsoft-com:vml" Requires="v">
                <p:oleObj name="Equation" r:id="rId3" imgW="2527200" imgH="393480" progId="Equation.DSMT4">
                  <p:embed/>
                </p:oleObj>
              </mc:Choice>
              <mc:Fallback>
                <p:oleObj name="Equation" r:id="rId3" imgW="2527200" imgH="393480" progId="Equation.DSMT4">
                  <p:embed/>
                  <p:pic>
                    <p:nvPicPr>
                      <p:cNvPr id="14" name="Object 13">
                        <a:extLst>
                          <a:ext uri="{FF2B5EF4-FFF2-40B4-BE49-F238E27FC236}">
                            <a16:creationId xmlns:a16="http://schemas.microsoft.com/office/drawing/2014/main" id="{D0A5D1A0-5A73-9453-2189-F3929E04CE3D}"/>
                          </a:ext>
                        </a:extLst>
                      </p:cNvPr>
                      <p:cNvPicPr/>
                      <p:nvPr/>
                    </p:nvPicPr>
                    <p:blipFill>
                      <a:blip r:embed="rId4"/>
                      <a:stretch>
                        <a:fillRect/>
                      </a:stretch>
                    </p:blipFill>
                    <p:spPr>
                      <a:xfrm>
                        <a:off x="1945767" y="2974213"/>
                        <a:ext cx="4070350" cy="633413"/>
                      </a:xfrm>
                      <a:prstGeom prst="rect">
                        <a:avLst/>
                      </a:prstGeom>
                    </p:spPr>
                  </p:pic>
                </p:oleObj>
              </mc:Fallback>
            </mc:AlternateContent>
          </a:graphicData>
        </a:graphic>
      </p:graphicFrame>
      <p:cxnSp>
        <p:nvCxnSpPr>
          <p:cNvPr id="15" name="Straight Connector 14">
            <a:extLst>
              <a:ext uri="{FF2B5EF4-FFF2-40B4-BE49-F238E27FC236}">
                <a16:creationId xmlns:a16="http://schemas.microsoft.com/office/drawing/2014/main" id="{3FC87A26-9136-7318-8111-2DFFA55FBBC7}"/>
              </a:ext>
            </a:extLst>
          </p:cNvPr>
          <p:cNvCxnSpPr/>
          <p:nvPr/>
        </p:nvCxnSpPr>
        <p:spPr>
          <a:xfrm flipH="1">
            <a:off x="8395813" y="4159120"/>
            <a:ext cx="0" cy="297898"/>
          </a:xfrm>
          <a:prstGeom prst="line">
            <a:avLst/>
          </a:prstGeom>
          <a:ln>
            <a:solidFill>
              <a:srgbClr val="FF0000"/>
            </a:solidFill>
            <a:headEnd type="oval" w="med" len="med"/>
            <a:tailEnd type="triangle" w="med" len="med"/>
          </a:ln>
        </p:spPr>
        <p:style>
          <a:lnRef idx="1">
            <a:schemeClr val="accent1"/>
          </a:lnRef>
          <a:fillRef idx="0">
            <a:schemeClr val="accent1"/>
          </a:fillRef>
          <a:effectRef idx="0">
            <a:schemeClr val="accent1"/>
          </a:effectRef>
          <a:fontRef idx="minor">
            <a:schemeClr val="tx1"/>
          </a:fontRef>
        </p:style>
      </p:cxnSp>
      <p:sp>
        <p:nvSpPr>
          <p:cNvPr id="16" name="TextBox 15">
            <a:extLst>
              <a:ext uri="{FF2B5EF4-FFF2-40B4-BE49-F238E27FC236}">
                <a16:creationId xmlns:a16="http://schemas.microsoft.com/office/drawing/2014/main" id="{4491F136-6253-5B6B-6F27-5F70A5D9AB0C}"/>
              </a:ext>
            </a:extLst>
          </p:cNvPr>
          <p:cNvSpPr txBox="1"/>
          <p:nvPr/>
        </p:nvSpPr>
        <p:spPr>
          <a:xfrm>
            <a:off x="8225597" y="4362060"/>
            <a:ext cx="702338" cy="369332"/>
          </a:xfrm>
          <a:prstGeom prst="rect">
            <a:avLst/>
          </a:prstGeom>
          <a:noFill/>
        </p:spPr>
        <p:txBody>
          <a:bodyPr wrap="square" rtlCol="0">
            <a:spAutoFit/>
          </a:bodyPr>
          <a:lstStyle/>
          <a:p>
            <a:r>
              <a:rPr lang="en-US"/>
              <a:t>Q</a:t>
            </a:r>
          </a:p>
        </p:txBody>
      </p:sp>
      <p:graphicFrame>
        <p:nvGraphicFramePr>
          <p:cNvPr id="17" name="Object 16">
            <a:extLst>
              <a:ext uri="{FF2B5EF4-FFF2-40B4-BE49-F238E27FC236}">
                <a16:creationId xmlns:a16="http://schemas.microsoft.com/office/drawing/2014/main" id="{9565B8AA-1187-B5AB-81C6-4A89D19EA670}"/>
              </a:ext>
            </a:extLst>
          </p:cNvPr>
          <p:cNvGraphicFramePr>
            <a:graphicFrameLocks noChangeAspect="1"/>
          </p:cNvGraphicFramePr>
          <p:nvPr>
            <p:extLst>
              <p:ext uri="{D42A27DB-BD31-4B8C-83A1-F6EECF244321}">
                <p14:modId xmlns:p14="http://schemas.microsoft.com/office/powerpoint/2010/main" val="568981076"/>
              </p:ext>
            </p:extLst>
          </p:nvPr>
        </p:nvGraphicFramePr>
        <p:xfrm>
          <a:off x="974217" y="3825113"/>
          <a:ext cx="5703888" cy="635000"/>
        </p:xfrm>
        <a:graphic>
          <a:graphicData uri="http://schemas.openxmlformats.org/presentationml/2006/ole">
            <mc:AlternateContent xmlns:mc="http://schemas.openxmlformats.org/markup-compatibility/2006">
              <mc:Choice xmlns:v="urn:schemas-microsoft-com:vml" Requires="v">
                <p:oleObj name="Equation" r:id="rId5" imgW="3543120" imgH="393480" progId="Equation.DSMT4">
                  <p:embed/>
                </p:oleObj>
              </mc:Choice>
              <mc:Fallback>
                <p:oleObj name="Equation" r:id="rId5" imgW="3543120" imgH="393480" progId="Equation.DSMT4">
                  <p:embed/>
                  <p:pic>
                    <p:nvPicPr>
                      <p:cNvPr id="17" name="Object 16">
                        <a:extLst>
                          <a:ext uri="{FF2B5EF4-FFF2-40B4-BE49-F238E27FC236}">
                            <a16:creationId xmlns:a16="http://schemas.microsoft.com/office/drawing/2014/main" id="{9565B8AA-1187-B5AB-81C6-4A89D19EA670}"/>
                          </a:ext>
                        </a:extLst>
                      </p:cNvPr>
                      <p:cNvPicPr/>
                      <p:nvPr/>
                    </p:nvPicPr>
                    <p:blipFill>
                      <a:blip r:embed="rId6"/>
                      <a:stretch>
                        <a:fillRect/>
                      </a:stretch>
                    </p:blipFill>
                    <p:spPr>
                      <a:xfrm>
                        <a:off x="974217" y="3825113"/>
                        <a:ext cx="5703888" cy="635000"/>
                      </a:xfrm>
                      <a:prstGeom prst="rect">
                        <a:avLst/>
                      </a:prstGeom>
                    </p:spPr>
                  </p:pic>
                </p:oleObj>
              </mc:Fallback>
            </mc:AlternateContent>
          </a:graphicData>
        </a:graphic>
      </p:graphicFrame>
      <p:sp>
        <p:nvSpPr>
          <p:cNvPr id="19" name="TextBox 18">
            <a:extLst>
              <a:ext uri="{FF2B5EF4-FFF2-40B4-BE49-F238E27FC236}">
                <a16:creationId xmlns:a16="http://schemas.microsoft.com/office/drawing/2014/main" id="{271EBD46-59DF-C85E-5592-B00AC9CBB1F3}"/>
              </a:ext>
            </a:extLst>
          </p:cNvPr>
          <p:cNvSpPr txBox="1"/>
          <p:nvPr/>
        </p:nvSpPr>
        <p:spPr>
          <a:xfrm>
            <a:off x="298171" y="4513788"/>
            <a:ext cx="7621803" cy="369332"/>
          </a:xfrm>
          <a:prstGeom prst="rect">
            <a:avLst/>
          </a:prstGeom>
          <a:noFill/>
        </p:spPr>
        <p:txBody>
          <a:bodyPr wrap="square">
            <a:spAutoFit/>
          </a:bodyPr>
          <a:lstStyle/>
          <a:p>
            <a:r>
              <a:rPr lang="en-US"/>
              <a:t>Vậy hiệu quang lộ của hai tia gửi đến M là:</a:t>
            </a:r>
          </a:p>
        </p:txBody>
      </p:sp>
      <p:graphicFrame>
        <p:nvGraphicFramePr>
          <p:cNvPr id="20" name="Object 19">
            <a:extLst>
              <a:ext uri="{FF2B5EF4-FFF2-40B4-BE49-F238E27FC236}">
                <a16:creationId xmlns:a16="http://schemas.microsoft.com/office/drawing/2014/main" id="{25334B98-B905-4374-D86F-14FA4A65B350}"/>
              </a:ext>
            </a:extLst>
          </p:cNvPr>
          <p:cNvGraphicFramePr>
            <a:graphicFrameLocks noChangeAspect="1"/>
          </p:cNvGraphicFramePr>
          <p:nvPr>
            <p:extLst>
              <p:ext uri="{D42A27DB-BD31-4B8C-83A1-F6EECF244321}">
                <p14:modId xmlns:p14="http://schemas.microsoft.com/office/powerpoint/2010/main" val="170051436"/>
              </p:ext>
            </p:extLst>
          </p:nvPr>
        </p:nvGraphicFramePr>
        <p:xfrm>
          <a:off x="4379753" y="4514085"/>
          <a:ext cx="1575118" cy="405130"/>
        </p:xfrm>
        <a:graphic>
          <a:graphicData uri="http://schemas.openxmlformats.org/presentationml/2006/ole">
            <mc:AlternateContent xmlns:mc="http://schemas.openxmlformats.org/markup-compatibility/2006">
              <mc:Choice xmlns:v="urn:schemas-microsoft-com:vml" Requires="v">
                <p:oleObj name="Equation" r:id="rId7" imgW="888840" imgH="228600" progId="Equation.DSMT4">
                  <p:embed/>
                </p:oleObj>
              </mc:Choice>
              <mc:Fallback>
                <p:oleObj name="Equation" r:id="rId7" imgW="888840" imgH="228600" progId="Equation.DSMT4">
                  <p:embed/>
                  <p:pic>
                    <p:nvPicPr>
                      <p:cNvPr id="20" name="Object 19">
                        <a:extLst>
                          <a:ext uri="{FF2B5EF4-FFF2-40B4-BE49-F238E27FC236}">
                            <a16:creationId xmlns:a16="http://schemas.microsoft.com/office/drawing/2014/main" id="{25334B98-B905-4374-D86F-14FA4A65B350}"/>
                          </a:ext>
                        </a:extLst>
                      </p:cNvPr>
                      <p:cNvPicPr/>
                      <p:nvPr/>
                    </p:nvPicPr>
                    <p:blipFill>
                      <a:blip r:embed="rId8"/>
                      <a:stretch>
                        <a:fillRect/>
                      </a:stretch>
                    </p:blipFill>
                    <p:spPr>
                      <a:xfrm>
                        <a:off x="4379753" y="4514085"/>
                        <a:ext cx="1575118" cy="405130"/>
                      </a:xfrm>
                      <a:prstGeom prst="rect">
                        <a:avLst/>
                      </a:prstGeom>
                    </p:spPr>
                  </p:pic>
                </p:oleObj>
              </mc:Fallback>
            </mc:AlternateContent>
          </a:graphicData>
        </a:graphic>
      </p:graphicFrame>
      <p:graphicFrame>
        <p:nvGraphicFramePr>
          <p:cNvPr id="22" name="Object 21">
            <a:extLst>
              <a:ext uri="{FF2B5EF4-FFF2-40B4-BE49-F238E27FC236}">
                <a16:creationId xmlns:a16="http://schemas.microsoft.com/office/drawing/2014/main" id="{557A47F4-69D8-1371-5ED2-9431B08A358B}"/>
              </a:ext>
            </a:extLst>
          </p:cNvPr>
          <p:cNvGraphicFramePr>
            <a:graphicFrameLocks noChangeAspect="1"/>
          </p:cNvGraphicFramePr>
          <p:nvPr>
            <p:extLst>
              <p:ext uri="{D42A27DB-BD31-4B8C-83A1-F6EECF244321}">
                <p14:modId xmlns:p14="http://schemas.microsoft.com/office/powerpoint/2010/main" val="4290539295"/>
              </p:ext>
            </p:extLst>
          </p:nvPr>
        </p:nvGraphicFramePr>
        <p:xfrm>
          <a:off x="3358769" y="4896676"/>
          <a:ext cx="2657475" cy="633412"/>
        </p:xfrm>
        <a:graphic>
          <a:graphicData uri="http://schemas.openxmlformats.org/presentationml/2006/ole">
            <mc:AlternateContent xmlns:mc="http://schemas.openxmlformats.org/markup-compatibility/2006">
              <mc:Choice xmlns:v="urn:schemas-microsoft-com:vml" Requires="v">
                <p:oleObj name="Equation" r:id="rId9" imgW="1650960" imgH="393480" progId="Equation.DSMT4">
                  <p:embed/>
                </p:oleObj>
              </mc:Choice>
              <mc:Fallback>
                <p:oleObj name="Equation" r:id="rId9" imgW="1650960" imgH="393480" progId="Equation.DSMT4">
                  <p:embed/>
                  <p:pic>
                    <p:nvPicPr>
                      <p:cNvPr id="22" name="Object 21">
                        <a:extLst>
                          <a:ext uri="{FF2B5EF4-FFF2-40B4-BE49-F238E27FC236}">
                            <a16:creationId xmlns:a16="http://schemas.microsoft.com/office/drawing/2014/main" id="{557A47F4-69D8-1371-5ED2-9431B08A358B}"/>
                          </a:ext>
                        </a:extLst>
                      </p:cNvPr>
                      <p:cNvPicPr/>
                      <p:nvPr/>
                    </p:nvPicPr>
                    <p:blipFill>
                      <a:blip r:embed="rId10"/>
                      <a:stretch>
                        <a:fillRect/>
                      </a:stretch>
                    </p:blipFill>
                    <p:spPr>
                      <a:xfrm>
                        <a:off x="3358769" y="4896676"/>
                        <a:ext cx="2657475" cy="633412"/>
                      </a:xfrm>
                      <a:prstGeom prst="rect">
                        <a:avLst/>
                      </a:prstGeom>
                    </p:spPr>
                  </p:pic>
                </p:oleObj>
              </mc:Fallback>
            </mc:AlternateContent>
          </a:graphicData>
        </a:graphic>
      </p:graphicFrame>
      <p:sp>
        <p:nvSpPr>
          <p:cNvPr id="23" name="TextBox 22">
            <a:extLst>
              <a:ext uri="{FF2B5EF4-FFF2-40B4-BE49-F238E27FC236}">
                <a16:creationId xmlns:a16="http://schemas.microsoft.com/office/drawing/2014/main" id="{E7A6C959-D500-EA09-D480-2BF5F057C8E1}"/>
              </a:ext>
            </a:extLst>
          </p:cNvPr>
          <p:cNvSpPr txBox="1"/>
          <p:nvPr/>
        </p:nvSpPr>
        <p:spPr>
          <a:xfrm>
            <a:off x="298171" y="5021757"/>
            <a:ext cx="7621803" cy="369332"/>
          </a:xfrm>
          <a:prstGeom prst="rect">
            <a:avLst/>
          </a:prstGeom>
          <a:noFill/>
        </p:spPr>
        <p:txBody>
          <a:bodyPr wrap="square">
            <a:spAutoFit/>
          </a:bodyPr>
          <a:lstStyle/>
          <a:p>
            <a:r>
              <a:rPr lang="en-US"/>
              <a:t>Điều kiện để tại M có vân tối là:</a:t>
            </a:r>
          </a:p>
        </p:txBody>
      </p:sp>
      <p:graphicFrame>
        <p:nvGraphicFramePr>
          <p:cNvPr id="25" name="Object 24">
            <a:extLst>
              <a:ext uri="{FF2B5EF4-FFF2-40B4-BE49-F238E27FC236}">
                <a16:creationId xmlns:a16="http://schemas.microsoft.com/office/drawing/2014/main" id="{E840219E-9D66-94C0-298D-26C503BED66D}"/>
              </a:ext>
            </a:extLst>
          </p:cNvPr>
          <p:cNvGraphicFramePr>
            <a:graphicFrameLocks noChangeAspect="1"/>
          </p:cNvGraphicFramePr>
          <p:nvPr>
            <p:extLst>
              <p:ext uri="{D42A27DB-BD31-4B8C-83A1-F6EECF244321}">
                <p14:modId xmlns:p14="http://schemas.microsoft.com/office/powerpoint/2010/main" val="1832113949"/>
              </p:ext>
            </p:extLst>
          </p:nvPr>
        </p:nvGraphicFramePr>
        <p:xfrm>
          <a:off x="7182231" y="5370299"/>
          <a:ext cx="1611312" cy="696913"/>
        </p:xfrm>
        <a:graphic>
          <a:graphicData uri="http://schemas.openxmlformats.org/presentationml/2006/ole">
            <mc:AlternateContent xmlns:mc="http://schemas.openxmlformats.org/markup-compatibility/2006">
              <mc:Choice xmlns:v="urn:schemas-microsoft-com:vml" Requires="v">
                <p:oleObj name="Equation" r:id="rId11" imgW="1002960" imgH="431640" progId="Equation.DSMT4">
                  <p:embed/>
                </p:oleObj>
              </mc:Choice>
              <mc:Fallback>
                <p:oleObj name="Equation" r:id="rId11" imgW="1002960" imgH="431640" progId="Equation.DSMT4">
                  <p:embed/>
                  <p:pic>
                    <p:nvPicPr>
                      <p:cNvPr id="25" name="Object 24">
                        <a:extLst>
                          <a:ext uri="{FF2B5EF4-FFF2-40B4-BE49-F238E27FC236}">
                            <a16:creationId xmlns:a16="http://schemas.microsoft.com/office/drawing/2014/main" id="{E840219E-9D66-94C0-298D-26C503BED66D}"/>
                          </a:ext>
                        </a:extLst>
                      </p:cNvPr>
                      <p:cNvPicPr/>
                      <p:nvPr/>
                    </p:nvPicPr>
                    <p:blipFill>
                      <a:blip r:embed="rId12"/>
                      <a:stretch>
                        <a:fillRect/>
                      </a:stretch>
                    </p:blipFill>
                    <p:spPr>
                      <a:xfrm>
                        <a:off x="7182231" y="5370299"/>
                        <a:ext cx="1611312" cy="696913"/>
                      </a:xfrm>
                      <a:prstGeom prst="rect">
                        <a:avLst/>
                      </a:prstGeom>
                    </p:spPr>
                  </p:pic>
                </p:oleObj>
              </mc:Fallback>
            </mc:AlternateContent>
          </a:graphicData>
        </a:graphic>
      </p:graphicFrame>
      <p:sp>
        <p:nvSpPr>
          <p:cNvPr id="26" name="TextBox 25">
            <a:extLst>
              <a:ext uri="{FF2B5EF4-FFF2-40B4-BE49-F238E27FC236}">
                <a16:creationId xmlns:a16="http://schemas.microsoft.com/office/drawing/2014/main" id="{03C8151A-A34D-E656-B9C6-9959E3554468}"/>
              </a:ext>
            </a:extLst>
          </p:cNvPr>
          <p:cNvSpPr txBox="1"/>
          <p:nvPr/>
        </p:nvSpPr>
        <p:spPr>
          <a:xfrm>
            <a:off x="298171" y="5523452"/>
            <a:ext cx="7621803" cy="369332"/>
          </a:xfrm>
          <a:prstGeom prst="rect">
            <a:avLst/>
          </a:prstGeom>
          <a:noFill/>
        </p:spPr>
        <p:txBody>
          <a:bodyPr wrap="square">
            <a:spAutoFit/>
          </a:bodyPr>
          <a:lstStyle/>
          <a:p>
            <a:r>
              <a:rPr lang="en-US"/>
              <a:t>Điều kiện để tại M có vân tối là bề dày d</a:t>
            </a:r>
            <a:r>
              <a:rPr lang="en-US" baseline="-25000"/>
              <a:t>k</a:t>
            </a:r>
            <a:r>
              <a:rPr lang="en-US"/>
              <a:t> của nêm tại điểm M thỏa mãn:</a:t>
            </a:r>
          </a:p>
        </p:txBody>
      </p:sp>
      <p:sp>
        <p:nvSpPr>
          <p:cNvPr id="21" name="TextBox 20">
            <a:extLst>
              <a:ext uri="{FF2B5EF4-FFF2-40B4-BE49-F238E27FC236}">
                <a16:creationId xmlns:a16="http://schemas.microsoft.com/office/drawing/2014/main" id="{77A17D0F-6CB9-41AA-4DE8-A791B1479FDB}"/>
              </a:ext>
            </a:extLst>
          </p:cNvPr>
          <p:cNvSpPr txBox="1"/>
          <p:nvPr/>
        </p:nvSpPr>
        <p:spPr>
          <a:xfrm>
            <a:off x="8903539" y="5527927"/>
            <a:ext cx="1767250" cy="369332"/>
          </a:xfrm>
          <a:prstGeom prst="rect">
            <a:avLst/>
          </a:prstGeom>
          <a:noFill/>
        </p:spPr>
        <p:txBody>
          <a:bodyPr wrap="square">
            <a:spAutoFit/>
          </a:bodyPr>
          <a:lstStyle/>
          <a:p>
            <a:r>
              <a:rPr lang="en-US"/>
              <a:t>k = 0; 1; 2; 3; …</a:t>
            </a:r>
          </a:p>
        </p:txBody>
      </p:sp>
    </p:spTree>
    <p:extLst>
      <p:ext uri="{BB962C8B-B14F-4D97-AF65-F5344CB8AC3E}">
        <p14:creationId xmlns:p14="http://schemas.microsoft.com/office/powerpoint/2010/main" val="214507659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1000"/>
                                        <p:tgtEl>
                                          <p:spTgt spid="3"/>
                                        </p:tgtEl>
                                      </p:cBhvr>
                                    </p:animEffect>
                                    <p:anim calcmode="lin" valueType="num">
                                      <p:cBhvr>
                                        <p:cTn id="8" dur="1000" fill="hold"/>
                                        <p:tgtEl>
                                          <p:spTgt spid="3"/>
                                        </p:tgtEl>
                                        <p:attrNameLst>
                                          <p:attrName>ppt_x</p:attrName>
                                        </p:attrNameLst>
                                      </p:cBhvr>
                                      <p:tavLst>
                                        <p:tav tm="0">
                                          <p:val>
                                            <p:strVal val="#ppt_x"/>
                                          </p:val>
                                        </p:tav>
                                        <p:tav tm="100000">
                                          <p:val>
                                            <p:strVal val="#ppt_x"/>
                                          </p:val>
                                        </p:tav>
                                      </p:tavLst>
                                    </p:anim>
                                    <p:anim calcmode="lin" valueType="num">
                                      <p:cBhvr>
                                        <p:cTn id="9" dur="1000" fill="hold"/>
                                        <p:tgtEl>
                                          <p:spTgt spid="3"/>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4"/>
                                        </p:tgtEl>
                                        <p:attrNameLst>
                                          <p:attrName>style.visibility</p:attrName>
                                        </p:attrNameLst>
                                      </p:cBhvr>
                                      <p:to>
                                        <p:strVal val="visible"/>
                                      </p:to>
                                    </p:set>
                                    <p:animEffect transition="in" filter="fade">
                                      <p:cBhvr>
                                        <p:cTn id="14" dur="1000"/>
                                        <p:tgtEl>
                                          <p:spTgt spid="4"/>
                                        </p:tgtEl>
                                      </p:cBhvr>
                                    </p:animEffect>
                                    <p:anim calcmode="lin" valueType="num">
                                      <p:cBhvr>
                                        <p:cTn id="15" dur="1000" fill="hold"/>
                                        <p:tgtEl>
                                          <p:spTgt spid="4"/>
                                        </p:tgtEl>
                                        <p:attrNameLst>
                                          <p:attrName>ppt_x</p:attrName>
                                        </p:attrNameLst>
                                      </p:cBhvr>
                                      <p:tavLst>
                                        <p:tav tm="0">
                                          <p:val>
                                            <p:strVal val="#ppt_x"/>
                                          </p:val>
                                        </p:tav>
                                        <p:tav tm="100000">
                                          <p:val>
                                            <p:strVal val="#ppt_x"/>
                                          </p:val>
                                        </p:tav>
                                      </p:tavLst>
                                    </p:anim>
                                    <p:anim calcmode="lin" valueType="num">
                                      <p:cBhvr>
                                        <p:cTn id="16" dur="1000" fill="hold"/>
                                        <p:tgtEl>
                                          <p:spTgt spid="4"/>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6" presetClass="entr" presetSubtype="16" fill="hold" nodeType="clickEffect">
                                  <p:stCondLst>
                                    <p:cond delay="0"/>
                                  </p:stCondLst>
                                  <p:childTnLst>
                                    <p:set>
                                      <p:cBhvr>
                                        <p:cTn id="20" dur="1" fill="hold">
                                          <p:stCondLst>
                                            <p:cond delay="0"/>
                                          </p:stCondLst>
                                        </p:cTn>
                                        <p:tgtEl>
                                          <p:spTgt spid="41"/>
                                        </p:tgtEl>
                                        <p:attrNameLst>
                                          <p:attrName>style.visibility</p:attrName>
                                        </p:attrNameLst>
                                      </p:cBhvr>
                                      <p:to>
                                        <p:strVal val="visible"/>
                                      </p:to>
                                    </p:set>
                                    <p:animEffect transition="in" filter="circle(in)">
                                      <p:cBhvr>
                                        <p:cTn id="21" dur="2000"/>
                                        <p:tgtEl>
                                          <p:spTgt spid="41"/>
                                        </p:tgtEl>
                                      </p:cBhvr>
                                    </p:animEffect>
                                  </p:childTnLst>
                                </p:cTn>
                              </p:par>
                            </p:childTnLst>
                          </p:cTn>
                        </p:par>
                      </p:childTnLst>
                    </p:cTn>
                  </p:par>
                  <p:par>
                    <p:cTn id="22" fill="hold">
                      <p:stCondLst>
                        <p:cond delay="indefinite"/>
                      </p:stCondLst>
                      <p:childTnLst>
                        <p:par>
                          <p:cTn id="23" fill="hold">
                            <p:stCondLst>
                              <p:cond delay="0"/>
                            </p:stCondLst>
                            <p:childTnLst>
                              <p:par>
                                <p:cTn id="24" presetID="42" presetClass="entr" presetSubtype="0" fill="hold" grpId="0" nodeType="clickEffect">
                                  <p:stCondLst>
                                    <p:cond delay="0"/>
                                  </p:stCondLst>
                                  <p:childTnLst>
                                    <p:set>
                                      <p:cBhvr>
                                        <p:cTn id="25" dur="1" fill="hold">
                                          <p:stCondLst>
                                            <p:cond delay="0"/>
                                          </p:stCondLst>
                                        </p:cTn>
                                        <p:tgtEl>
                                          <p:spTgt spid="5"/>
                                        </p:tgtEl>
                                        <p:attrNameLst>
                                          <p:attrName>style.visibility</p:attrName>
                                        </p:attrNameLst>
                                      </p:cBhvr>
                                      <p:to>
                                        <p:strVal val="visible"/>
                                      </p:to>
                                    </p:set>
                                    <p:animEffect transition="in" filter="fade">
                                      <p:cBhvr>
                                        <p:cTn id="26" dur="1000"/>
                                        <p:tgtEl>
                                          <p:spTgt spid="5"/>
                                        </p:tgtEl>
                                      </p:cBhvr>
                                    </p:animEffect>
                                    <p:anim calcmode="lin" valueType="num">
                                      <p:cBhvr>
                                        <p:cTn id="27" dur="1000" fill="hold"/>
                                        <p:tgtEl>
                                          <p:spTgt spid="5"/>
                                        </p:tgtEl>
                                        <p:attrNameLst>
                                          <p:attrName>ppt_x</p:attrName>
                                        </p:attrNameLst>
                                      </p:cBhvr>
                                      <p:tavLst>
                                        <p:tav tm="0">
                                          <p:val>
                                            <p:strVal val="#ppt_x"/>
                                          </p:val>
                                        </p:tav>
                                        <p:tav tm="100000">
                                          <p:val>
                                            <p:strVal val="#ppt_x"/>
                                          </p:val>
                                        </p:tav>
                                      </p:tavLst>
                                    </p:anim>
                                    <p:anim calcmode="lin" valueType="num">
                                      <p:cBhvr>
                                        <p:cTn id="28" dur="1000" fill="hold"/>
                                        <p:tgtEl>
                                          <p:spTgt spid="5"/>
                                        </p:tgtEl>
                                        <p:attrNameLst>
                                          <p:attrName>ppt_y</p:attrName>
                                        </p:attrNameLst>
                                      </p:cBhvr>
                                      <p:tavLst>
                                        <p:tav tm="0">
                                          <p:val>
                                            <p:strVal val="#ppt_y+.1"/>
                                          </p:val>
                                        </p:tav>
                                        <p:tav tm="100000">
                                          <p:val>
                                            <p:strVal val="#ppt_y"/>
                                          </p:val>
                                        </p:tav>
                                      </p:tavLst>
                                    </p:anim>
                                  </p:childTnLst>
                                </p:cTn>
                              </p:par>
                            </p:childTnLst>
                          </p:cTn>
                        </p:par>
                      </p:childTnLst>
                    </p:cTn>
                  </p:par>
                  <p:par>
                    <p:cTn id="29" fill="hold">
                      <p:stCondLst>
                        <p:cond delay="indefinite"/>
                      </p:stCondLst>
                      <p:childTnLst>
                        <p:par>
                          <p:cTn id="30" fill="hold">
                            <p:stCondLst>
                              <p:cond delay="0"/>
                            </p:stCondLst>
                            <p:childTnLst>
                              <p:par>
                                <p:cTn id="31" presetID="6" presetClass="entr" presetSubtype="16" fill="hold" nodeType="clickEffect">
                                  <p:stCondLst>
                                    <p:cond delay="0"/>
                                  </p:stCondLst>
                                  <p:childTnLst>
                                    <p:set>
                                      <p:cBhvr>
                                        <p:cTn id="32" dur="1" fill="hold">
                                          <p:stCondLst>
                                            <p:cond delay="0"/>
                                          </p:stCondLst>
                                        </p:cTn>
                                        <p:tgtEl>
                                          <p:spTgt spid="59"/>
                                        </p:tgtEl>
                                        <p:attrNameLst>
                                          <p:attrName>style.visibility</p:attrName>
                                        </p:attrNameLst>
                                      </p:cBhvr>
                                      <p:to>
                                        <p:strVal val="visible"/>
                                      </p:to>
                                    </p:set>
                                    <p:animEffect transition="in" filter="circle(in)">
                                      <p:cBhvr>
                                        <p:cTn id="33" dur="2000"/>
                                        <p:tgtEl>
                                          <p:spTgt spid="59"/>
                                        </p:tgtEl>
                                      </p:cBhvr>
                                    </p:animEffect>
                                  </p:childTnLst>
                                </p:cTn>
                              </p:par>
                            </p:childTnLst>
                          </p:cTn>
                        </p:par>
                      </p:childTnLst>
                    </p:cTn>
                  </p:par>
                  <p:par>
                    <p:cTn id="34" fill="hold">
                      <p:stCondLst>
                        <p:cond delay="indefinite"/>
                      </p:stCondLst>
                      <p:childTnLst>
                        <p:par>
                          <p:cTn id="35" fill="hold">
                            <p:stCondLst>
                              <p:cond delay="0"/>
                            </p:stCondLst>
                            <p:childTnLst>
                              <p:par>
                                <p:cTn id="36" presetID="6" presetClass="entr" presetSubtype="16" fill="hold" nodeType="clickEffect">
                                  <p:stCondLst>
                                    <p:cond delay="0"/>
                                  </p:stCondLst>
                                  <p:childTnLst>
                                    <p:set>
                                      <p:cBhvr>
                                        <p:cTn id="37" dur="1" fill="hold">
                                          <p:stCondLst>
                                            <p:cond delay="0"/>
                                          </p:stCondLst>
                                        </p:cTn>
                                        <p:tgtEl>
                                          <p:spTgt spid="60"/>
                                        </p:tgtEl>
                                        <p:attrNameLst>
                                          <p:attrName>style.visibility</p:attrName>
                                        </p:attrNameLst>
                                      </p:cBhvr>
                                      <p:to>
                                        <p:strVal val="visible"/>
                                      </p:to>
                                    </p:set>
                                    <p:animEffect transition="in" filter="circle(in)">
                                      <p:cBhvr>
                                        <p:cTn id="38" dur="2000"/>
                                        <p:tgtEl>
                                          <p:spTgt spid="60"/>
                                        </p:tgtEl>
                                      </p:cBhvr>
                                    </p:animEffect>
                                  </p:childTnLst>
                                </p:cTn>
                              </p:par>
                            </p:childTnLst>
                          </p:cTn>
                        </p:par>
                      </p:childTnLst>
                    </p:cTn>
                  </p:par>
                  <p:par>
                    <p:cTn id="39" fill="hold">
                      <p:stCondLst>
                        <p:cond delay="indefinite"/>
                      </p:stCondLst>
                      <p:childTnLst>
                        <p:par>
                          <p:cTn id="40" fill="hold">
                            <p:stCondLst>
                              <p:cond delay="0"/>
                            </p:stCondLst>
                            <p:childTnLst>
                              <p:par>
                                <p:cTn id="41" presetID="6" presetClass="entr" presetSubtype="16" fill="hold" nodeType="clickEffect">
                                  <p:stCondLst>
                                    <p:cond delay="0"/>
                                  </p:stCondLst>
                                  <p:childTnLst>
                                    <p:set>
                                      <p:cBhvr>
                                        <p:cTn id="42" dur="1" fill="hold">
                                          <p:stCondLst>
                                            <p:cond delay="0"/>
                                          </p:stCondLst>
                                        </p:cTn>
                                        <p:tgtEl>
                                          <p:spTgt spid="61"/>
                                        </p:tgtEl>
                                        <p:attrNameLst>
                                          <p:attrName>style.visibility</p:attrName>
                                        </p:attrNameLst>
                                      </p:cBhvr>
                                      <p:to>
                                        <p:strVal val="visible"/>
                                      </p:to>
                                    </p:set>
                                    <p:animEffect transition="in" filter="circle(in)">
                                      <p:cBhvr>
                                        <p:cTn id="43" dur="2000"/>
                                        <p:tgtEl>
                                          <p:spTgt spid="61"/>
                                        </p:tgtEl>
                                      </p:cBhvr>
                                    </p:animEffect>
                                  </p:childTnLst>
                                </p:cTn>
                              </p:par>
                            </p:childTnLst>
                          </p:cTn>
                        </p:par>
                      </p:childTnLst>
                    </p:cTn>
                  </p:par>
                  <p:par>
                    <p:cTn id="44" fill="hold">
                      <p:stCondLst>
                        <p:cond delay="indefinite"/>
                      </p:stCondLst>
                      <p:childTnLst>
                        <p:par>
                          <p:cTn id="45" fill="hold">
                            <p:stCondLst>
                              <p:cond delay="0"/>
                            </p:stCondLst>
                            <p:childTnLst>
                              <p:par>
                                <p:cTn id="46" presetID="6" presetClass="entr" presetSubtype="16" fill="hold" nodeType="clickEffect">
                                  <p:stCondLst>
                                    <p:cond delay="0"/>
                                  </p:stCondLst>
                                  <p:childTnLst>
                                    <p:set>
                                      <p:cBhvr>
                                        <p:cTn id="47" dur="1" fill="hold">
                                          <p:stCondLst>
                                            <p:cond delay="0"/>
                                          </p:stCondLst>
                                        </p:cTn>
                                        <p:tgtEl>
                                          <p:spTgt spid="63"/>
                                        </p:tgtEl>
                                        <p:attrNameLst>
                                          <p:attrName>style.visibility</p:attrName>
                                        </p:attrNameLst>
                                      </p:cBhvr>
                                      <p:to>
                                        <p:strVal val="visible"/>
                                      </p:to>
                                    </p:set>
                                    <p:animEffect transition="in" filter="circle(in)">
                                      <p:cBhvr>
                                        <p:cTn id="48" dur="2000"/>
                                        <p:tgtEl>
                                          <p:spTgt spid="63"/>
                                        </p:tgtEl>
                                      </p:cBhvr>
                                    </p:animEffect>
                                  </p:childTnLst>
                                </p:cTn>
                              </p:par>
                            </p:childTnLst>
                          </p:cTn>
                        </p:par>
                      </p:childTnLst>
                    </p:cTn>
                  </p:par>
                  <p:par>
                    <p:cTn id="49" fill="hold">
                      <p:stCondLst>
                        <p:cond delay="indefinite"/>
                      </p:stCondLst>
                      <p:childTnLst>
                        <p:par>
                          <p:cTn id="50" fill="hold">
                            <p:stCondLst>
                              <p:cond delay="0"/>
                            </p:stCondLst>
                            <p:childTnLst>
                              <p:par>
                                <p:cTn id="51" presetID="6" presetClass="entr" presetSubtype="16" fill="hold" grpId="0" nodeType="clickEffect">
                                  <p:stCondLst>
                                    <p:cond delay="0"/>
                                  </p:stCondLst>
                                  <p:childTnLst>
                                    <p:set>
                                      <p:cBhvr>
                                        <p:cTn id="52" dur="1" fill="hold">
                                          <p:stCondLst>
                                            <p:cond delay="0"/>
                                          </p:stCondLst>
                                        </p:cTn>
                                        <p:tgtEl>
                                          <p:spTgt spid="65"/>
                                        </p:tgtEl>
                                        <p:attrNameLst>
                                          <p:attrName>style.visibility</p:attrName>
                                        </p:attrNameLst>
                                      </p:cBhvr>
                                      <p:to>
                                        <p:strVal val="visible"/>
                                      </p:to>
                                    </p:set>
                                    <p:animEffect transition="in" filter="circle(in)">
                                      <p:cBhvr>
                                        <p:cTn id="53" dur="2000"/>
                                        <p:tgtEl>
                                          <p:spTgt spid="65"/>
                                        </p:tgtEl>
                                      </p:cBhvr>
                                    </p:animEffect>
                                  </p:childTnLst>
                                </p:cTn>
                              </p:par>
                            </p:childTnLst>
                          </p:cTn>
                        </p:par>
                      </p:childTnLst>
                    </p:cTn>
                  </p:par>
                  <p:par>
                    <p:cTn id="54" fill="hold">
                      <p:stCondLst>
                        <p:cond delay="indefinite"/>
                      </p:stCondLst>
                      <p:childTnLst>
                        <p:par>
                          <p:cTn id="55" fill="hold">
                            <p:stCondLst>
                              <p:cond delay="0"/>
                            </p:stCondLst>
                            <p:childTnLst>
                              <p:par>
                                <p:cTn id="56" presetID="6" presetClass="entr" presetSubtype="16" fill="hold" nodeType="clickEffect">
                                  <p:stCondLst>
                                    <p:cond delay="0"/>
                                  </p:stCondLst>
                                  <p:childTnLst>
                                    <p:set>
                                      <p:cBhvr>
                                        <p:cTn id="57" dur="1" fill="hold">
                                          <p:stCondLst>
                                            <p:cond delay="0"/>
                                          </p:stCondLst>
                                        </p:cTn>
                                        <p:tgtEl>
                                          <p:spTgt spid="73"/>
                                        </p:tgtEl>
                                        <p:attrNameLst>
                                          <p:attrName>style.visibility</p:attrName>
                                        </p:attrNameLst>
                                      </p:cBhvr>
                                      <p:to>
                                        <p:strVal val="visible"/>
                                      </p:to>
                                    </p:set>
                                    <p:animEffect transition="in" filter="circle(in)">
                                      <p:cBhvr>
                                        <p:cTn id="58" dur="2000"/>
                                        <p:tgtEl>
                                          <p:spTgt spid="73"/>
                                        </p:tgtEl>
                                      </p:cBhvr>
                                    </p:animEffect>
                                  </p:childTnLst>
                                </p:cTn>
                              </p:par>
                            </p:childTnLst>
                          </p:cTn>
                        </p:par>
                      </p:childTnLst>
                    </p:cTn>
                  </p:par>
                  <p:par>
                    <p:cTn id="59" fill="hold">
                      <p:stCondLst>
                        <p:cond delay="indefinite"/>
                      </p:stCondLst>
                      <p:childTnLst>
                        <p:par>
                          <p:cTn id="60" fill="hold">
                            <p:stCondLst>
                              <p:cond delay="0"/>
                            </p:stCondLst>
                            <p:childTnLst>
                              <p:par>
                                <p:cTn id="61" presetID="6" presetClass="entr" presetSubtype="16" fill="hold" nodeType="clickEffect">
                                  <p:stCondLst>
                                    <p:cond delay="0"/>
                                  </p:stCondLst>
                                  <p:childTnLst>
                                    <p:set>
                                      <p:cBhvr>
                                        <p:cTn id="62" dur="1" fill="hold">
                                          <p:stCondLst>
                                            <p:cond delay="0"/>
                                          </p:stCondLst>
                                        </p:cTn>
                                        <p:tgtEl>
                                          <p:spTgt spid="75"/>
                                        </p:tgtEl>
                                        <p:attrNameLst>
                                          <p:attrName>style.visibility</p:attrName>
                                        </p:attrNameLst>
                                      </p:cBhvr>
                                      <p:to>
                                        <p:strVal val="visible"/>
                                      </p:to>
                                    </p:set>
                                    <p:animEffect transition="in" filter="circle(in)">
                                      <p:cBhvr>
                                        <p:cTn id="63" dur="2000"/>
                                        <p:tgtEl>
                                          <p:spTgt spid="75"/>
                                        </p:tgtEl>
                                      </p:cBhvr>
                                    </p:animEffect>
                                  </p:childTnLst>
                                </p:cTn>
                              </p:par>
                            </p:childTnLst>
                          </p:cTn>
                        </p:par>
                      </p:childTnLst>
                    </p:cTn>
                  </p:par>
                  <p:par>
                    <p:cTn id="64" fill="hold">
                      <p:stCondLst>
                        <p:cond delay="indefinite"/>
                      </p:stCondLst>
                      <p:childTnLst>
                        <p:par>
                          <p:cTn id="65" fill="hold">
                            <p:stCondLst>
                              <p:cond delay="0"/>
                            </p:stCondLst>
                            <p:childTnLst>
                              <p:par>
                                <p:cTn id="66" presetID="6" presetClass="entr" presetSubtype="16" fill="hold" grpId="0" nodeType="clickEffect">
                                  <p:stCondLst>
                                    <p:cond delay="0"/>
                                  </p:stCondLst>
                                  <p:childTnLst>
                                    <p:set>
                                      <p:cBhvr>
                                        <p:cTn id="67" dur="1" fill="hold">
                                          <p:stCondLst>
                                            <p:cond delay="0"/>
                                          </p:stCondLst>
                                        </p:cTn>
                                        <p:tgtEl>
                                          <p:spTgt spid="76"/>
                                        </p:tgtEl>
                                        <p:attrNameLst>
                                          <p:attrName>style.visibility</p:attrName>
                                        </p:attrNameLst>
                                      </p:cBhvr>
                                      <p:to>
                                        <p:strVal val="visible"/>
                                      </p:to>
                                    </p:set>
                                    <p:animEffect transition="in" filter="circle(in)">
                                      <p:cBhvr>
                                        <p:cTn id="68" dur="2000"/>
                                        <p:tgtEl>
                                          <p:spTgt spid="76"/>
                                        </p:tgtEl>
                                      </p:cBhvr>
                                    </p:animEffect>
                                  </p:childTnLst>
                                </p:cTn>
                              </p:par>
                            </p:childTnLst>
                          </p:cTn>
                        </p:par>
                      </p:childTnLst>
                    </p:cTn>
                  </p:par>
                  <p:par>
                    <p:cTn id="69" fill="hold">
                      <p:stCondLst>
                        <p:cond delay="indefinite"/>
                      </p:stCondLst>
                      <p:childTnLst>
                        <p:par>
                          <p:cTn id="70" fill="hold">
                            <p:stCondLst>
                              <p:cond delay="0"/>
                            </p:stCondLst>
                            <p:childTnLst>
                              <p:par>
                                <p:cTn id="71" presetID="6" presetClass="entr" presetSubtype="16" fill="hold" grpId="0" nodeType="clickEffect">
                                  <p:stCondLst>
                                    <p:cond delay="0"/>
                                  </p:stCondLst>
                                  <p:childTnLst>
                                    <p:set>
                                      <p:cBhvr>
                                        <p:cTn id="72" dur="1" fill="hold">
                                          <p:stCondLst>
                                            <p:cond delay="0"/>
                                          </p:stCondLst>
                                        </p:cTn>
                                        <p:tgtEl>
                                          <p:spTgt spid="77"/>
                                        </p:tgtEl>
                                        <p:attrNameLst>
                                          <p:attrName>style.visibility</p:attrName>
                                        </p:attrNameLst>
                                      </p:cBhvr>
                                      <p:to>
                                        <p:strVal val="visible"/>
                                      </p:to>
                                    </p:set>
                                    <p:animEffect transition="in" filter="circle(in)">
                                      <p:cBhvr>
                                        <p:cTn id="73" dur="2000"/>
                                        <p:tgtEl>
                                          <p:spTgt spid="77"/>
                                        </p:tgtEl>
                                      </p:cBhvr>
                                    </p:animEffect>
                                  </p:childTnLst>
                                </p:cTn>
                              </p:par>
                            </p:childTnLst>
                          </p:cTn>
                        </p:par>
                      </p:childTnLst>
                    </p:cTn>
                  </p:par>
                  <p:par>
                    <p:cTn id="74" fill="hold">
                      <p:stCondLst>
                        <p:cond delay="indefinite"/>
                      </p:stCondLst>
                      <p:childTnLst>
                        <p:par>
                          <p:cTn id="75" fill="hold">
                            <p:stCondLst>
                              <p:cond delay="0"/>
                            </p:stCondLst>
                            <p:childTnLst>
                              <p:par>
                                <p:cTn id="76" presetID="42" presetClass="entr" presetSubtype="0" fill="hold" grpId="0" nodeType="clickEffect">
                                  <p:stCondLst>
                                    <p:cond delay="0"/>
                                  </p:stCondLst>
                                  <p:childTnLst>
                                    <p:set>
                                      <p:cBhvr>
                                        <p:cTn id="77" dur="1" fill="hold">
                                          <p:stCondLst>
                                            <p:cond delay="0"/>
                                          </p:stCondLst>
                                        </p:cTn>
                                        <p:tgtEl>
                                          <p:spTgt spid="6"/>
                                        </p:tgtEl>
                                        <p:attrNameLst>
                                          <p:attrName>style.visibility</p:attrName>
                                        </p:attrNameLst>
                                      </p:cBhvr>
                                      <p:to>
                                        <p:strVal val="visible"/>
                                      </p:to>
                                    </p:set>
                                    <p:animEffect transition="in" filter="fade">
                                      <p:cBhvr>
                                        <p:cTn id="78" dur="1000"/>
                                        <p:tgtEl>
                                          <p:spTgt spid="6"/>
                                        </p:tgtEl>
                                      </p:cBhvr>
                                    </p:animEffect>
                                    <p:anim calcmode="lin" valueType="num">
                                      <p:cBhvr>
                                        <p:cTn id="79" dur="1000" fill="hold"/>
                                        <p:tgtEl>
                                          <p:spTgt spid="6"/>
                                        </p:tgtEl>
                                        <p:attrNameLst>
                                          <p:attrName>ppt_x</p:attrName>
                                        </p:attrNameLst>
                                      </p:cBhvr>
                                      <p:tavLst>
                                        <p:tav tm="0">
                                          <p:val>
                                            <p:strVal val="#ppt_x"/>
                                          </p:val>
                                        </p:tav>
                                        <p:tav tm="100000">
                                          <p:val>
                                            <p:strVal val="#ppt_x"/>
                                          </p:val>
                                        </p:tav>
                                      </p:tavLst>
                                    </p:anim>
                                    <p:anim calcmode="lin" valueType="num">
                                      <p:cBhvr>
                                        <p:cTn id="80" dur="1000" fill="hold"/>
                                        <p:tgtEl>
                                          <p:spTgt spid="6"/>
                                        </p:tgtEl>
                                        <p:attrNameLst>
                                          <p:attrName>ppt_y</p:attrName>
                                        </p:attrNameLst>
                                      </p:cBhvr>
                                      <p:tavLst>
                                        <p:tav tm="0">
                                          <p:val>
                                            <p:strVal val="#ppt_y+.1"/>
                                          </p:val>
                                        </p:tav>
                                        <p:tav tm="100000">
                                          <p:val>
                                            <p:strVal val="#ppt_y"/>
                                          </p:val>
                                        </p:tav>
                                      </p:tavLst>
                                    </p:anim>
                                  </p:childTnLst>
                                </p:cTn>
                              </p:par>
                            </p:childTnLst>
                          </p:cTn>
                        </p:par>
                      </p:childTnLst>
                    </p:cTn>
                  </p:par>
                  <p:par>
                    <p:cTn id="81" fill="hold">
                      <p:stCondLst>
                        <p:cond delay="indefinite"/>
                      </p:stCondLst>
                      <p:childTnLst>
                        <p:par>
                          <p:cTn id="82" fill="hold">
                            <p:stCondLst>
                              <p:cond delay="0"/>
                            </p:stCondLst>
                            <p:childTnLst>
                              <p:par>
                                <p:cTn id="83" presetID="6" presetClass="entr" presetSubtype="16" fill="hold" nodeType="clickEffect">
                                  <p:stCondLst>
                                    <p:cond delay="0"/>
                                  </p:stCondLst>
                                  <p:childTnLst>
                                    <p:set>
                                      <p:cBhvr>
                                        <p:cTn id="84" dur="1" fill="hold">
                                          <p:stCondLst>
                                            <p:cond delay="0"/>
                                          </p:stCondLst>
                                        </p:cTn>
                                        <p:tgtEl>
                                          <p:spTgt spid="9"/>
                                        </p:tgtEl>
                                        <p:attrNameLst>
                                          <p:attrName>style.visibility</p:attrName>
                                        </p:attrNameLst>
                                      </p:cBhvr>
                                      <p:to>
                                        <p:strVal val="visible"/>
                                      </p:to>
                                    </p:set>
                                    <p:animEffect transition="in" filter="circle(in)">
                                      <p:cBhvr>
                                        <p:cTn id="85" dur="2000"/>
                                        <p:tgtEl>
                                          <p:spTgt spid="9"/>
                                        </p:tgtEl>
                                      </p:cBhvr>
                                    </p:animEffect>
                                  </p:childTnLst>
                                </p:cTn>
                              </p:par>
                            </p:childTnLst>
                          </p:cTn>
                        </p:par>
                      </p:childTnLst>
                    </p:cTn>
                  </p:par>
                  <p:par>
                    <p:cTn id="86" fill="hold">
                      <p:stCondLst>
                        <p:cond delay="indefinite"/>
                      </p:stCondLst>
                      <p:childTnLst>
                        <p:par>
                          <p:cTn id="87" fill="hold">
                            <p:stCondLst>
                              <p:cond delay="0"/>
                            </p:stCondLst>
                            <p:childTnLst>
                              <p:par>
                                <p:cTn id="88" presetID="6" presetClass="entr" presetSubtype="16" fill="hold" grpId="0" nodeType="clickEffect">
                                  <p:stCondLst>
                                    <p:cond delay="0"/>
                                  </p:stCondLst>
                                  <p:childTnLst>
                                    <p:set>
                                      <p:cBhvr>
                                        <p:cTn id="89" dur="1" fill="hold">
                                          <p:stCondLst>
                                            <p:cond delay="0"/>
                                          </p:stCondLst>
                                        </p:cTn>
                                        <p:tgtEl>
                                          <p:spTgt spid="12"/>
                                        </p:tgtEl>
                                        <p:attrNameLst>
                                          <p:attrName>style.visibility</p:attrName>
                                        </p:attrNameLst>
                                      </p:cBhvr>
                                      <p:to>
                                        <p:strVal val="visible"/>
                                      </p:to>
                                    </p:set>
                                    <p:animEffect transition="in" filter="circle(in)">
                                      <p:cBhvr>
                                        <p:cTn id="90" dur="2000"/>
                                        <p:tgtEl>
                                          <p:spTgt spid="12"/>
                                        </p:tgtEl>
                                      </p:cBhvr>
                                    </p:animEffect>
                                  </p:childTnLst>
                                </p:cTn>
                              </p:par>
                            </p:childTnLst>
                          </p:cTn>
                        </p:par>
                      </p:childTnLst>
                    </p:cTn>
                  </p:par>
                  <p:par>
                    <p:cTn id="91" fill="hold">
                      <p:stCondLst>
                        <p:cond delay="indefinite"/>
                      </p:stCondLst>
                      <p:childTnLst>
                        <p:par>
                          <p:cTn id="92" fill="hold">
                            <p:stCondLst>
                              <p:cond delay="0"/>
                            </p:stCondLst>
                            <p:childTnLst>
                              <p:par>
                                <p:cTn id="93" presetID="6" presetClass="entr" presetSubtype="16" fill="hold" grpId="0" nodeType="clickEffect">
                                  <p:stCondLst>
                                    <p:cond delay="0"/>
                                  </p:stCondLst>
                                  <p:childTnLst>
                                    <p:set>
                                      <p:cBhvr>
                                        <p:cTn id="94" dur="1" fill="hold">
                                          <p:stCondLst>
                                            <p:cond delay="0"/>
                                          </p:stCondLst>
                                        </p:cTn>
                                        <p:tgtEl>
                                          <p:spTgt spid="13"/>
                                        </p:tgtEl>
                                        <p:attrNameLst>
                                          <p:attrName>style.visibility</p:attrName>
                                        </p:attrNameLst>
                                      </p:cBhvr>
                                      <p:to>
                                        <p:strVal val="visible"/>
                                      </p:to>
                                    </p:set>
                                    <p:animEffect transition="in" filter="circle(in)">
                                      <p:cBhvr>
                                        <p:cTn id="95" dur="2000"/>
                                        <p:tgtEl>
                                          <p:spTgt spid="13"/>
                                        </p:tgtEl>
                                      </p:cBhvr>
                                    </p:animEffect>
                                  </p:childTnLst>
                                </p:cTn>
                              </p:par>
                            </p:childTnLst>
                          </p:cTn>
                        </p:par>
                      </p:childTnLst>
                    </p:cTn>
                  </p:par>
                  <p:par>
                    <p:cTn id="96" fill="hold">
                      <p:stCondLst>
                        <p:cond delay="indefinite"/>
                      </p:stCondLst>
                      <p:childTnLst>
                        <p:par>
                          <p:cTn id="97" fill="hold">
                            <p:stCondLst>
                              <p:cond delay="0"/>
                            </p:stCondLst>
                            <p:childTnLst>
                              <p:par>
                                <p:cTn id="98" presetID="42" presetClass="entr" presetSubtype="0" fill="hold" nodeType="clickEffect">
                                  <p:stCondLst>
                                    <p:cond delay="0"/>
                                  </p:stCondLst>
                                  <p:childTnLst>
                                    <p:set>
                                      <p:cBhvr>
                                        <p:cTn id="99" dur="1" fill="hold">
                                          <p:stCondLst>
                                            <p:cond delay="0"/>
                                          </p:stCondLst>
                                        </p:cTn>
                                        <p:tgtEl>
                                          <p:spTgt spid="14"/>
                                        </p:tgtEl>
                                        <p:attrNameLst>
                                          <p:attrName>style.visibility</p:attrName>
                                        </p:attrNameLst>
                                      </p:cBhvr>
                                      <p:to>
                                        <p:strVal val="visible"/>
                                      </p:to>
                                    </p:set>
                                    <p:animEffect transition="in" filter="fade">
                                      <p:cBhvr>
                                        <p:cTn id="100" dur="1000"/>
                                        <p:tgtEl>
                                          <p:spTgt spid="14"/>
                                        </p:tgtEl>
                                      </p:cBhvr>
                                    </p:animEffect>
                                    <p:anim calcmode="lin" valueType="num">
                                      <p:cBhvr>
                                        <p:cTn id="101" dur="1000" fill="hold"/>
                                        <p:tgtEl>
                                          <p:spTgt spid="14"/>
                                        </p:tgtEl>
                                        <p:attrNameLst>
                                          <p:attrName>ppt_x</p:attrName>
                                        </p:attrNameLst>
                                      </p:cBhvr>
                                      <p:tavLst>
                                        <p:tav tm="0">
                                          <p:val>
                                            <p:strVal val="#ppt_x"/>
                                          </p:val>
                                        </p:tav>
                                        <p:tav tm="100000">
                                          <p:val>
                                            <p:strVal val="#ppt_x"/>
                                          </p:val>
                                        </p:tav>
                                      </p:tavLst>
                                    </p:anim>
                                    <p:anim calcmode="lin" valueType="num">
                                      <p:cBhvr>
                                        <p:cTn id="102" dur="1000" fill="hold"/>
                                        <p:tgtEl>
                                          <p:spTgt spid="14"/>
                                        </p:tgtEl>
                                        <p:attrNameLst>
                                          <p:attrName>ppt_y</p:attrName>
                                        </p:attrNameLst>
                                      </p:cBhvr>
                                      <p:tavLst>
                                        <p:tav tm="0">
                                          <p:val>
                                            <p:strVal val="#ppt_y+.1"/>
                                          </p:val>
                                        </p:tav>
                                        <p:tav tm="100000">
                                          <p:val>
                                            <p:strVal val="#ppt_y"/>
                                          </p:val>
                                        </p:tav>
                                      </p:tavLst>
                                    </p:anim>
                                  </p:childTnLst>
                                </p:cTn>
                              </p:par>
                            </p:childTnLst>
                          </p:cTn>
                        </p:par>
                      </p:childTnLst>
                    </p:cTn>
                  </p:par>
                  <p:par>
                    <p:cTn id="103" fill="hold">
                      <p:stCondLst>
                        <p:cond delay="indefinite"/>
                      </p:stCondLst>
                      <p:childTnLst>
                        <p:par>
                          <p:cTn id="104" fill="hold">
                            <p:stCondLst>
                              <p:cond delay="0"/>
                            </p:stCondLst>
                            <p:childTnLst>
                              <p:par>
                                <p:cTn id="105" presetID="6" presetClass="entr" presetSubtype="16" fill="hold" nodeType="clickEffect">
                                  <p:stCondLst>
                                    <p:cond delay="0"/>
                                  </p:stCondLst>
                                  <p:childTnLst>
                                    <p:set>
                                      <p:cBhvr>
                                        <p:cTn id="106" dur="1" fill="hold">
                                          <p:stCondLst>
                                            <p:cond delay="0"/>
                                          </p:stCondLst>
                                        </p:cTn>
                                        <p:tgtEl>
                                          <p:spTgt spid="15"/>
                                        </p:tgtEl>
                                        <p:attrNameLst>
                                          <p:attrName>style.visibility</p:attrName>
                                        </p:attrNameLst>
                                      </p:cBhvr>
                                      <p:to>
                                        <p:strVal val="visible"/>
                                      </p:to>
                                    </p:set>
                                    <p:animEffect transition="in" filter="circle(in)">
                                      <p:cBhvr>
                                        <p:cTn id="107" dur="2000"/>
                                        <p:tgtEl>
                                          <p:spTgt spid="15"/>
                                        </p:tgtEl>
                                      </p:cBhvr>
                                    </p:animEffect>
                                  </p:childTnLst>
                                </p:cTn>
                              </p:par>
                            </p:childTnLst>
                          </p:cTn>
                        </p:par>
                      </p:childTnLst>
                    </p:cTn>
                  </p:par>
                  <p:par>
                    <p:cTn id="108" fill="hold">
                      <p:stCondLst>
                        <p:cond delay="indefinite"/>
                      </p:stCondLst>
                      <p:childTnLst>
                        <p:par>
                          <p:cTn id="109" fill="hold">
                            <p:stCondLst>
                              <p:cond delay="0"/>
                            </p:stCondLst>
                            <p:childTnLst>
                              <p:par>
                                <p:cTn id="110" presetID="6" presetClass="entr" presetSubtype="16" fill="hold" grpId="0" nodeType="clickEffect">
                                  <p:stCondLst>
                                    <p:cond delay="0"/>
                                  </p:stCondLst>
                                  <p:childTnLst>
                                    <p:set>
                                      <p:cBhvr>
                                        <p:cTn id="111" dur="1" fill="hold">
                                          <p:stCondLst>
                                            <p:cond delay="0"/>
                                          </p:stCondLst>
                                        </p:cTn>
                                        <p:tgtEl>
                                          <p:spTgt spid="16"/>
                                        </p:tgtEl>
                                        <p:attrNameLst>
                                          <p:attrName>style.visibility</p:attrName>
                                        </p:attrNameLst>
                                      </p:cBhvr>
                                      <p:to>
                                        <p:strVal val="visible"/>
                                      </p:to>
                                    </p:set>
                                    <p:animEffect transition="in" filter="circle(in)">
                                      <p:cBhvr>
                                        <p:cTn id="112" dur="2000"/>
                                        <p:tgtEl>
                                          <p:spTgt spid="16"/>
                                        </p:tgtEl>
                                      </p:cBhvr>
                                    </p:animEffect>
                                  </p:childTnLst>
                                </p:cTn>
                              </p:par>
                            </p:childTnLst>
                          </p:cTn>
                        </p:par>
                      </p:childTnLst>
                    </p:cTn>
                  </p:par>
                  <p:par>
                    <p:cTn id="113" fill="hold">
                      <p:stCondLst>
                        <p:cond delay="indefinite"/>
                      </p:stCondLst>
                      <p:childTnLst>
                        <p:par>
                          <p:cTn id="114" fill="hold">
                            <p:stCondLst>
                              <p:cond delay="0"/>
                            </p:stCondLst>
                            <p:childTnLst>
                              <p:par>
                                <p:cTn id="115" presetID="2" presetClass="entr" presetSubtype="4" fill="hold" nodeType="clickEffect">
                                  <p:stCondLst>
                                    <p:cond delay="0"/>
                                  </p:stCondLst>
                                  <p:childTnLst>
                                    <p:set>
                                      <p:cBhvr>
                                        <p:cTn id="116" dur="1" fill="hold">
                                          <p:stCondLst>
                                            <p:cond delay="0"/>
                                          </p:stCondLst>
                                        </p:cTn>
                                        <p:tgtEl>
                                          <p:spTgt spid="17"/>
                                        </p:tgtEl>
                                        <p:attrNameLst>
                                          <p:attrName>style.visibility</p:attrName>
                                        </p:attrNameLst>
                                      </p:cBhvr>
                                      <p:to>
                                        <p:strVal val="visible"/>
                                      </p:to>
                                    </p:set>
                                    <p:anim calcmode="lin" valueType="num">
                                      <p:cBhvr additive="base">
                                        <p:cTn id="117" dur="500" fill="hold"/>
                                        <p:tgtEl>
                                          <p:spTgt spid="17"/>
                                        </p:tgtEl>
                                        <p:attrNameLst>
                                          <p:attrName>ppt_x</p:attrName>
                                        </p:attrNameLst>
                                      </p:cBhvr>
                                      <p:tavLst>
                                        <p:tav tm="0">
                                          <p:val>
                                            <p:strVal val="#ppt_x"/>
                                          </p:val>
                                        </p:tav>
                                        <p:tav tm="100000">
                                          <p:val>
                                            <p:strVal val="#ppt_x"/>
                                          </p:val>
                                        </p:tav>
                                      </p:tavLst>
                                    </p:anim>
                                    <p:anim calcmode="lin" valueType="num">
                                      <p:cBhvr additive="base">
                                        <p:cTn id="118" dur="500" fill="hold"/>
                                        <p:tgtEl>
                                          <p:spTgt spid="17"/>
                                        </p:tgtEl>
                                        <p:attrNameLst>
                                          <p:attrName>ppt_y</p:attrName>
                                        </p:attrNameLst>
                                      </p:cBhvr>
                                      <p:tavLst>
                                        <p:tav tm="0">
                                          <p:val>
                                            <p:strVal val="1+#ppt_h/2"/>
                                          </p:val>
                                        </p:tav>
                                        <p:tav tm="100000">
                                          <p:val>
                                            <p:strVal val="#ppt_y"/>
                                          </p:val>
                                        </p:tav>
                                      </p:tavLst>
                                    </p:anim>
                                  </p:childTnLst>
                                </p:cTn>
                              </p:par>
                            </p:childTnLst>
                          </p:cTn>
                        </p:par>
                      </p:childTnLst>
                    </p:cTn>
                  </p:par>
                  <p:par>
                    <p:cTn id="119" fill="hold">
                      <p:stCondLst>
                        <p:cond delay="indefinite"/>
                      </p:stCondLst>
                      <p:childTnLst>
                        <p:par>
                          <p:cTn id="120" fill="hold">
                            <p:stCondLst>
                              <p:cond delay="0"/>
                            </p:stCondLst>
                            <p:childTnLst>
                              <p:par>
                                <p:cTn id="121" presetID="42" presetClass="entr" presetSubtype="0" fill="hold" grpId="0" nodeType="clickEffect">
                                  <p:stCondLst>
                                    <p:cond delay="0"/>
                                  </p:stCondLst>
                                  <p:childTnLst>
                                    <p:set>
                                      <p:cBhvr>
                                        <p:cTn id="122" dur="1" fill="hold">
                                          <p:stCondLst>
                                            <p:cond delay="0"/>
                                          </p:stCondLst>
                                        </p:cTn>
                                        <p:tgtEl>
                                          <p:spTgt spid="7"/>
                                        </p:tgtEl>
                                        <p:attrNameLst>
                                          <p:attrName>style.visibility</p:attrName>
                                        </p:attrNameLst>
                                      </p:cBhvr>
                                      <p:to>
                                        <p:strVal val="visible"/>
                                      </p:to>
                                    </p:set>
                                    <p:animEffect transition="in" filter="fade">
                                      <p:cBhvr>
                                        <p:cTn id="123" dur="1000"/>
                                        <p:tgtEl>
                                          <p:spTgt spid="7"/>
                                        </p:tgtEl>
                                      </p:cBhvr>
                                    </p:animEffect>
                                    <p:anim calcmode="lin" valueType="num">
                                      <p:cBhvr>
                                        <p:cTn id="124" dur="1000" fill="hold"/>
                                        <p:tgtEl>
                                          <p:spTgt spid="7"/>
                                        </p:tgtEl>
                                        <p:attrNameLst>
                                          <p:attrName>ppt_x</p:attrName>
                                        </p:attrNameLst>
                                      </p:cBhvr>
                                      <p:tavLst>
                                        <p:tav tm="0">
                                          <p:val>
                                            <p:strVal val="#ppt_x"/>
                                          </p:val>
                                        </p:tav>
                                        <p:tav tm="100000">
                                          <p:val>
                                            <p:strVal val="#ppt_x"/>
                                          </p:val>
                                        </p:tav>
                                      </p:tavLst>
                                    </p:anim>
                                    <p:anim calcmode="lin" valueType="num">
                                      <p:cBhvr>
                                        <p:cTn id="125"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26" fill="hold">
                      <p:stCondLst>
                        <p:cond delay="indefinite"/>
                      </p:stCondLst>
                      <p:childTnLst>
                        <p:par>
                          <p:cTn id="127" fill="hold">
                            <p:stCondLst>
                              <p:cond delay="0"/>
                            </p:stCondLst>
                            <p:childTnLst>
                              <p:par>
                                <p:cTn id="128" presetID="42" presetClass="entr" presetSubtype="0" fill="hold" grpId="0" nodeType="clickEffect">
                                  <p:stCondLst>
                                    <p:cond delay="0"/>
                                  </p:stCondLst>
                                  <p:childTnLst>
                                    <p:set>
                                      <p:cBhvr>
                                        <p:cTn id="129" dur="1" fill="hold">
                                          <p:stCondLst>
                                            <p:cond delay="0"/>
                                          </p:stCondLst>
                                        </p:cTn>
                                        <p:tgtEl>
                                          <p:spTgt spid="19"/>
                                        </p:tgtEl>
                                        <p:attrNameLst>
                                          <p:attrName>style.visibility</p:attrName>
                                        </p:attrNameLst>
                                      </p:cBhvr>
                                      <p:to>
                                        <p:strVal val="visible"/>
                                      </p:to>
                                    </p:set>
                                    <p:animEffect transition="in" filter="fade">
                                      <p:cBhvr>
                                        <p:cTn id="130" dur="1000"/>
                                        <p:tgtEl>
                                          <p:spTgt spid="19"/>
                                        </p:tgtEl>
                                      </p:cBhvr>
                                    </p:animEffect>
                                    <p:anim calcmode="lin" valueType="num">
                                      <p:cBhvr>
                                        <p:cTn id="131" dur="1000" fill="hold"/>
                                        <p:tgtEl>
                                          <p:spTgt spid="19"/>
                                        </p:tgtEl>
                                        <p:attrNameLst>
                                          <p:attrName>ppt_x</p:attrName>
                                        </p:attrNameLst>
                                      </p:cBhvr>
                                      <p:tavLst>
                                        <p:tav tm="0">
                                          <p:val>
                                            <p:strVal val="#ppt_x"/>
                                          </p:val>
                                        </p:tav>
                                        <p:tav tm="100000">
                                          <p:val>
                                            <p:strVal val="#ppt_x"/>
                                          </p:val>
                                        </p:tav>
                                      </p:tavLst>
                                    </p:anim>
                                    <p:anim calcmode="lin" valueType="num">
                                      <p:cBhvr>
                                        <p:cTn id="132" dur="1000" fill="hold"/>
                                        <p:tgtEl>
                                          <p:spTgt spid="19"/>
                                        </p:tgtEl>
                                        <p:attrNameLst>
                                          <p:attrName>ppt_y</p:attrName>
                                        </p:attrNameLst>
                                      </p:cBhvr>
                                      <p:tavLst>
                                        <p:tav tm="0">
                                          <p:val>
                                            <p:strVal val="#ppt_y+.1"/>
                                          </p:val>
                                        </p:tav>
                                        <p:tav tm="100000">
                                          <p:val>
                                            <p:strVal val="#ppt_y"/>
                                          </p:val>
                                        </p:tav>
                                      </p:tavLst>
                                    </p:anim>
                                  </p:childTnLst>
                                </p:cTn>
                              </p:par>
                            </p:childTnLst>
                          </p:cTn>
                        </p:par>
                      </p:childTnLst>
                    </p:cTn>
                  </p:par>
                  <p:par>
                    <p:cTn id="133" fill="hold">
                      <p:stCondLst>
                        <p:cond delay="indefinite"/>
                      </p:stCondLst>
                      <p:childTnLst>
                        <p:par>
                          <p:cTn id="134" fill="hold">
                            <p:stCondLst>
                              <p:cond delay="0"/>
                            </p:stCondLst>
                            <p:childTnLst>
                              <p:par>
                                <p:cTn id="135" presetID="42" presetClass="entr" presetSubtype="0" fill="hold" nodeType="clickEffect">
                                  <p:stCondLst>
                                    <p:cond delay="0"/>
                                  </p:stCondLst>
                                  <p:childTnLst>
                                    <p:set>
                                      <p:cBhvr>
                                        <p:cTn id="136" dur="1" fill="hold">
                                          <p:stCondLst>
                                            <p:cond delay="0"/>
                                          </p:stCondLst>
                                        </p:cTn>
                                        <p:tgtEl>
                                          <p:spTgt spid="20"/>
                                        </p:tgtEl>
                                        <p:attrNameLst>
                                          <p:attrName>style.visibility</p:attrName>
                                        </p:attrNameLst>
                                      </p:cBhvr>
                                      <p:to>
                                        <p:strVal val="visible"/>
                                      </p:to>
                                    </p:set>
                                    <p:animEffect transition="in" filter="fade">
                                      <p:cBhvr>
                                        <p:cTn id="137" dur="1000"/>
                                        <p:tgtEl>
                                          <p:spTgt spid="20"/>
                                        </p:tgtEl>
                                      </p:cBhvr>
                                    </p:animEffect>
                                    <p:anim calcmode="lin" valueType="num">
                                      <p:cBhvr>
                                        <p:cTn id="138" dur="1000" fill="hold"/>
                                        <p:tgtEl>
                                          <p:spTgt spid="20"/>
                                        </p:tgtEl>
                                        <p:attrNameLst>
                                          <p:attrName>ppt_x</p:attrName>
                                        </p:attrNameLst>
                                      </p:cBhvr>
                                      <p:tavLst>
                                        <p:tav tm="0">
                                          <p:val>
                                            <p:strVal val="#ppt_x"/>
                                          </p:val>
                                        </p:tav>
                                        <p:tav tm="100000">
                                          <p:val>
                                            <p:strVal val="#ppt_x"/>
                                          </p:val>
                                        </p:tav>
                                      </p:tavLst>
                                    </p:anim>
                                    <p:anim calcmode="lin" valueType="num">
                                      <p:cBhvr>
                                        <p:cTn id="139" dur="1000" fill="hold"/>
                                        <p:tgtEl>
                                          <p:spTgt spid="20"/>
                                        </p:tgtEl>
                                        <p:attrNameLst>
                                          <p:attrName>ppt_y</p:attrName>
                                        </p:attrNameLst>
                                      </p:cBhvr>
                                      <p:tavLst>
                                        <p:tav tm="0">
                                          <p:val>
                                            <p:strVal val="#ppt_y+.1"/>
                                          </p:val>
                                        </p:tav>
                                        <p:tav tm="100000">
                                          <p:val>
                                            <p:strVal val="#ppt_y"/>
                                          </p:val>
                                        </p:tav>
                                      </p:tavLst>
                                    </p:anim>
                                  </p:childTnLst>
                                </p:cTn>
                              </p:par>
                            </p:childTnLst>
                          </p:cTn>
                        </p:par>
                      </p:childTnLst>
                    </p:cTn>
                  </p:par>
                  <p:par>
                    <p:cTn id="140" fill="hold">
                      <p:stCondLst>
                        <p:cond delay="indefinite"/>
                      </p:stCondLst>
                      <p:childTnLst>
                        <p:par>
                          <p:cTn id="141" fill="hold">
                            <p:stCondLst>
                              <p:cond delay="0"/>
                            </p:stCondLst>
                            <p:childTnLst>
                              <p:par>
                                <p:cTn id="142" presetID="42" presetClass="entr" presetSubtype="0" fill="hold" grpId="0" nodeType="clickEffect">
                                  <p:stCondLst>
                                    <p:cond delay="0"/>
                                  </p:stCondLst>
                                  <p:childTnLst>
                                    <p:set>
                                      <p:cBhvr>
                                        <p:cTn id="143" dur="1" fill="hold">
                                          <p:stCondLst>
                                            <p:cond delay="0"/>
                                          </p:stCondLst>
                                        </p:cTn>
                                        <p:tgtEl>
                                          <p:spTgt spid="23"/>
                                        </p:tgtEl>
                                        <p:attrNameLst>
                                          <p:attrName>style.visibility</p:attrName>
                                        </p:attrNameLst>
                                      </p:cBhvr>
                                      <p:to>
                                        <p:strVal val="visible"/>
                                      </p:to>
                                    </p:set>
                                    <p:animEffect transition="in" filter="fade">
                                      <p:cBhvr>
                                        <p:cTn id="144" dur="1000"/>
                                        <p:tgtEl>
                                          <p:spTgt spid="23"/>
                                        </p:tgtEl>
                                      </p:cBhvr>
                                    </p:animEffect>
                                    <p:anim calcmode="lin" valueType="num">
                                      <p:cBhvr>
                                        <p:cTn id="145" dur="1000" fill="hold"/>
                                        <p:tgtEl>
                                          <p:spTgt spid="23"/>
                                        </p:tgtEl>
                                        <p:attrNameLst>
                                          <p:attrName>ppt_x</p:attrName>
                                        </p:attrNameLst>
                                      </p:cBhvr>
                                      <p:tavLst>
                                        <p:tav tm="0">
                                          <p:val>
                                            <p:strVal val="#ppt_x"/>
                                          </p:val>
                                        </p:tav>
                                        <p:tav tm="100000">
                                          <p:val>
                                            <p:strVal val="#ppt_x"/>
                                          </p:val>
                                        </p:tav>
                                      </p:tavLst>
                                    </p:anim>
                                    <p:anim calcmode="lin" valueType="num">
                                      <p:cBhvr>
                                        <p:cTn id="146" dur="1000" fill="hold"/>
                                        <p:tgtEl>
                                          <p:spTgt spid="23"/>
                                        </p:tgtEl>
                                        <p:attrNameLst>
                                          <p:attrName>ppt_y</p:attrName>
                                        </p:attrNameLst>
                                      </p:cBhvr>
                                      <p:tavLst>
                                        <p:tav tm="0">
                                          <p:val>
                                            <p:strVal val="#ppt_y+.1"/>
                                          </p:val>
                                        </p:tav>
                                        <p:tav tm="100000">
                                          <p:val>
                                            <p:strVal val="#ppt_y"/>
                                          </p:val>
                                        </p:tav>
                                      </p:tavLst>
                                    </p:anim>
                                  </p:childTnLst>
                                </p:cTn>
                              </p:par>
                            </p:childTnLst>
                          </p:cTn>
                        </p:par>
                      </p:childTnLst>
                    </p:cTn>
                  </p:par>
                  <p:par>
                    <p:cTn id="147" fill="hold">
                      <p:stCondLst>
                        <p:cond delay="indefinite"/>
                      </p:stCondLst>
                      <p:childTnLst>
                        <p:par>
                          <p:cTn id="148" fill="hold">
                            <p:stCondLst>
                              <p:cond delay="0"/>
                            </p:stCondLst>
                            <p:childTnLst>
                              <p:par>
                                <p:cTn id="149" presetID="42" presetClass="entr" presetSubtype="0" fill="hold" nodeType="clickEffect">
                                  <p:stCondLst>
                                    <p:cond delay="0"/>
                                  </p:stCondLst>
                                  <p:childTnLst>
                                    <p:set>
                                      <p:cBhvr>
                                        <p:cTn id="150" dur="1" fill="hold">
                                          <p:stCondLst>
                                            <p:cond delay="0"/>
                                          </p:stCondLst>
                                        </p:cTn>
                                        <p:tgtEl>
                                          <p:spTgt spid="22"/>
                                        </p:tgtEl>
                                        <p:attrNameLst>
                                          <p:attrName>style.visibility</p:attrName>
                                        </p:attrNameLst>
                                      </p:cBhvr>
                                      <p:to>
                                        <p:strVal val="visible"/>
                                      </p:to>
                                    </p:set>
                                    <p:animEffect transition="in" filter="fade">
                                      <p:cBhvr>
                                        <p:cTn id="151" dur="1000"/>
                                        <p:tgtEl>
                                          <p:spTgt spid="22"/>
                                        </p:tgtEl>
                                      </p:cBhvr>
                                    </p:animEffect>
                                    <p:anim calcmode="lin" valueType="num">
                                      <p:cBhvr>
                                        <p:cTn id="152" dur="1000" fill="hold"/>
                                        <p:tgtEl>
                                          <p:spTgt spid="22"/>
                                        </p:tgtEl>
                                        <p:attrNameLst>
                                          <p:attrName>ppt_x</p:attrName>
                                        </p:attrNameLst>
                                      </p:cBhvr>
                                      <p:tavLst>
                                        <p:tav tm="0">
                                          <p:val>
                                            <p:strVal val="#ppt_x"/>
                                          </p:val>
                                        </p:tav>
                                        <p:tav tm="100000">
                                          <p:val>
                                            <p:strVal val="#ppt_x"/>
                                          </p:val>
                                        </p:tav>
                                      </p:tavLst>
                                    </p:anim>
                                    <p:anim calcmode="lin" valueType="num">
                                      <p:cBhvr>
                                        <p:cTn id="153" dur="1000" fill="hold"/>
                                        <p:tgtEl>
                                          <p:spTgt spid="22"/>
                                        </p:tgtEl>
                                        <p:attrNameLst>
                                          <p:attrName>ppt_y</p:attrName>
                                        </p:attrNameLst>
                                      </p:cBhvr>
                                      <p:tavLst>
                                        <p:tav tm="0">
                                          <p:val>
                                            <p:strVal val="#ppt_y+.1"/>
                                          </p:val>
                                        </p:tav>
                                        <p:tav tm="100000">
                                          <p:val>
                                            <p:strVal val="#ppt_y"/>
                                          </p:val>
                                        </p:tav>
                                      </p:tavLst>
                                    </p:anim>
                                  </p:childTnLst>
                                </p:cTn>
                              </p:par>
                            </p:childTnLst>
                          </p:cTn>
                        </p:par>
                      </p:childTnLst>
                    </p:cTn>
                  </p:par>
                  <p:par>
                    <p:cTn id="154" fill="hold">
                      <p:stCondLst>
                        <p:cond delay="indefinite"/>
                      </p:stCondLst>
                      <p:childTnLst>
                        <p:par>
                          <p:cTn id="155" fill="hold">
                            <p:stCondLst>
                              <p:cond delay="0"/>
                            </p:stCondLst>
                            <p:childTnLst>
                              <p:par>
                                <p:cTn id="156" presetID="42" presetClass="entr" presetSubtype="0" fill="hold" grpId="0" nodeType="clickEffect">
                                  <p:stCondLst>
                                    <p:cond delay="0"/>
                                  </p:stCondLst>
                                  <p:childTnLst>
                                    <p:set>
                                      <p:cBhvr>
                                        <p:cTn id="157" dur="1" fill="hold">
                                          <p:stCondLst>
                                            <p:cond delay="0"/>
                                          </p:stCondLst>
                                        </p:cTn>
                                        <p:tgtEl>
                                          <p:spTgt spid="26"/>
                                        </p:tgtEl>
                                        <p:attrNameLst>
                                          <p:attrName>style.visibility</p:attrName>
                                        </p:attrNameLst>
                                      </p:cBhvr>
                                      <p:to>
                                        <p:strVal val="visible"/>
                                      </p:to>
                                    </p:set>
                                    <p:animEffect transition="in" filter="fade">
                                      <p:cBhvr>
                                        <p:cTn id="158" dur="1000"/>
                                        <p:tgtEl>
                                          <p:spTgt spid="26"/>
                                        </p:tgtEl>
                                      </p:cBhvr>
                                    </p:animEffect>
                                    <p:anim calcmode="lin" valueType="num">
                                      <p:cBhvr>
                                        <p:cTn id="159" dur="1000" fill="hold"/>
                                        <p:tgtEl>
                                          <p:spTgt spid="26"/>
                                        </p:tgtEl>
                                        <p:attrNameLst>
                                          <p:attrName>ppt_x</p:attrName>
                                        </p:attrNameLst>
                                      </p:cBhvr>
                                      <p:tavLst>
                                        <p:tav tm="0">
                                          <p:val>
                                            <p:strVal val="#ppt_x"/>
                                          </p:val>
                                        </p:tav>
                                        <p:tav tm="100000">
                                          <p:val>
                                            <p:strVal val="#ppt_x"/>
                                          </p:val>
                                        </p:tav>
                                      </p:tavLst>
                                    </p:anim>
                                    <p:anim calcmode="lin" valueType="num">
                                      <p:cBhvr>
                                        <p:cTn id="160" dur="1000" fill="hold"/>
                                        <p:tgtEl>
                                          <p:spTgt spid="26"/>
                                        </p:tgtEl>
                                        <p:attrNameLst>
                                          <p:attrName>ppt_y</p:attrName>
                                        </p:attrNameLst>
                                      </p:cBhvr>
                                      <p:tavLst>
                                        <p:tav tm="0">
                                          <p:val>
                                            <p:strVal val="#ppt_y+.1"/>
                                          </p:val>
                                        </p:tav>
                                        <p:tav tm="100000">
                                          <p:val>
                                            <p:strVal val="#ppt_y"/>
                                          </p:val>
                                        </p:tav>
                                      </p:tavLst>
                                    </p:anim>
                                  </p:childTnLst>
                                </p:cTn>
                              </p:par>
                            </p:childTnLst>
                          </p:cTn>
                        </p:par>
                      </p:childTnLst>
                    </p:cTn>
                  </p:par>
                  <p:par>
                    <p:cTn id="161" fill="hold">
                      <p:stCondLst>
                        <p:cond delay="indefinite"/>
                      </p:stCondLst>
                      <p:childTnLst>
                        <p:par>
                          <p:cTn id="162" fill="hold">
                            <p:stCondLst>
                              <p:cond delay="0"/>
                            </p:stCondLst>
                            <p:childTnLst>
                              <p:par>
                                <p:cTn id="163" presetID="42" presetClass="entr" presetSubtype="0" fill="hold" nodeType="clickEffect">
                                  <p:stCondLst>
                                    <p:cond delay="0"/>
                                  </p:stCondLst>
                                  <p:childTnLst>
                                    <p:set>
                                      <p:cBhvr>
                                        <p:cTn id="164" dur="1" fill="hold">
                                          <p:stCondLst>
                                            <p:cond delay="0"/>
                                          </p:stCondLst>
                                        </p:cTn>
                                        <p:tgtEl>
                                          <p:spTgt spid="25"/>
                                        </p:tgtEl>
                                        <p:attrNameLst>
                                          <p:attrName>style.visibility</p:attrName>
                                        </p:attrNameLst>
                                      </p:cBhvr>
                                      <p:to>
                                        <p:strVal val="visible"/>
                                      </p:to>
                                    </p:set>
                                    <p:animEffect transition="in" filter="fade">
                                      <p:cBhvr>
                                        <p:cTn id="165" dur="1000"/>
                                        <p:tgtEl>
                                          <p:spTgt spid="25"/>
                                        </p:tgtEl>
                                      </p:cBhvr>
                                    </p:animEffect>
                                    <p:anim calcmode="lin" valueType="num">
                                      <p:cBhvr>
                                        <p:cTn id="166" dur="1000" fill="hold"/>
                                        <p:tgtEl>
                                          <p:spTgt spid="25"/>
                                        </p:tgtEl>
                                        <p:attrNameLst>
                                          <p:attrName>ppt_x</p:attrName>
                                        </p:attrNameLst>
                                      </p:cBhvr>
                                      <p:tavLst>
                                        <p:tav tm="0">
                                          <p:val>
                                            <p:strVal val="#ppt_x"/>
                                          </p:val>
                                        </p:tav>
                                        <p:tav tm="100000">
                                          <p:val>
                                            <p:strVal val="#ppt_x"/>
                                          </p:val>
                                        </p:tav>
                                      </p:tavLst>
                                    </p:anim>
                                    <p:anim calcmode="lin" valueType="num">
                                      <p:cBhvr>
                                        <p:cTn id="167" dur="1000" fill="hold"/>
                                        <p:tgtEl>
                                          <p:spTgt spid="25"/>
                                        </p:tgtEl>
                                        <p:attrNameLst>
                                          <p:attrName>ppt_y</p:attrName>
                                        </p:attrNameLst>
                                      </p:cBhvr>
                                      <p:tavLst>
                                        <p:tav tm="0">
                                          <p:val>
                                            <p:strVal val="#ppt_y+.1"/>
                                          </p:val>
                                        </p:tav>
                                        <p:tav tm="100000">
                                          <p:val>
                                            <p:strVal val="#ppt_y"/>
                                          </p:val>
                                        </p:tav>
                                      </p:tavLst>
                                    </p:anim>
                                  </p:childTnLst>
                                </p:cTn>
                              </p:par>
                            </p:childTnLst>
                          </p:cTn>
                        </p:par>
                      </p:childTnLst>
                    </p:cTn>
                  </p:par>
                  <p:par>
                    <p:cTn id="168" fill="hold">
                      <p:stCondLst>
                        <p:cond delay="indefinite"/>
                      </p:stCondLst>
                      <p:childTnLst>
                        <p:par>
                          <p:cTn id="169" fill="hold">
                            <p:stCondLst>
                              <p:cond delay="0"/>
                            </p:stCondLst>
                            <p:childTnLst>
                              <p:par>
                                <p:cTn id="170" presetID="42" presetClass="entr" presetSubtype="0" fill="hold" grpId="0" nodeType="clickEffect">
                                  <p:stCondLst>
                                    <p:cond delay="0"/>
                                  </p:stCondLst>
                                  <p:childTnLst>
                                    <p:set>
                                      <p:cBhvr>
                                        <p:cTn id="171" dur="1" fill="hold">
                                          <p:stCondLst>
                                            <p:cond delay="0"/>
                                          </p:stCondLst>
                                        </p:cTn>
                                        <p:tgtEl>
                                          <p:spTgt spid="21"/>
                                        </p:tgtEl>
                                        <p:attrNameLst>
                                          <p:attrName>style.visibility</p:attrName>
                                        </p:attrNameLst>
                                      </p:cBhvr>
                                      <p:to>
                                        <p:strVal val="visible"/>
                                      </p:to>
                                    </p:set>
                                    <p:animEffect transition="in" filter="fade">
                                      <p:cBhvr>
                                        <p:cTn id="172" dur="1000"/>
                                        <p:tgtEl>
                                          <p:spTgt spid="21"/>
                                        </p:tgtEl>
                                      </p:cBhvr>
                                    </p:animEffect>
                                    <p:anim calcmode="lin" valueType="num">
                                      <p:cBhvr>
                                        <p:cTn id="173" dur="1000" fill="hold"/>
                                        <p:tgtEl>
                                          <p:spTgt spid="21"/>
                                        </p:tgtEl>
                                        <p:attrNameLst>
                                          <p:attrName>ppt_x</p:attrName>
                                        </p:attrNameLst>
                                      </p:cBhvr>
                                      <p:tavLst>
                                        <p:tav tm="0">
                                          <p:val>
                                            <p:strVal val="#ppt_x"/>
                                          </p:val>
                                        </p:tav>
                                        <p:tav tm="100000">
                                          <p:val>
                                            <p:strVal val="#ppt_x"/>
                                          </p:val>
                                        </p:tav>
                                      </p:tavLst>
                                    </p:anim>
                                    <p:anim calcmode="lin" valueType="num">
                                      <p:cBhvr>
                                        <p:cTn id="174" dur="1000" fill="hold"/>
                                        <p:tgtEl>
                                          <p:spTgt spid="21"/>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4" grpId="0"/>
      <p:bldP spid="5" grpId="0"/>
      <p:bldP spid="65" grpId="0"/>
      <p:bldP spid="76" grpId="0"/>
      <p:bldP spid="77" grpId="0"/>
      <p:bldP spid="6" grpId="0"/>
      <p:bldP spid="7" grpId="0"/>
      <p:bldP spid="12" grpId="0"/>
      <p:bldP spid="13" grpId="0"/>
      <p:bldP spid="16" grpId="0"/>
      <p:bldP spid="19" grpId="0"/>
      <p:bldP spid="23" grpId="0"/>
      <p:bldP spid="26" grpId="0"/>
      <p:bldP spid="21"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6075B3-6644-3A9C-FB8B-86049B057718}"/>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763F39C1-C7B7-04C1-2244-1ADC63CB2161}"/>
              </a:ext>
            </a:extLst>
          </p:cNvPr>
          <p:cNvSpPr txBox="1"/>
          <p:nvPr/>
        </p:nvSpPr>
        <p:spPr>
          <a:xfrm>
            <a:off x="170687" y="109513"/>
            <a:ext cx="11863773" cy="1200329"/>
          </a:xfrm>
          <a:prstGeom prst="rect">
            <a:avLst/>
          </a:prstGeom>
          <a:noFill/>
        </p:spPr>
        <p:txBody>
          <a:bodyPr wrap="square" rtlCol="0">
            <a:spAutoFit/>
          </a:bodyPr>
          <a:lstStyle/>
          <a:p>
            <a:pPr algn="just"/>
            <a:r>
              <a:rPr lang="en-US" b="1" i="1">
                <a:solidFill>
                  <a:srgbClr val="FF0000"/>
                </a:solidFill>
              </a:rPr>
              <a:t>Bài tập 5.4. (Bài 4c trang 4).</a:t>
            </a:r>
            <a:r>
              <a:rPr lang="en-US"/>
              <a:t> Mặt cầu của một thấu kính phẳng, một mặt lồi được đặt tiếp xúc với một bản thủy tinh phẳng. Chiết suất của thấu kính và bản thủy tinh lần lượt bằng n</a:t>
            </a:r>
            <a:r>
              <a:rPr lang="en-US" baseline="-25000"/>
              <a:t>1</a:t>
            </a:r>
            <a:r>
              <a:rPr lang="en-US"/>
              <a:t> = 1,5 và n</a:t>
            </a:r>
            <a:r>
              <a:rPr lang="en-US" baseline="-25000"/>
              <a:t>2</a:t>
            </a:r>
            <a:r>
              <a:rPr lang="en-US"/>
              <a:t> = 1,7. Bán kính cong của mặt cầu của thấu kính là                     R = 100 cm, khoảng không gian giữa thấu kính và bản phẳng chứa đầy một chất có chiết suất n =1,63. Xác định bán kính của vân tối thứ năm nếu quan sát vân giao thoa bằng ánh sáng phản xạ. Cho bước sóng của ánh sáng </a:t>
            </a:r>
            <a:r>
              <a:rPr lang="en-US">
                <a:sym typeface="Symbol" panose="05050102010706020507" pitchFamily="18" charset="2"/>
              </a:rPr>
              <a:t> = 0,5 m</a:t>
            </a:r>
            <a:r>
              <a:rPr lang="en-US" sz="1600"/>
              <a:t>.</a:t>
            </a:r>
            <a:endParaRPr lang="en-US" b="1" i="1">
              <a:solidFill>
                <a:srgbClr val="FF0000"/>
              </a:solidFill>
            </a:endParaRPr>
          </a:p>
        </p:txBody>
      </p:sp>
      <p:sp>
        <p:nvSpPr>
          <p:cNvPr id="32" name="TextBox 31">
            <a:extLst>
              <a:ext uri="{FF2B5EF4-FFF2-40B4-BE49-F238E27FC236}">
                <a16:creationId xmlns:a16="http://schemas.microsoft.com/office/drawing/2014/main" id="{228B11DB-77AC-3932-D42B-817D354416E2}"/>
              </a:ext>
            </a:extLst>
          </p:cNvPr>
          <p:cNvSpPr txBox="1"/>
          <p:nvPr/>
        </p:nvSpPr>
        <p:spPr>
          <a:xfrm>
            <a:off x="1280160" y="1262947"/>
            <a:ext cx="1645920" cy="369332"/>
          </a:xfrm>
          <a:prstGeom prst="rect">
            <a:avLst/>
          </a:prstGeom>
          <a:noFill/>
        </p:spPr>
        <p:txBody>
          <a:bodyPr wrap="square" rtlCol="0">
            <a:spAutoFit/>
          </a:bodyPr>
          <a:lstStyle/>
          <a:p>
            <a:r>
              <a:rPr lang="en-US" b="1">
                <a:solidFill>
                  <a:srgbClr val="FF0000"/>
                </a:solidFill>
              </a:rPr>
              <a:t>LỜI GIẢI (tiếp)</a:t>
            </a:r>
          </a:p>
        </p:txBody>
      </p:sp>
      <p:sp>
        <p:nvSpPr>
          <p:cNvPr id="4" name="TextBox 3">
            <a:extLst>
              <a:ext uri="{FF2B5EF4-FFF2-40B4-BE49-F238E27FC236}">
                <a16:creationId xmlns:a16="http://schemas.microsoft.com/office/drawing/2014/main" id="{42CA1F1A-C7B3-9B52-B0E6-ED2D7CAB3226}"/>
              </a:ext>
            </a:extLst>
          </p:cNvPr>
          <p:cNvSpPr txBox="1"/>
          <p:nvPr/>
        </p:nvSpPr>
        <p:spPr>
          <a:xfrm>
            <a:off x="170687" y="1778718"/>
            <a:ext cx="7621803" cy="369332"/>
          </a:xfrm>
          <a:prstGeom prst="rect">
            <a:avLst/>
          </a:prstGeom>
          <a:noFill/>
        </p:spPr>
        <p:txBody>
          <a:bodyPr wrap="square">
            <a:spAutoFit/>
          </a:bodyPr>
          <a:lstStyle/>
          <a:p>
            <a:r>
              <a:rPr lang="en-US"/>
              <a:t>Với k = 0 thì bề dày nêm:</a:t>
            </a:r>
          </a:p>
        </p:txBody>
      </p:sp>
      <p:graphicFrame>
        <p:nvGraphicFramePr>
          <p:cNvPr id="5" name="Object 4">
            <a:extLst>
              <a:ext uri="{FF2B5EF4-FFF2-40B4-BE49-F238E27FC236}">
                <a16:creationId xmlns:a16="http://schemas.microsoft.com/office/drawing/2014/main" id="{2F5B92E0-AF9A-7C7A-9B1B-5C6D861D0136}"/>
              </a:ext>
            </a:extLst>
          </p:cNvPr>
          <p:cNvGraphicFramePr>
            <a:graphicFrameLocks noChangeAspect="1"/>
          </p:cNvGraphicFramePr>
          <p:nvPr>
            <p:extLst>
              <p:ext uri="{D42A27DB-BD31-4B8C-83A1-F6EECF244321}">
                <p14:modId xmlns:p14="http://schemas.microsoft.com/office/powerpoint/2010/main" val="1915858000"/>
              </p:ext>
            </p:extLst>
          </p:nvPr>
        </p:nvGraphicFramePr>
        <p:xfrm>
          <a:off x="2624174" y="1646354"/>
          <a:ext cx="1206755" cy="634059"/>
        </p:xfrm>
        <a:graphic>
          <a:graphicData uri="http://schemas.openxmlformats.org/presentationml/2006/ole">
            <mc:AlternateContent xmlns:mc="http://schemas.openxmlformats.org/markup-compatibility/2006">
              <mc:Choice xmlns:v="urn:schemas-microsoft-com:vml" Requires="v">
                <p:oleObj name="Equation" r:id="rId2" imgW="749160" imgH="393480" progId="Equation.DSMT4">
                  <p:embed/>
                </p:oleObj>
              </mc:Choice>
              <mc:Fallback>
                <p:oleObj name="Equation" r:id="rId2" imgW="749160" imgH="393480" progId="Equation.DSMT4">
                  <p:embed/>
                  <p:pic>
                    <p:nvPicPr>
                      <p:cNvPr id="5" name="Object 4">
                        <a:extLst>
                          <a:ext uri="{FF2B5EF4-FFF2-40B4-BE49-F238E27FC236}">
                            <a16:creationId xmlns:a16="http://schemas.microsoft.com/office/drawing/2014/main" id="{2F5B92E0-AF9A-7C7A-9B1B-5C6D861D0136}"/>
                          </a:ext>
                        </a:extLst>
                      </p:cNvPr>
                      <p:cNvPicPr/>
                      <p:nvPr/>
                    </p:nvPicPr>
                    <p:blipFill>
                      <a:blip r:embed="rId3"/>
                      <a:stretch>
                        <a:fillRect/>
                      </a:stretch>
                    </p:blipFill>
                    <p:spPr>
                      <a:xfrm>
                        <a:off x="2624174" y="1646354"/>
                        <a:ext cx="1206755" cy="634059"/>
                      </a:xfrm>
                      <a:prstGeom prst="rect">
                        <a:avLst/>
                      </a:prstGeom>
                    </p:spPr>
                  </p:pic>
                </p:oleObj>
              </mc:Fallback>
            </mc:AlternateContent>
          </a:graphicData>
        </a:graphic>
      </p:graphicFrame>
      <p:sp>
        <p:nvSpPr>
          <p:cNvPr id="6" name="TextBox 5">
            <a:extLst>
              <a:ext uri="{FF2B5EF4-FFF2-40B4-BE49-F238E27FC236}">
                <a16:creationId xmlns:a16="http://schemas.microsoft.com/office/drawing/2014/main" id="{BF6C6942-961B-1404-56C0-930D482DD700}"/>
              </a:ext>
            </a:extLst>
          </p:cNvPr>
          <p:cNvSpPr txBox="1"/>
          <p:nvPr/>
        </p:nvSpPr>
        <p:spPr>
          <a:xfrm>
            <a:off x="195071" y="2242186"/>
            <a:ext cx="5568873" cy="369332"/>
          </a:xfrm>
          <a:prstGeom prst="rect">
            <a:avLst/>
          </a:prstGeom>
          <a:noFill/>
        </p:spPr>
        <p:txBody>
          <a:bodyPr wrap="square">
            <a:spAutoFit/>
          </a:bodyPr>
          <a:lstStyle/>
          <a:p>
            <a:r>
              <a:rPr lang="en-US">
                <a:sym typeface="Symbol" panose="05050102010706020507" pitchFamily="18" charset="2"/>
              </a:rPr>
              <a:t></a:t>
            </a:r>
            <a:r>
              <a:rPr lang="en-US"/>
              <a:t> k = 0 ứng với vân tối 1, vậy bề dày ứng với vân tối 5 là:</a:t>
            </a:r>
          </a:p>
        </p:txBody>
      </p:sp>
      <p:graphicFrame>
        <p:nvGraphicFramePr>
          <p:cNvPr id="7" name="Object 6">
            <a:extLst>
              <a:ext uri="{FF2B5EF4-FFF2-40B4-BE49-F238E27FC236}">
                <a16:creationId xmlns:a16="http://schemas.microsoft.com/office/drawing/2014/main" id="{BCAB1D21-1F1B-1631-6569-31C2ED451333}"/>
              </a:ext>
            </a:extLst>
          </p:cNvPr>
          <p:cNvGraphicFramePr>
            <a:graphicFrameLocks noChangeAspect="1"/>
          </p:cNvGraphicFramePr>
          <p:nvPr>
            <p:extLst>
              <p:ext uri="{D42A27DB-BD31-4B8C-83A1-F6EECF244321}">
                <p14:modId xmlns:p14="http://schemas.microsoft.com/office/powerpoint/2010/main" val="1751701061"/>
              </p:ext>
            </p:extLst>
          </p:nvPr>
        </p:nvGraphicFramePr>
        <p:xfrm>
          <a:off x="1149731" y="2739962"/>
          <a:ext cx="4786313" cy="715962"/>
        </p:xfrm>
        <a:graphic>
          <a:graphicData uri="http://schemas.openxmlformats.org/presentationml/2006/ole">
            <mc:AlternateContent xmlns:mc="http://schemas.openxmlformats.org/markup-compatibility/2006">
              <mc:Choice xmlns:v="urn:schemas-microsoft-com:vml" Requires="v">
                <p:oleObj name="Equation" r:id="rId4" imgW="2971800" imgH="444240" progId="Equation.DSMT4">
                  <p:embed/>
                </p:oleObj>
              </mc:Choice>
              <mc:Fallback>
                <p:oleObj name="Equation" r:id="rId4" imgW="2971800" imgH="444240" progId="Equation.DSMT4">
                  <p:embed/>
                  <p:pic>
                    <p:nvPicPr>
                      <p:cNvPr id="7" name="Object 6">
                        <a:extLst>
                          <a:ext uri="{FF2B5EF4-FFF2-40B4-BE49-F238E27FC236}">
                            <a16:creationId xmlns:a16="http://schemas.microsoft.com/office/drawing/2014/main" id="{BCAB1D21-1F1B-1631-6569-31C2ED451333}"/>
                          </a:ext>
                        </a:extLst>
                      </p:cNvPr>
                      <p:cNvPicPr/>
                      <p:nvPr/>
                    </p:nvPicPr>
                    <p:blipFill>
                      <a:blip r:embed="rId5"/>
                      <a:stretch>
                        <a:fillRect/>
                      </a:stretch>
                    </p:blipFill>
                    <p:spPr>
                      <a:xfrm>
                        <a:off x="1149731" y="2739962"/>
                        <a:ext cx="4786313" cy="715962"/>
                      </a:xfrm>
                      <a:prstGeom prst="rect">
                        <a:avLst/>
                      </a:prstGeom>
                    </p:spPr>
                  </p:pic>
                </p:oleObj>
              </mc:Fallback>
            </mc:AlternateContent>
          </a:graphicData>
        </a:graphic>
      </p:graphicFrame>
      <p:grpSp>
        <p:nvGrpSpPr>
          <p:cNvPr id="8" name="Group 7">
            <a:extLst>
              <a:ext uri="{FF2B5EF4-FFF2-40B4-BE49-F238E27FC236}">
                <a16:creationId xmlns:a16="http://schemas.microsoft.com/office/drawing/2014/main" id="{8B29B942-E1E3-6D4A-505A-478B0ABB3CB2}"/>
              </a:ext>
            </a:extLst>
          </p:cNvPr>
          <p:cNvGrpSpPr/>
          <p:nvPr/>
        </p:nvGrpSpPr>
        <p:grpSpPr>
          <a:xfrm>
            <a:off x="7753009" y="1369616"/>
            <a:ext cx="3887274" cy="3617232"/>
            <a:chOff x="8113612" y="1309842"/>
            <a:chExt cx="3887274" cy="3617232"/>
          </a:xfrm>
        </p:grpSpPr>
        <p:grpSp>
          <p:nvGrpSpPr>
            <p:cNvPr id="9" name="Group 8">
              <a:extLst>
                <a:ext uri="{FF2B5EF4-FFF2-40B4-BE49-F238E27FC236}">
                  <a16:creationId xmlns:a16="http://schemas.microsoft.com/office/drawing/2014/main" id="{D55909DB-60C0-4831-F6CE-4F1202A7E1B9}"/>
                </a:ext>
              </a:extLst>
            </p:cNvPr>
            <p:cNvGrpSpPr/>
            <p:nvPr/>
          </p:nvGrpSpPr>
          <p:grpSpPr>
            <a:xfrm>
              <a:off x="8113612" y="3477134"/>
              <a:ext cx="2171626" cy="887280"/>
              <a:chOff x="3023616" y="3514032"/>
              <a:chExt cx="2171626" cy="887280"/>
            </a:xfrm>
          </p:grpSpPr>
          <p:grpSp>
            <p:nvGrpSpPr>
              <p:cNvPr id="19" name="Group 18">
                <a:extLst>
                  <a:ext uri="{FF2B5EF4-FFF2-40B4-BE49-F238E27FC236}">
                    <a16:creationId xmlns:a16="http://schemas.microsoft.com/office/drawing/2014/main" id="{260B5E18-D1F5-8961-22FF-47E904B19FE9}"/>
                  </a:ext>
                </a:extLst>
              </p:cNvPr>
              <p:cNvGrpSpPr/>
              <p:nvPr/>
            </p:nvGrpSpPr>
            <p:grpSpPr>
              <a:xfrm>
                <a:off x="3023616" y="3514032"/>
                <a:ext cx="2171626" cy="646331"/>
                <a:chOff x="3023616" y="3514032"/>
                <a:chExt cx="2171626" cy="646331"/>
              </a:xfrm>
            </p:grpSpPr>
            <p:sp>
              <p:nvSpPr>
                <p:cNvPr id="21" name="Rectangle 20">
                  <a:extLst>
                    <a:ext uri="{FF2B5EF4-FFF2-40B4-BE49-F238E27FC236}">
                      <a16:creationId xmlns:a16="http://schemas.microsoft.com/office/drawing/2014/main" id="{26E6B1B4-1161-7507-EC22-323DFC1DB19F}"/>
                    </a:ext>
                  </a:extLst>
                </p:cNvPr>
                <p:cNvSpPr/>
                <p:nvPr/>
              </p:nvSpPr>
              <p:spPr>
                <a:xfrm>
                  <a:off x="3112799" y="3514032"/>
                  <a:ext cx="1926336" cy="646331"/>
                </a:xfrm>
                <a:prstGeom prst="rect">
                  <a:avLst/>
                </a:prstGeom>
                <a:solidFill>
                  <a:schemeClr val="accent2">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2" name="Picture 21">
                  <a:extLst>
                    <a:ext uri="{FF2B5EF4-FFF2-40B4-BE49-F238E27FC236}">
                      <a16:creationId xmlns:a16="http://schemas.microsoft.com/office/drawing/2014/main" id="{4E96B468-4945-EC64-F1F9-78FC3A5F9A7C}"/>
                    </a:ext>
                  </a:extLst>
                </p:cNvPr>
                <p:cNvPicPr>
                  <a:picLocks noChangeAspect="1"/>
                </p:cNvPicPr>
                <p:nvPr/>
              </p:nvPicPr>
              <p:blipFill>
                <a:blip r:embed="rId6"/>
                <a:srcRect l="-1" t="69732" r="-2888" b="-354"/>
                <a:stretch/>
              </p:blipFill>
              <p:spPr>
                <a:xfrm>
                  <a:off x="3023616" y="3514032"/>
                  <a:ext cx="2171626" cy="646331"/>
                </a:xfrm>
                <a:prstGeom prst="rect">
                  <a:avLst/>
                </a:prstGeom>
                <a:ln>
                  <a:noFill/>
                </a:ln>
              </p:spPr>
            </p:pic>
          </p:grpSp>
          <p:sp>
            <p:nvSpPr>
              <p:cNvPr id="20" name="Rectangle 19">
                <a:extLst>
                  <a:ext uri="{FF2B5EF4-FFF2-40B4-BE49-F238E27FC236}">
                    <a16:creationId xmlns:a16="http://schemas.microsoft.com/office/drawing/2014/main" id="{667BF210-EBAA-6A05-0E73-B973E7FD48BB}"/>
                  </a:ext>
                </a:extLst>
              </p:cNvPr>
              <p:cNvSpPr/>
              <p:nvPr/>
            </p:nvSpPr>
            <p:spPr>
              <a:xfrm>
                <a:off x="3112799" y="4150020"/>
                <a:ext cx="1926336" cy="251292"/>
              </a:xfrm>
              <a:prstGeom prst="rect">
                <a:avLst/>
              </a:prstGeom>
              <a:solidFill>
                <a:schemeClr val="accent6">
                  <a:lumMod val="20000"/>
                  <a:lumOff val="8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cxnSp>
          <p:nvCxnSpPr>
            <p:cNvPr id="10" name="Straight Connector 9">
              <a:extLst>
                <a:ext uri="{FF2B5EF4-FFF2-40B4-BE49-F238E27FC236}">
                  <a16:creationId xmlns:a16="http://schemas.microsoft.com/office/drawing/2014/main" id="{3CA730D8-0401-53C7-C64C-8B7963EDD77A}"/>
                </a:ext>
              </a:extLst>
            </p:cNvPr>
            <p:cNvCxnSpPr/>
            <p:nvPr/>
          </p:nvCxnSpPr>
          <p:spPr>
            <a:xfrm flipV="1">
              <a:off x="8223340" y="1700885"/>
              <a:ext cx="938784" cy="1773513"/>
            </a:xfrm>
            <a:prstGeom prst="line">
              <a:avLst/>
            </a:prstGeom>
            <a:ln>
              <a:solidFill>
                <a:schemeClr val="tx1"/>
              </a:solidFill>
              <a:headEnd type="oval" w="med" len="med"/>
              <a:tailEnd type="oval" w="med" len="med"/>
            </a:ln>
          </p:spPr>
          <p:style>
            <a:lnRef idx="1">
              <a:schemeClr val="accent1"/>
            </a:lnRef>
            <a:fillRef idx="0">
              <a:schemeClr val="accent1"/>
            </a:fillRef>
            <a:effectRef idx="0">
              <a:schemeClr val="accent1"/>
            </a:effectRef>
            <a:fontRef idx="minor">
              <a:schemeClr val="tx1"/>
            </a:fontRef>
          </p:style>
        </p:cxnSp>
        <p:cxnSp>
          <p:nvCxnSpPr>
            <p:cNvPr id="11" name="Straight Arrow Connector 10">
              <a:extLst>
                <a:ext uri="{FF2B5EF4-FFF2-40B4-BE49-F238E27FC236}">
                  <a16:creationId xmlns:a16="http://schemas.microsoft.com/office/drawing/2014/main" id="{9A3D97B9-ACAA-1E9C-B779-F23B956598CE}"/>
                </a:ext>
              </a:extLst>
            </p:cNvPr>
            <p:cNvCxnSpPr/>
            <p:nvPr/>
          </p:nvCxnSpPr>
          <p:spPr>
            <a:xfrm flipV="1">
              <a:off x="9869260" y="3145214"/>
              <a:ext cx="877824" cy="54864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2" name="TextBox 11">
              <a:extLst>
                <a:ext uri="{FF2B5EF4-FFF2-40B4-BE49-F238E27FC236}">
                  <a16:creationId xmlns:a16="http://schemas.microsoft.com/office/drawing/2014/main" id="{8D8F74CF-6C1F-6B19-764A-01A3C72F3144}"/>
                </a:ext>
              </a:extLst>
            </p:cNvPr>
            <p:cNvSpPr txBox="1"/>
            <p:nvPr/>
          </p:nvSpPr>
          <p:spPr>
            <a:xfrm>
              <a:off x="10686124" y="2586885"/>
              <a:ext cx="1109472" cy="923330"/>
            </a:xfrm>
            <a:prstGeom prst="rect">
              <a:avLst/>
            </a:prstGeom>
            <a:noFill/>
          </p:spPr>
          <p:txBody>
            <a:bodyPr wrap="square" rtlCol="0">
              <a:spAutoFit/>
            </a:bodyPr>
            <a:lstStyle/>
            <a:p>
              <a:pPr algn="ctr"/>
              <a:r>
                <a:rPr lang="en-US"/>
                <a:t>Thấu kính </a:t>
              </a:r>
            </a:p>
            <a:p>
              <a:pPr algn="ctr"/>
              <a:r>
                <a:rPr lang="en-US"/>
                <a:t>phẳng lồi</a:t>
              </a:r>
            </a:p>
            <a:p>
              <a:pPr algn="ctr"/>
              <a:r>
                <a:rPr lang="en-US"/>
                <a:t>n</a:t>
              </a:r>
              <a:r>
                <a:rPr lang="en-US" baseline="-25000"/>
                <a:t>1</a:t>
              </a:r>
              <a:r>
                <a:rPr lang="en-US"/>
                <a:t> = 1,5</a:t>
              </a:r>
            </a:p>
          </p:txBody>
        </p:sp>
        <p:cxnSp>
          <p:nvCxnSpPr>
            <p:cNvPr id="13" name="Straight Connector 12">
              <a:extLst>
                <a:ext uri="{FF2B5EF4-FFF2-40B4-BE49-F238E27FC236}">
                  <a16:creationId xmlns:a16="http://schemas.microsoft.com/office/drawing/2014/main" id="{6C4FE3D0-EA3B-EE5E-8622-DBB37BB96A88}"/>
                </a:ext>
              </a:extLst>
            </p:cNvPr>
            <p:cNvCxnSpPr>
              <a:cxnSpLocks/>
            </p:cNvCxnSpPr>
            <p:nvPr/>
          </p:nvCxnSpPr>
          <p:spPr>
            <a:xfrm>
              <a:off x="9541526" y="4329842"/>
              <a:ext cx="587605" cy="301228"/>
            </a:xfrm>
            <a:prstGeom prst="line">
              <a:avLst/>
            </a:prstGeom>
            <a:ln>
              <a:headEnd type="non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14" name="TextBox 13">
              <a:extLst>
                <a:ext uri="{FF2B5EF4-FFF2-40B4-BE49-F238E27FC236}">
                  <a16:creationId xmlns:a16="http://schemas.microsoft.com/office/drawing/2014/main" id="{06846380-3B4F-32F5-F9A2-41D1F3810A22}"/>
                </a:ext>
              </a:extLst>
            </p:cNvPr>
            <p:cNvSpPr txBox="1"/>
            <p:nvPr/>
          </p:nvSpPr>
          <p:spPr>
            <a:xfrm>
              <a:off x="9564648" y="4557742"/>
              <a:ext cx="1115216" cy="369332"/>
            </a:xfrm>
            <a:prstGeom prst="rect">
              <a:avLst/>
            </a:prstGeom>
            <a:noFill/>
          </p:spPr>
          <p:txBody>
            <a:bodyPr wrap="square">
              <a:spAutoFit/>
            </a:bodyPr>
            <a:lstStyle/>
            <a:p>
              <a:r>
                <a:rPr lang="en-US"/>
                <a:t>n</a:t>
              </a:r>
              <a:r>
                <a:rPr lang="en-US" baseline="-25000"/>
                <a:t>2</a:t>
              </a:r>
              <a:r>
                <a:rPr lang="en-US"/>
                <a:t> = 1,7</a:t>
              </a:r>
            </a:p>
          </p:txBody>
        </p:sp>
        <p:cxnSp>
          <p:nvCxnSpPr>
            <p:cNvPr id="15" name="Straight Arrow Connector 14">
              <a:extLst>
                <a:ext uri="{FF2B5EF4-FFF2-40B4-BE49-F238E27FC236}">
                  <a16:creationId xmlns:a16="http://schemas.microsoft.com/office/drawing/2014/main" id="{1500B70A-7676-3DE3-7B2A-451572E028DB}"/>
                </a:ext>
              </a:extLst>
            </p:cNvPr>
            <p:cNvCxnSpPr/>
            <p:nvPr/>
          </p:nvCxnSpPr>
          <p:spPr>
            <a:xfrm>
              <a:off x="10027756" y="3962078"/>
              <a:ext cx="902208"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6" name="TextBox 15">
              <a:extLst>
                <a:ext uri="{FF2B5EF4-FFF2-40B4-BE49-F238E27FC236}">
                  <a16:creationId xmlns:a16="http://schemas.microsoft.com/office/drawing/2014/main" id="{72CCB1C3-2D57-B144-86AE-BF534A4B54D5}"/>
                </a:ext>
              </a:extLst>
            </p:cNvPr>
            <p:cNvSpPr txBox="1"/>
            <p:nvPr/>
          </p:nvSpPr>
          <p:spPr>
            <a:xfrm>
              <a:off x="10907553" y="3510215"/>
              <a:ext cx="1093333" cy="923330"/>
            </a:xfrm>
            <a:prstGeom prst="rect">
              <a:avLst/>
            </a:prstGeom>
            <a:noFill/>
          </p:spPr>
          <p:txBody>
            <a:bodyPr wrap="square">
              <a:spAutoFit/>
            </a:bodyPr>
            <a:lstStyle/>
            <a:p>
              <a:pPr algn="ctr"/>
              <a:r>
                <a:rPr lang="en-US"/>
                <a:t>Nêm có chiết suất </a:t>
              </a:r>
            </a:p>
            <a:p>
              <a:pPr algn="ctr"/>
              <a:r>
                <a:rPr lang="en-US"/>
                <a:t>n =1,63</a:t>
              </a:r>
            </a:p>
          </p:txBody>
        </p:sp>
        <p:sp>
          <p:nvSpPr>
            <p:cNvPr id="17" name="TextBox 16">
              <a:extLst>
                <a:ext uri="{FF2B5EF4-FFF2-40B4-BE49-F238E27FC236}">
                  <a16:creationId xmlns:a16="http://schemas.microsoft.com/office/drawing/2014/main" id="{CB159976-D02D-7F8E-DDC8-A3B9B7E50B03}"/>
                </a:ext>
              </a:extLst>
            </p:cNvPr>
            <p:cNvSpPr txBox="1"/>
            <p:nvPr/>
          </p:nvSpPr>
          <p:spPr>
            <a:xfrm>
              <a:off x="9055296" y="1309842"/>
              <a:ext cx="338476" cy="369332"/>
            </a:xfrm>
            <a:prstGeom prst="rect">
              <a:avLst/>
            </a:prstGeom>
            <a:noFill/>
          </p:spPr>
          <p:txBody>
            <a:bodyPr wrap="square" rtlCol="0">
              <a:spAutoFit/>
            </a:bodyPr>
            <a:lstStyle/>
            <a:p>
              <a:r>
                <a:rPr lang="en-US"/>
                <a:t>C</a:t>
              </a:r>
            </a:p>
          </p:txBody>
        </p:sp>
        <p:sp>
          <p:nvSpPr>
            <p:cNvPr id="18" name="TextBox 17">
              <a:extLst>
                <a:ext uri="{FF2B5EF4-FFF2-40B4-BE49-F238E27FC236}">
                  <a16:creationId xmlns:a16="http://schemas.microsoft.com/office/drawing/2014/main" id="{646FDE24-BFF8-C1D6-8017-07D8CD86703A}"/>
                </a:ext>
              </a:extLst>
            </p:cNvPr>
            <p:cNvSpPr txBox="1"/>
            <p:nvPr/>
          </p:nvSpPr>
          <p:spPr>
            <a:xfrm>
              <a:off x="8354256" y="2299236"/>
              <a:ext cx="338476" cy="369332"/>
            </a:xfrm>
            <a:prstGeom prst="rect">
              <a:avLst/>
            </a:prstGeom>
            <a:noFill/>
          </p:spPr>
          <p:txBody>
            <a:bodyPr wrap="square" rtlCol="0">
              <a:spAutoFit/>
            </a:bodyPr>
            <a:lstStyle/>
            <a:p>
              <a:r>
                <a:rPr lang="en-US"/>
                <a:t>R</a:t>
              </a:r>
            </a:p>
          </p:txBody>
        </p:sp>
      </p:grpSp>
      <p:grpSp>
        <p:nvGrpSpPr>
          <p:cNvPr id="23" name="Group 22">
            <a:extLst>
              <a:ext uri="{FF2B5EF4-FFF2-40B4-BE49-F238E27FC236}">
                <a16:creationId xmlns:a16="http://schemas.microsoft.com/office/drawing/2014/main" id="{C4864FE5-4E3A-F12B-0A6D-EA457FE48E0D}"/>
              </a:ext>
            </a:extLst>
          </p:cNvPr>
          <p:cNvGrpSpPr/>
          <p:nvPr/>
        </p:nvGrpSpPr>
        <p:grpSpPr>
          <a:xfrm>
            <a:off x="8033359" y="3527458"/>
            <a:ext cx="338476" cy="369332"/>
            <a:chOff x="7043616" y="2853972"/>
            <a:chExt cx="338476" cy="369332"/>
          </a:xfrm>
        </p:grpSpPr>
        <p:sp>
          <p:nvSpPr>
            <p:cNvPr id="24" name="Oval 23">
              <a:extLst>
                <a:ext uri="{FF2B5EF4-FFF2-40B4-BE49-F238E27FC236}">
                  <a16:creationId xmlns:a16="http://schemas.microsoft.com/office/drawing/2014/main" id="{10CA8C23-FE2F-B186-487C-97EE5B52B940}"/>
                </a:ext>
              </a:extLst>
            </p:cNvPr>
            <p:cNvSpPr/>
            <p:nvPr/>
          </p:nvSpPr>
          <p:spPr>
            <a:xfrm>
              <a:off x="7046976" y="3145214"/>
              <a:ext cx="72000" cy="7200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TextBox 24">
              <a:extLst>
                <a:ext uri="{FF2B5EF4-FFF2-40B4-BE49-F238E27FC236}">
                  <a16:creationId xmlns:a16="http://schemas.microsoft.com/office/drawing/2014/main" id="{2BB74424-7731-00F4-C9F5-01D3B19A56A1}"/>
                </a:ext>
              </a:extLst>
            </p:cNvPr>
            <p:cNvSpPr txBox="1"/>
            <p:nvPr/>
          </p:nvSpPr>
          <p:spPr>
            <a:xfrm>
              <a:off x="7043616" y="2853972"/>
              <a:ext cx="338476" cy="369332"/>
            </a:xfrm>
            <a:prstGeom prst="rect">
              <a:avLst/>
            </a:prstGeom>
            <a:noFill/>
          </p:spPr>
          <p:txBody>
            <a:bodyPr wrap="square" rtlCol="0">
              <a:spAutoFit/>
            </a:bodyPr>
            <a:lstStyle/>
            <a:p>
              <a:r>
                <a:rPr lang="en-US"/>
                <a:t>M</a:t>
              </a:r>
            </a:p>
          </p:txBody>
        </p:sp>
      </p:grpSp>
      <p:cxnSp>
        <p:nvCxnSpPr>
          <p:cNvPr id="26" name="Straight Connector 25">
            <a:extLst>
              <a:ext uri="{FF2B5EF4-FFF2-40B4-BE49-F238E27FC236}">
                <a16:creationId xmlns:a16="http://schemas.microsoft.com/office/drawing/2014/main" id="{E4FCF8B7-EE45-1817-9315-827FC25529FD}"/>
              </a:ext>
            </a:extLst>
          </p:cNvPr>
          <p:cNvCxnSpPr/>
          <p:nvPr/>
        </p:nvCxnSpPr>
        <p:spPr>
          <a:xfrm>
            <a:off x="7460031" y="3854700"/>
            <a:ext cx="666983" cy="0"/>
          </a:xfrm>
          <a:prstGeom prst="line">
            <a:avLst/>
          </a:prstGeom>
          <a:ln>
            <a:solidFill>
              <a:schemeClr val="tx1"/>
            </a:solidFill>
            <a:prstDash val="dash"/>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B014E2FF-3B1E-FEEF-41CA-55B084C68E2B}"/>
              </a:ext>
            </a:extLst>
          </p:cNvPr>
          <p:cNvCxnSpPr/>
          <p:nvPr/>
        </p:nvCxnSpPr>
        <p:spPr>
          <a:xfrm>
            <a:off x="7456562" y="4172896"/>
            <a:ext cx="1074182" cy="0"/>
          </a:xfrm>
          <a:prstGeom prst="line">
            <a:avLst/>
          </a:prstGeom>
          <a:ln>
            <a:solidFill>
              <a:schemeClr val="tx1"/>
            </a:solidFill>
            <a:prstDash val="dash"/>
          </a:ln>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35110856-41D3-4C16-7283-4BAE9E93ED39}"/>
              </a:ext>
            </a:extLst>
          </p:cNvPr>
          <p:cNvCxnSpPr>
            <a:cxnSpLocks/>
          </p:cNvCxnSpPr>
          <p:nvPr/>
        </p:nvCxnSpPr>
        <p:spPr>
          <a:xfrm>
            <a:off x="7753009" y="3860074"/>
            <a:ext cx="0" cy="343302"/>
          </a:xfrm>
          <a:prstGeom prst="line">
            <a:avLst/>
          </a:prstGeom>
          <a:ln>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29" name="TextBox 28">
            <a:extLst>
              <a:ext uri="{FF2B5EF4-FFF2-40B4-BE49-F238E27FC236}">
                <a16:creationId xmlns:a16="http://schemas.microsoft.com/office/drawing/2014/main" id="{A9CE1BD3-9ED0-A748-2BA7-4308104A8344}"/>
              </a:ext>
            </a:extLst>
          </p:cNvPr>
          <p:cNvSpPr txBox="1"/>
          <p:nvPr/>
        </p:nvSpPr>
        <p:spPr>
          <a:xfrm>
            <a:off x="7404688" y="3806768"/>
            <a:ext cx="505968" cy="369332"/>
          </a:xfrm>
          <a:prstGeom prst="rect">
            <a:avLst/>
          </a:prstGeom>
          <a:noFill/>
        </p:spPr>
        <p:txBody>
          <a:bodyPr wrap="square">
            <a:spAutoFit/>
          </a:bodyPr>
          <a:lstStyle/>
          <a:p>
            <a:r>
              <a:rPr lang="en-US" b="1" i="1"/>
              <a:t>d</a:t>
            </a:r>
            <a:r>
              <a:rPr lang="en-US" b="1" i="1" baseline="-25000"/>
              <a:t>k</a:t>
            </a:r>
            <a:endParaRPr lang="en-US" b="1" i="1"/>
          </a:p>
        </p:txBody>
      </p:sp>
      <p:cxnSp>
        <p:nvCxnSpPr>
          <p:cNvPr id="30" name="Straight Connector 29">
            <a:extLst>
              <a:ext uri="{FF2B5EF4-FFF2-40B4-BE49-F238E27FC236}">
                <a16:creationId xmlns:a16="http://schemas.microsoft.com/office/drawing/2014/main" id="{5116FCB1-5674-EFCC-1895-FE45AB958820}"/>
              </a:ext>
            </a:extLst>
          </p:cNvPr>
          <p:cNvCxnSpPr>
            <a:cxnSpLocks/>
          </p:cNvCxnSpPr>
          <p:nvPr/>
        </p:nvCxnSpPr>
        <p:spPr>
          <a:xfrm flipH="1">
            <a:off x="8805360" y="1738948"/>
            <a:ext cx="0" cy="243394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6D3FD7BA-79D0-7A26-1415-1BB183F7E7A2}"/>
              </a:ext>
            </a:extLst>
          </p:cNvPr>
          <p:cNvCxnSpPr/>
          <p:nvPr/>
        </p:nvCxnSpPr>
        <p:spPr>
          <a:xfrm flipV="1">
            <a:off x="8060527" y="3861503"/>
            <a:ext cx="766103"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35" name="TextBox 34">
            <a:extLst>
              <a:ext uri="{FF2B5EF4-FFF2-40B4-BE49-F238E27FC236}">
                <a16:creationId xmlns:a16="http://schemas.microsoft.com/office/drawing/2014/main" id="{AEBC44BC-CC58-4FC0-5B52-4E7DBEBDDD3A}"/>
              </a:ext>
            </a:extLst>
          </p:cNvPr>
          <p:cNvSpPr txBox="1"/>
          <p:nvPr/>
        </p:nvSpPr>
        <p:spPr>
          <a:xfrm>
            <a:off x="8657392" y="4131901"/>
            <a:ext cx="338476" cy="369332"/>
          </a:xfrm>
          <a:prstGeom prst="rect">
            <a:avLst/>
          </a:prstGeom>
          <a:noFill/>
        </p:spPr>
        <p:txBody>
          <a:bodyPr wrap="square" rtlCol="0">
            <a:spAutoFit/>
          </a:bodyPr>
          <a:lstStyle/>
          <a:p>
            <a:r>
              <a:rPr lang="en-US"/>
              <a:t>H</a:t>
            </a:r>
          </a:p>
        </p:txBody>
      </p:sp>
      <p:sp>
        <p:nvSpPr>
          <p:cNvPr id="36" name="TextBox 35">
            <a:extLst>
              <a:ext uri="{FF2B5EF4-FFF2-40B4-BE49-F238E27FC236}">
                <a16:creationId xmlns:a16="http://schemas.microsoft.com/office/drawing/2014/main" id="{326B4675-3BE8-C0FC-358A-8183A81933B1}"/>
              </a:ext>
            </a:extLst>
          </p:cNvPr>
          <p:cNvSpPr txBox="1"/>
          <p:nvPr/>
        </p:nvSpPr>
        <p:spPr>
          <a:xfrm>
            <a:off x="8785408" y="3674701"/>
            <a:ext cx="338476" cy="369332"/>
          </a:xfrm>
          <a:prstGeom prst="rect">
            <a:avLst/>
          </a:prstGeom>
          <a:noFill/>
        </p:spPr>
        <p:txBody>
          <a:bodyPr wrap="square" rtlCol="0">
            <a:spAutoFit/>
          </a:bodyPr>
          <a:lstStyle/>
          <a:p>
            <a:r>
              <a:rPr lang="en-US"/>
              <a:t>O</a:t>
            </a:r>
          </a:p>
        </p:txBody>
      </p:sp>
      <p:cxnSp>
        <p:nvCxnSpPr>
          <p:cNvPr id="37" name="Straight Connector 36">
            <a:extLst>
              <a:ext uri="{FF2B5EF4-FFF2-40B4-BE49-F238E27FC236}">
                <a16:creationId xmlns:a16="http://schemas.microsoft.com/office/drawing/2014/main" id="{E55450FC-7704-8CF1-2152-DBCFEF75CC4B}"/>
              </a:ext>
            </a:extLst>
          </p:cNvPr>
          <p:cNvCxnSpPr/>
          <p:nvPr/>
        </p:nvCxnSpPr>
        <p:spPr>
          <a:xfrm flipH="1">
            <a:off x="8081369" y="1626081"/>
            <a:ext cx="0" cy="2204521"/>
          </a:xfrm>
          <a:prstGeom prst="line">
            <a:avLst/>
          </a:prstGeom>
          <a:ln>
            <a:solidFill>
              <a:srgbClr val="FF0000"/>
            </a:solidFill>
            <a:headEnd type="oval" w="med" len="med"/>
            <a:tailEnd type="triangle" w="med" len="med"/>
          </a:ln>
        </p:spPr>
        <p:style>
          <a:lnRef idx="1">
            <a:schemeClr val="accent1"/>
          </a:lnRef>
          <a:fillRef idx="0">
            <a:schemeClr val="accent1"/>
          </a:fillRef>
          <a:effectRef idx="0">
            <a:schemeClr val="accent1"/>
          </a:effectRef>
          <a:fontRef idx="minor">
            <a:schemeClr val="tx1"/>
          </a:fontRef>
        </p:style>
      </p:cxnSp>
      <p:sp>
        <p:nvSpPr>
          <p:cNvPr id="38" name="TextBox 37">
            <a:extLst>
              <a:ext uri="{FF2B5EF4-FFF2-40B4-BE49-F238E27FC236}">
                <a16:creationId xmlns:a16="http://schemas.microsoft.com/office/drawing/2014/main" id="{2E617980-ABBD-30CE-AB4F-665005EC9CEF}"/>
              </a:ext>
            </a:extLst>
          </p:cNvPr>
          <p:cNvSpPr txBox="1"/>
          <p:nvPr/>
        </p:nvSpPr>
        <p:spPr>
          <a:xfrm>
            <a:off x="7720617" y="1407763"/>
            <a:ext cx="702338" cy="369332"/>
          </a:xfrm>
          <a:prstGeom prst="rect">
            <a:avLst/>
          </a:prstGeom>
          <a:noFill/>
        </p:spPr>
        <p:txBody>
          <a:bodyPr wrap="square" rtlCol="0">
            <a:spAutoFit/>
          </a:bodyPr>
          <a:lstStyle/>
          <a:p>
            <a:r>
              <a:rPr lang="en-US"/>
              <a:t>S</a:t>
            </a:r>
          </a:p>
        </p:txBody>
      </p:sp>
      <p:sp>
        <p:nvSpPr>
          <p:cNvPr id="39" name="TextBox 38">
            <a:extLst>
              <a:ext uri="{FF2B5EF4-FFF2-40B4-BE49-F238E27FC236}">
                <a16:creationId xmlns:a16="http://schemas.microsoft.com/office/drawing/2014/main" id="{6923C2E1-D0E1-FEB7-9C36-788F95F95537}"/>
              </a:ext>
            </a:extLst>
          </p:cNvPr>
          <p:cNvSpPr txBox="1"/>
          <p:nvPr/>
        </p:nvSpPr>
        <p:spPr>
          <a:xfrm>
            <a:off x="8029886" y="3205878"/>
            <a:ext cx="702338" cy="369332"/>
          </a:xfrm>
          <a:prstGeom prst="rect">
            <a:avLst/>
          </a:prstGeom>
          <a:noFill/>
        </p:spPr>
        <p:txBody>
          <a:bodyPr wrap="square" rtlCol="0">
            <a:spAutoFit/>
          </a:bodyPr>
          <a:lstStyle/>
          <a:p>
            <a:r>
              <a:rPr lang="en-US"/>
              <a:t>J</a:t>
            </a:r>
          </a:p>
        </p:txBody>
      </p:sp>
      <p:cxnSp>
        <p:nvCxnSpPr>
          <p:cNvPr id="40" name="Straight Connector 39">
            <a:extLst>
              <a:ext uri="{FF2B5EF4-FFF2-40B4-BE49-F238E27FC236}">
                <a16:creationId xmlns:a16="http://schemas.microsoft.com/office/drawing/2014/main" id="{66EE7B6F-A08C-8DAC-A1A1-360E8640618B}"/>
              </a:ext>
            </a:extLst>
          </p:cNvPr>
          <p:cNvCxnSpPr/>
          <p:nvPr/>
        </p:nvCxnSpPr>
        <p:spPr>
          <a:xfrm flipH="1">
            <a:off x="8071786" y="3889710"/>
            <a:ext cx="0" cy="297898"/>
          </a:xfrm>
          <a:prstGeom prst="line">
            <a:avLst/>
          </a:prstGeom>
          <a:ln>
            <a:solidFill>
              <a:srgbClr val="FF0000"/>
            </a:solidFill>
            <a:headEnd type="oval" w="med" len="med"/>
            <a:tailEnd type="triangle" w="med" len="med"/>
          </a:ln>
        </p:spPr>
        <p:style>
          <a:lnRef idx="1">
            <a:schemeClr val="accent1"/>
          </a:lnRef>
          <a:fillRef idx="0">
            <a:schemeClr val="accent1"/>
          </a:fillRef>
          <a:effectRef idx="0">
            <a:schemeClr val="accent1"/>
          </a:effectRef>
          <a:fontRef idx="minor">
            <a:schemeClr val="tx1"/>
          </a:fontRef>
        </p:style>
      </p:cxnSp>
      <p:sp>
        <p:nvSpPr>
          <p:cNvPr id="41" name="TextBox 40">
            <a:extLst>
              <a:ext uri="{FF2B5EF4-FFF2-40B4-BE49-F238E27FC236}">
                <a16:creationId xmlns:a16="http://schemas.microsoft.com/office/drawing/2014/main" id="{59637D1F-E087-6851-8103-40322EDF6ED8}"/>
              </a:ext>
            </a:extLst>
          </p:cNvPr>
          <p:cNvSpPr txBox="1"/>
          <p:nvPr/>
        </p:nvSpPr>
        <p:spPr>
          <a:xfrm>
            <a:off x="7901570" y="4092650"/>
            <a:ext cx="702338" cy="369332"/>
          </a:xfrm>
          <a:prstGeom prst="rect">
            <a:avLst/>
          </a:prstGeom>
          <a:noFill/>
        </p:spPr>
        <p:txBody>
          <a:bodyPr wrap="square" rtlCol="0">
            <a:spAutoFit/>
          </a:bodyPr>
          <a:lstStyle/>
          <a:p>
            <a:r>
              <a:rPr lang="en-US"/>
              <a:t>Q</a:t>
            </a:r>
          </a:p>
        </p:txBody>
      </p:sp>
      <p:sp>
        <p:nvSpPr>
          <p:cNvPr id="42" name="TextBox 41">
            <a:extLst>
              <a:ext uri="{FF2B5EF4-FFF2-40B4-BE49-F238E27FC236}">
                <a16:creationId xmlns:a16="http://schemas.microsoft.com/office/drawing/2014/main" id="{056AC0BE-A511-8D47-D586-AC889B9BF963}"/>
              </a:ext>
            </a:extLst>
          </p:cNvPr>
          <p:cNvSpPr txBox="1"/>
          <p:nvPr/>
        </p:nvSpPr>
        <p:spPr>
          <a:xfrm>
            <a:off x="238281" y="3516771"/>
            <a:ext cx="5370039" cy="369332"/>
          </a:xfrm>
          <a:prstGeom prst="rect">
            <a:avLst/>
          </a:prstGeom>
          <a:noFill/>
        </p:spPr>
        <p:txBody>
          <a:bodyPr wrap="square">
            <a:spAutoFit/>
          </a:bodyPr>
          <a:lstStyle/>
          <a:p>
            <a:r>
              <a:rPr lang="en-US"/>
              <a:t>Từ hình vẽ ta có bán kính vân tối thứ năm là: r</a:t>
            </a:r>
            <a:r>
              <a:rPr lang="en-US" baseline="-25000"/>
              <a:t>5</a:t>
            </a:r>
            <a:r>
              <a:rPr lang="en-US"/>
              <a:t> = OM</a:t>
            </a:r>
          </a:p>
        </p:txBody>
      </p:sp>
      <p:sp>
        <p:nvSpPr>
          <p:cNvPr id="43" name="TextBox 42">
            <a:extLst>
              <a:ext uri="{FF2B5EF4-FFF2-40B4-BE49-F238E27FC236}">
                <a16:creationId xmlns:a16="http://schemas.microsoft.com/office/drawing/2014/main" id="{48300E15-9F13-DC76-EEB8-C33B136EB0DA}"/>
              </a:ext>
            </a:extLst>
          </p:cNvPr>
          <p:cNvSpPr txBox="1"/>
          <p:nvPr/>
        </p:nvSpPr>
        <p:spPr>
          <a:xfrm>
            <a:off x="283344" y="3859784"/>
            <a:ext cx="5370039" cy="369332"/>
          </a:xfrm>
          <a:prstGeom prst="rect">
            <a:avLst/>
          </a:prstGeom>
          <a:noFill/>
        </p:spPr>
        <p:txBody>
          <a:bodyPr wrap="square">
            <a:spAutoFit/>
          </a:bodyPr>
          <a:lstStyle/>
          <a:p>
            <a:r>
              <a:rPr lang="en-US"/>
              <a:t>Với OH = d</a:t>
            </a:r>
            <a:r>
              <a:rPr lang="en-US" baseline="-25000"/>
              <a:t>k</a:t>
            </a:r>
            <a:r>
              <a:rPr lang="en-US"/>
              <a:t> = d</a:t>
            </a:r>
            <a:r>
              <a:rPr lang="en-US" baseline="-25000"/>
              <a:t>5</a:t>
            </a:r>
            <a:r>
              <a:rPr lang="en-US"/>
              <a:t>; CH = R </a:t>
            </a:r>
          </a:p>
        </p:txBody>
      </p:sp>
      <p:sp>
        <p:nvSpPr>
          <p:cNvPr id="44" name="TextBox 43">
            <a:extLst>
              <a:ext uri="{FF2B5EF4-FFF2-40B4-BE49-F238E27FC236}">
                <a16:creationId xmlns:a16="http://schemas.microsoft.com/office/drawing/2014/main" id="{09ED67AA-4E4E-D0D5-52C8-204D1E30E3FF}"/>
              </a:ext>
            </a:extLst>
          </p:cNvPr>
          <p:cNvSpPr txBox="1"/>
          <p:nvPr/>
        </p:nvSpPr>
        <p:spPr>
          <a:xfrm>
            <a:off x="242408" y="4265692"/>
            <a:ext cx="5370039" cy="369332"/>
          </a:xfrm>
          <a:prstGeom prst="rect">
            <a:avLst/>
          </a:prstGeom>
          <a:noFill/>
        </p:spPr>
        <p:txBody>
          <a:bodyPr wrap="square">
            <a:spAutoFit/>
          </a:bodyPr>
          <a:lstStyle/>
          <a:p>
            <a:r>
              <a:rPr lang="en-US"/>
              <a:t>Ta được: </a:t>
            </a:r>
          </a:p>
        </p:txBody>
      </p:sp>
      <p:graphicFrame>
        <p:nvGraphicFramePr>
          <p:cNvPr id="45" name="Object 44">
            <a:extLst>
              <a:ext uri="{FF2B5EF4-FFF2-40B4-BE49-F238E27FC236}">
                <a16:creationId xmlns:a16="http://schemas.microsoft.com/office/drawing/2014/main" id="{FE488BA2-C4D1-722B-7F13-BEADC4FE6BB3}"/>
              </a:ext>
            </a:extLst>
          </p:cNvPr>
          <p:cNvGraphicFramePr>
            <a:graphicFrameLocks noChangeAspect="1"/>
          </p:cNvGraphicFramePr>
          <p:nvPr>
            <p:extLst>
              <p:ext uri="{D42A27DB-BD31-4B8C-83A1-F6EECF244321}">
                <p14:modId xmlns:p14="http://schemas.microsoft.com/office/powerpoint/2010/main" val="2487487311"/>
              </p:ext>
            </p:extLst>
          </p:nvPr>
        </p:nvGraphicFramePr>
        <p:xfrm>
          <a:off x="1325814" y="4164627"/>
          <a:ext cx="6033776" cy="531791"/>
        </p:xfrm>
        <a:graphic>
          <a:graphicData uri="http://schemas.openxmlformats.org/presentationml/2006/ole">
            <mc:AlternateContent xmlns:mc="http://schemas.openxmlformats.org/markup-compatibility/2006">
              <mc:Choice xmlns:v="urn:schemas-microsoft-com:vml" Requires="v">
                <p:oleObj name="Equation" r:id="rId7" imgW="3746160" imgH="330120" progId="Equation.DSMT4">
                  <p:embed/>
                </p:oleObj>
              </mc:Choice>
              <mc:Fallback>
                <p:oleObj name="Equation" r:id="rId7" imgW="3746160" imgH="330120" progId="Equation.DSMT4">
                  <p:embed/>
                  <p:pic>
                    <p:nvPicPr>
                      <p:cNvPr id="45" name="Object 44">
                        <a:extLst>
                          <a:ext uri="{FF2B5EF4-FFF2-40B4-BE49-F238E27FC236}">
                            <a16:creationId xmlns:a16="http://schemas.microsoft.com/office/drawing/2014/main" id="{FE488BA2-C4D1-722B-7F13-BEADC4FE6BB3}"/>
                          </a:ext>
                        </a:extLst>
                      </p:cNvPr>
                      <p:cNvPicPr/>
                      <p:nvPr/>
                    </p:nvPicPr>
                    <p:blipFill>
                      <a:blip r:embed="rId8"/>
                      <a:stretch>
                        <a:fillRect/>
                      </a:stretch>
                    </p:blipFill>
                    <p:spPr>
                      <a:xfrm>
                        <a:off x="1325814" y="4164627"/>
                        <a:ext cx="6033776" cy="531791"/>
                      </a:xfrm>
                      <a:prstGeom prst="rect">
                        <a:avLst/>
                      </a:prstGeom>
                    </p:spPr>
                  </p:pic>
                </p:oleObj>
              </mc:Fallback>
            </mc:AlternateContent>
          </a:graphicData>
        </a:graphic>
      </p:graphicFrame>
      <p:sp>
        <p:nvSpPr>
          <p:cNvPr id="46" name="TextBox 45">
            <a:extLst>
              <a:ext uri="{FF2B5EF4-FFF2-40B4-BE49-F238E27FC236}">
                <a16:creationId xmlns:a16="http://schemas.microsoft.com/office/drawing/2014/main" id="{D37A3ECC-742F-63A9-C6B7-31E695BF20F1}"/>
              </a:ext>
            </a:extLst>
          </p:cNvPr>
          <p:cNvSpPr txBox="1"/>
          <p:nvPr/>
        </p:nvSpPr>
        <p:spPr>
          <a:xfrm>
            <a:off x="375792" y="4793954"/>
            <a:ext cx="8353302" cy="369332"/>
          </a:xfrm>
          <a:prstGeom prst="rect">
            <a:avLst/>
          </a:prstGeom>
          <a:noFill/>
        </p:spPr>
        <p:txBody>
          <a:bodyPr wrap="square">
            <a:spAutoFit/>
          </a:bodyPr>
          <a:lstStyle/>
          <a:p>
            <a:r>
              <a:rPr lang="en-US"/>
              <a:t>Vậy bán kính vân tối thứ năm khi quan sát vân giao thoa bằng ánh sáng phản xạ là: </a:t>
            </a:r>
          </a:p>
        </p:txBody>
      </p:sp>
      <p:graphicFrame>
        <p:nvGraphicFramePr>
          <p:cNvPr id="47" name="Object 46">
            <a:extLst>
              <a:ext uri="{FF2B5EF4-FFF2-40B4-BE49-F238E27FC236}">
                <a16:creationId xmlns:a16="http://schemas.microsoft.com/office/drawing/2014/main" id="{988161AF-AF1C-2FB0-36CE-3AC91CDFF2CD}"/>
              </a:ext>
            </a:extLst>
          </p:cNvPr>
          <p:cNvGraphicFramePr>
            <a:graphicFrameLocks noChangeAspect="1"/>
          </p:cNvGraphicFramePr>
          <p:nvPr>
            <p:extLst>
              <p:ext uri="{D42A27DB-BD31-4B8C-83A1-F6EECF244321}">
                <p14:modId xmlns:p14="http://schemas.microsoft.com/office/powerpoint/2010/main" val="1787463478"/>
              </p:ext>
            </p:extLst>
          </p:nvPr>
        </p:nvGraphicFramePr>
        <p:xfrm>
          <a:off x="2464255" y="5270659"/>
          <a:ext cx="5602207" cy="629967"/>
        </p:xfrm>
        <a:graphic>
          <a:graphicData uri="http://schemas.openxmlformats.org/presentationml/2006/ole">
            <mc:AlternateContent xmlns:mc="http://schemas.openxmlformats.org/markup-compatibility/2006">
              <mc:Choice xmlns:v="urn:schemas-microsoft-com:vml" Requires="v">
                <p:oleObj name="Equation" r:id="rId9" imgW="3162240" imgH="355320" progId="Equation.DSMT4">
                  <p:embed/>
                </p:oleObj>
              </mc:Choice>
              <mc:Fallback>
                <p:oleObj name="Equation" r:id="rId9" imgW="3162240" imgH="355320" progId="Equation.DSMT4">
                  <p:embed/>
                  <p:pic>
                    <p:nvPicPr>
                      <p:cNvPr id="47" name="Object 46">
                        <a:extLst>
                          <a:ext uri="{FF2B5EF4-FFF2-40B4-BE49-F238E27FC236}">
                            <a16:creationId xmlns:a16="http://schemas.microsoft.com/office/drawing/2014/main" id="{988161AF-AF1C-2FB0-36CE-3AC91CDFF2CD}"/>
                          </a:ext>
                        </a:extLst>
                      </p:cNvPr>
                      <p:cNvPicPr/>
                      <p:nvPr/>
                    </p:nvPicPr>
                    <p:blipFill>
                      <a:blip r:embed="rId10"/>
                      <a:stretch>
                        <a:fillRect/>
                      </a:stretch>
                    </p:blipFill>
                    <p:spPr>
                      <a:xfrm>
                        <a:off x="2464255" y="5270659"/>
                        <a:ext cx="5602207" cy="629967"/>
                      </a:xfrm>
                      <a:prstGeom prst="rect">
                        <a:avLst/>
                      </a:prstGeom>
                    </p:spPr>
                  </p:pic>
                </p:oleObj>
              </mc:Fallback>
            </mc:AlternateContent>
          </a:graphicData>
        </a:graphic>
      </p:graphicFrame>
    </p:spTree>
    <p:extLst>
      <p:ext uri="{BB962C8B-B14F-4D97-AF65-F5344CB8AC3E}">
        <p14:creationId xmlns:p14="http://schemas.microsoft.com/office/powerpoint/2010/main" val="381361356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32"/>
                                        </p:tgtEl>
                                        <p:attrNameLst>
                                          <p:attrName>style.visibility</p:attrName>
                                        </p:attrNameLst>
                                      </p:cBhvr>
                                      <p:to>
                                        <p:strVal val="visible"/>
                                      </p:to>
                                    </p:set>
                                    <p:animEffect transition="in" filter="fade">
                                      <p:cBhvr>
                                        <p:cTn id="7" dur="1000"/>
                                        <p:tgtEl>
                                          <p:spTgt spid="32"/>
                                        </p:tgtEl>
                                      </p:cBhvr>
                                    </p:animEffect>
                                    <p:anim calcmode="lin" valueType="num">
                                      <p:cBhvr>
                                        <p:cTn id="8" dur="1000" fill="hold"/>
                                        <p:tgtEl>
                                          <p:spTgt spid="32"/>
                                        </p:tgtEl>
                                        <p:attrNameLst>
                                          <p:attrName>ppt_x</p:attrName>
                                        </p:attrNameLst>
                                      </p:cBhvr>
                                      <p:tavLst>
                                        <p:tav tm="0">
                                          <p:val>
                                            <p:strVal val="#ppt_x"/>
                                          </p:val>
                                        </p:tav>
                                        <p:tav tm="100000">
                                          <p:val>
                                            <p:strVal val="#ppt_x"/>
                                          </p:val>
                                        </p:tav>
                                      </p:tavLst>
                                    </p:anim>
                                    <p:anim calcmode="lin" valueType="num">
                                      <p:cBhvr>
                                        <p:cTn id="9" dur="1000" fill="hold"/>
                                        <p:tgtEl>
                                          <p:spTgt spid="32"/>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4"/>
                                        </p:tgtEl>
                                        <p:attrNameLst>
                                          <p:attrName>style.visibility</p:attrName>
                                        </p:attrNameLst>
                                      </p:cBhvr>
                                      <p:to>
                                        <p:strVal val="visible"/>
                                      </p:to>
                                    </p:set>
                                    <p:animEffect transition="in" filter="fade">
                                      <p:cBhvr>
                                        <p:cTn id="14" dur="1000"/>
                                        <p:tgtEl>
                                          <p:spTgt spid="4"/>
                                        </p:tgtEl>
                                      </p:cBhvr>
                                    </p:animEffect>
                                    <p:anim calcmode="lin" valueType="num">
                                      <p:cBhvr>
                                        <p:cTn id="15" dur="1000" fill="hold"/>
                                        <p:tgtEl>
                                          <p:spTgt spid="4"/>
                                        </p:tgtEl>
                                        <p:attrNameLst>
                                          <p:attrName>ppt_x</p:attrName>
                                        </p:attrNameLst>
                                      </p:cBhvr>
                                      <p:tavLst>
                                        <p:tav tm="0">
                                          <p:val>
                                            <p:strVal val="#ppt_x"/>
                                          </p:val>
                                        </p:tav>
                                        <p:tav tm="100000">
                                          <p:val>
                                            <p:strVal val="#ppt_x"/>
                                          </p:val>
                                        </p:tav>
                                      </p:tavLst>
                                    </p:anim>
                                    <p:anim calcmode="lin" valueType="num">
                                      <p:cBhvr>
                                        <p:cTn id="16" dur="1000" fill="hold"/>
                                        <p:tgtEl>
                                          <p:spTgt spid="4"/>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6"/>
                                        </p:tgtEl>
                                        <p:attrNameLst>
                                          <p:attrName>style.visibility</p:attrName>
                                        </p:attrNameLst>
                                      </p:cBhvr>
                                      <p:to>
                                        <p:strVal val="visible"/>
                                      </p:to>
                                    </p:set>
                                    <p:animEffect transition="in" filter="fade">
                                      <p:cBhvr>
                                        <p:cTn id="21" dur="1000"/>
                                        <p:tgtEl>
                                          <p:spTgt spid="6"/>
                                        </p:tgtEl>
                                      </p:cBhvr>
                                    </p:animEffect>
                                    <p:anim calcmode="lin" valueType="num">
                                      <p:cBhvr>
                                        <p:cTn id="22" dur="1000" fill="hold"/>
                                        <p:tgtEl>
                                          <p:spTgt spid="6"/>
                                        </p:tgtEl>
                                        <p:attrNameLst>
                                          <p:attrName>ppt_x</p:attrName>
                                        </p:attrNameLst>
                                      </p:cBhvr>
                                      <p:tavLst>
                                        <p:tav tm="0">
                                          <p:val>
                                            <p:strVal val="#ppt_x"/>
                                          </p:val>
                                        </p:tav>
                                        <p:tav tm="100000">
                                          <p:val>
                                            <p:strVal val="#ppt_x"/>
                                          </p:val>
                                        </p:tav>
                                      </p:tavLst>
                                    </p:anim>
                                    <p:anim calcmode="lin" valueType="num">
                                      <p:cBhvr>
                                        <p:cTn id="23" dur="1000" fill="hold"/>
                                        <p:tgtEl>
                                          <p:spTgt spid="6"/>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nodeType="clickEffect">
                                  <p:stCondLst>
                                    <p:cond delay="0"/>
                                  </p:stCondLst>
                                  <p:childTnLst>
                                    <p:set>
                                      <p:cBhvr>
                                        <p:cTn id="27" dur="1" fill="hold">
                                          <p:stCondLst>
                                            <p:cond delay="0"/>
                                          </p:stCondLst>
                                        </p:cTn>
                                        <p:tgtEl>
                                          <p:spTgt spid="5"/>
                                        </p:tgtEl>
                                        <p:attrNameLst>
                                          <p:attrName>style.visibility</p:attrName>
                                        </p:attrNameLst>
                                      </p:cBhvr>
                                      <p:to>
                                        <p:strVal val="visible"/>
                                      </p:to>
                                    </p:set>
                                    <p:animEffect transition="in" filter="fade">
                                      <p:cBhvr>
                                        <p:cTn id="28" dur="1000"/>
                                        <p:tgtEl>
                                          <p:spTgt spid="5"/>
                                        </p:tgtEl>
                                      </p:cBhvr>
                                    </p:animEffect>
                                    <p:anim calcmode="lin" valueType="num">
                                      <p:cBhvr>
                                        <p:cTn id="29" dur="1000" fill="hold"/>
                                        <p:tgtEl>
                                          <p:spTgt spid="5"/>
                                        </p:tgtEl>
                                        <p:attrNameLst>
                                          <p:attrName>ppt_x</p:attrName>
                                        </p:attrNameLst>
                                      </p:cBhvr>
                                      <p:tavLst>
                                        <p:tav tm="0">
                                          <p:val>
                                            <p:strVal val="#ppt_x"/>
                                          </p:val>
                                        </p:tav>
                                        <p:tav tm="100000">
                                          <p:val>
                                            <p:strVal val="#ppt_x"/>
                                          </p:val>
                                        </p:tav>
                                      </p:tavLst>
                                    </p:anim>
                                    <p:anim calcmode="lin" valueType="num">
                                      <p:cBhvr>
                                        <p:cTn id="30" dur="1000" fill="hold"/>
                                        <p:tgtEl>
                                          <p:spTgt spid="5"/>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nodeType="clickEffect">
                                  <p:stCondLst>
                                    <p:cond delay="0"/>
                                  </p:stCondLst>
                                  <p:childTnLst>
                                    <p:set>
                                      <p:cBhvr>
                                        <p:cTn id="34" dur="1" fill="hold">
                                          <p:stCondLst>
                                            <p:cond delay="0"/>
                                          </p:stCondLst>
                                        </p:cTn>
                                        <p:tgtEl>
                                          <p:spTgt spid="7"/>
                                        </p:tgtEl>
                                        <p:attrNameLst>
                                          <p:attrName>style.visibility</p:attrName>
                                        </p:attrNameLst>
                                      </p:cBhvr>
                                      <p:to>
                                        <p:strVal val="visible"/>
                                      </p:to>
                                    </p:set>
                                    <p:animEffect transition="in" filter="fade">
                                      <p:cBhvr>
                                        <p:cTn id="35" dur="1000"/>
                                        <p:tgtEl>
                                          <p:spTgt spid="7"/>
                                        </p:tgtEl>
                                      </p:cBhvr>
                                    </p:animEffect>
                                    <p:anim calcmode="lin" valueType="num">
                                      <p:cBhvr>
                                        <p:cTn id="36" dur="1000" fill="hold"/>
                                        <p:tgtEl>
                                          <p:spTgt spid="7"/>
                                        </p:tgtEl>
                                        <p:attrNameLst>
                                          <p:attrName>ppt_x</p:attrName>
                                        </p:attrNameLst>
                                      </p:cBhvr>
                                      <p:tavLst>
                                        <p:tav tm="0">
                                          <p:val>
                                            <p:strVal val="#ppt_x"/>
                                          </p:val>
                                        </p:tav>
                                        <p:tav tm="100000">
                                          <p:val>
                                            <p:strVal val="#ppt_x"/>
                                          </p:val>
                                        </p:tav>
                                      </p:tavLst>
                                    </p:anim>
                                    <p:anim calcmode="lin" valueType="num">
                                      <p:cBhvr>
                                        <p:cTn id="37"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42" presetClass="entr" presetSubtype="0" fill="hold" grpId="0" nodeType="clickEffect">
                                  <p:stCondLst>
                                    <p:cond delay="0"/>
                                  </p:stCondLst>
                                  <p:childTnLst>
                                    <p:set>
                                      <p:cBhvr>
                                        <p:cTn id="41" dur="1" fill="hold">
                                          <p:stCondLst>
                                            <p:cond delay="0"/>
                                          </p:stCondLst>
                                        </p:cTn>
                                        <p:tgtEl>
                                          <p:spTgt spid="42"/>
                                        </p:tgtEl>
                                        <p:attrNameLst>
                                          <p:attrName>style.visibility</p:attrName>
                                        </p:attrNameLst>
                                      </p:cBhvr>
                                      <p:to>
                                        <p:strVal val="visible"/>
                                      </p:to>
                                    </p:set>
                                    <p:animEffect transition="in" filter="fade">
                                      <p:cBhvr>
                                        <p:cTn id="42" dur="1000"/>
                                        <p:tgtEl>
                                          <p:spTgt spid="42"/>
                                        </p:tgtEl>
                                      </p:cBhvr>
                                    </p:animEffect>
                                    <p:anim calcmode="lin" valueType="num">
                                      <p:cBhvr>
                                        <p:cTn id="43" dur="1000" fill="hold"/>
                                        <p:tgtEl>
                                          <p:spTgt spid="42"/>
                                        </p:tgtEl>
                                        <p:attrNameLst>
                                          <p:attrName>ppt_x</p:attrName>
                                        </p:attrNameLst>
                                      </p:cBhvr>
                                      <p:tavLst>
                                        <p:tav tm="0">
                                          <p:val>
                                            <p:strVal val="#ppt_x"/>
                                          </p:val>
                                        </p:tav>
                                        <p:tav tm="100000">
                                          <p:val>
                                            <p:strVal val="#ppt_x"/>
                                          </p:val>
                                        </p:tav>
                                      </p:tavLst>
                                    </p:anim>
                                    <p:anim calcmode="lin" valueType="num">
                                      <p:cBhvr>
                                        <p:cTn id="44" dur="1000" fill="hold"/>
                                        <p:tgtEl>
                                          <p:spTgt spid="42"/>
                                        </p:tgtEl>
                                        <p:attrNameLst>
                                          <p:attrName>ppt_y</p:attrName>
                                        </p:attrNameLst>
                                      </p:cBhvr>
                                      <p:tavLst>
                                        <p:tav tm="0">
                                          <p:val>
                                            <p:strVal val="#ppt_y+.1"/>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42" presetClass="entr" presetSubtype="0" fill="hold" grpId="0" nodeType="clickEffect">
                                  <p:stCondLst>
                                    <p:cond delay="0"/>
                                  </p:stCondLst>
                                  <p:childTnLst>
                                    <p:set>
                                      <p:cBhvr>
                                        <p:cTn id="48" dur="1" fill="hold">
                                          <p:stCondLst>
                                            <p:cond delay="0"/>
                                          </p:stCondLst>
                                        </p:cTn>
                                        <p:tgtEl>
                                          <p:spTgt spid="43"/>
                                        </p:tgtEl>
                                        <p:attrNameLst>
                                          <p:attrName>style.visibility</p:attrName>
                                        </p:attrNameLst>
                                      </p:cBhvr>
                                      <p:to>
                                        <p:strVal val="visible"/>
                                      </p:to>
                                    </p:set>
                                    <p:animEffect transition="in" filter="fade">
                                      <p:cBhvr>
                                        <p:cTn id="49" dur="1000"/>
                                        <p:tgtEl>
                                          <p:spTgt spid="43"/>
                                        </p:tgtEl>
                                      </p:cBhvr>
                                    </p:animEffect>
                                    <p:anim calcmode="lin" valueType="num">
                                      <p:cBhvr>
                                        <p:cTn id="50" dur="1000" fill="hold"/>
                                        <p:tgtEl>
                                          <p:spTgt spid="43"/>
                                        </p:tgtEl>
                                        <p:attrNameLst>
                                          <p:attrName>ppt_x</p:attrName>
                                        </p:attrNameLst>
                                      </p:cBhvr>
                                      <p:tavLst>
                                        <p:tav tm="0">
                                          <p:val>
                                            <p:strVal val="#ppt_x"/>
                                          </p:val>
                                        </p:tav>
                                        <p:tav tm="100000">
                                          <p:val>
                                            <p:strVal val="#ppt_x"/>
                                          </p:val>
                                        </p:tav>
                                      </p:tavLst>
                                    </p:anim>
                                    <p:anim calcmode="lin" valueType="num">
                                      <p:cBhvr>
                                        <p:cTn id="51" dur="1000" fill="hold"/>
                                        <p:tgtEl>
                                          <p:spTgt spid="43"/>
                                        </p:tgtEl>
                                        <p:attrNameLst>
                                          <p:attrName>ppt_y</p:attrName>
                                        </p:attrNameLst>
                                      </p:cBhvr>
                                      <p:tavLst>
                                        <p:tav tm="0">
                                          <p:val>
                                            <p:strVal val="#ppt_y+.1"/>
                                          </p:val>
                                        </p:tav>
                                        <p:tav tm="100000">
                                          <p:val>
                                            <p:strVal val="#ppt_y"/>
                                          </p:val>
                                        </p:tav>
                                      </p:tavLst>
                                    </p:anim>
                                  </p:childTnLst>
                                </p:cTn>
                              </p:par>
                            </p:childTnLst>
                          </p:cTn>
                        </p:par>
                      </p:childTnLst>
                    </p:cTn>
                  </p:par>
                  <p:par>
                    <p:cTn id="52" fill="hold">
                      <p:stCondLst>
                        <p:cond delay="indefinite"/>
                      </p:stCondLst>
                      <p:childTnLst>
                        <p:par>
                          <p:cTn id="53" fill="hold">
                            <p:stCondLst>
                              <p:cond delay="0"/>
                            </p:stCondLst>
                            <p:childTnLst>
                              <p:par>
                                <p:cTn id="54" presetID="42" presetClass="entr" presetSubtype="0" fill="hold" grpId="0" nodeType="clickEffect">
                                  <p:stCondLst>
                                    <p:cond delay="0"/>
                                  </p:stCondLst>
                                  <p:childTnLst>
                                    <p:set>
                                      <p:cBhvr>
                                        <p:cTn id="55" dur="1" fill="hold">
                                          <p:stCondLst>
                                            <p:cond delay="0"/>
                                          </p:stCondLst>
                                        </p:cTn>
                                        <p:tgtEl>
                                          <p:spTgt spid="44"/>
                                        </p:tgtEl>
                                        <p:attrNameLst>
                                          <p:attrName>style.visibility</p:attrName>
                                        </p:attrNameLst>
                                      </p:cBhvr>
                                      <p:to>
                                        <p:strVal val="visible"/>
                                      </p:to>
                                    </p:set>
                                    <p:animEffect transition="in" filter="fade">
                                      <p:cBhvr>
                                        <p:cTn id="56" dur="1000"/>
                                        <p:tgtEl>
                                          <p:spTgt spid="44"/>
                                        </p:tgtEl>
                                      </p:cBhvr>
                                    </p:animEffect>
                                    <p:anim calcmode="lin" valueType="num">
                                      <p:cBhvr>
                                        <p:cTn id="57" dur="1000" fill="hold"/>
                                        <p:tgtEl>
                                          <p:spTgt spid="44"/>
                                        </p:tgtEl>
                                        <p:attrNameLst>
                                          <p:attrName>ppt_x</p:attrName>
                                        </p:attrNameLst>
                                      </p:cBhvr>
                                      <p:tavLst>
                                        <p:tav tm="0">
                                          <p:val>
                                            <p:strVal val="#ppt_x"/>
                                          </p:val>
                                        </p:tav>
                                        <p:tav tm="100000">
                                          <p:val>
                                            <p:strVal val="#ppt_x"/>
                                          </p:val>
                                        </p:tav>
                                      </p:tavLst>
                                    </p:anim>
                                    <p:anim calcmode="lin" valueType="num">
                                      <p:cBhvr>
                                        <p:cTn id="58" dur="1000" fill="hold"/>
                                        <p:tgtEl>
                                          <p:spTgt spid="44"/>
                                        </p:tgtEl>
                                        <p:attrNameLst>
                                          <p:attrName>ppt_y</p:attrName>
                                        </p:attrNameLst>
                                      </p:cBhvr>
                                      <p:tavLst>
                                        <p:tav tm="0">
                                          <p:val>
                                            <p:strVal val="#ppt_y+.1"/>
                                          </p:val>
                                        </p:tav>
                                        <p:tav tm="100000">
                                          <p:val>
                                            <p:strVal val="#ppt_y"/>
                                          </p:val>
                                        </p:tav>
                                      </p:tavLst>
                                    </p:anim>
                                  </p:childTnLst>
                                </p:cTn>
                              </p:par>
                            </p:childTnLst>
                          </p:cTn>
                        </p:par>
                      </p:childTnLst>
                    </p:cTn>
                  </p:par>
                  <p:par>
                    <p:cTn id="59" fill="hold">
                      <p:stCondLst>
                        <p:cond delay="indefinite"/>
                      </p:stCondLst>
                      <p:childTnLst>
                        <p:par>
                          <p:cTn id="60" fill="hold">
                            <p:stCondLst>
                              <p:cond delay="0"/>
                            </p:stCondLst>
                            <p:childTnLst>
                              <p:par>
                                <p:cTn id="61" presetID="42" presetClass="entr" presetSubtype="0" fill="hold" grpId="0" nodeType="clickEffect">
                                  <p:stCondLst>
                                    <p:cond delay="0"/>
                                  </p:stCondLst>
                                  <p:childTnLst>
                                    <p:set>
                                      <p:cBhvr>
                                        <p:cTn id="62" dur="1" fill="hold">
                                          <p:stCondLst>
                                            <p:cond delay="0"/>
                                          </p:stCondLst>
                                        </p:cTn>
                                        <p:tgtEl>
                                          <p:spTgt spid="46"/>
                                        </p:tgtEl>
                                        <p:attrNameLst>
                                          <p:attrName>style.visibility</p:attrName>
                                        </p:attrNameLst>
                                      </p:cBhvr>
                                      <p:to>
                                        <p:strVal val="visible"/>
                                      </p:to>
                                    </p:set>
                                    <p:animEffect transition="in" filter="fade">
                                      <p:cBhvr>
                                        <p:cTn id="63" dur="1000"/>
                                        <p:tgtEl>
                                          <p:spTgt spid="46"/>
                                        </p:tgtEl>
                                      </p:cBhvr>
                                    </p:animEffect>
                                    <p:anim calcmode="lin" valueType="num">
                                      <p:cBhvr>
                                        <p:cTn id="64" dur="1000" fill="hold"/>
                                        <p:tgtEl>
                                          <p:spTgt spid="46"/>
                                        </p:tgtEl>
                                        <p:attrNameLst>
                                          <p:attrName>ppt_x</p:attrName>
                                        </p:attrNameLst>
                                      </p:cBhvr>
                                      <p:tavLst>
                                        <p:tav tm="0">
                                          <p:val>
                                            <p:strVal val="#ppt_x"/>
                                          </p:val>
                                        </p:tav>
                                        <p:tav tm="100000">
                                          <p:val>
                                            <p:strVal val="#ppt_x"/>
                                          </p:val>
                                        </p:tav>
                                      </p:tavLst>
                                    </p:anim>
                                    <p:anim calcmode="lin" valueType="num">
                                      <p:cBhvr>
                                        <p:cTn id="65" dur="1000" fill="hold"/>
                                        <p:tgtEl>
                                          <p:spTgt spid="46"/>
                                        </p:tgtEl>
                                        <p:attrNameLst>
                                          <p:attrName>ppt_y</p:attrName>
                                        </p:attrNameLst>
                                      </p:cBhvr>
                                      <p:tavLst>
                                        <p:tav tm="0">
                                          <p:val>
                                            <p:strVal val="#ppt_y+.1"/>
                                          </p:val>
                                        </p:tav>
                                        <p:tav tm="100000">
                                          <p:val>
                                            <p:strVal val="#ppt_y"/>
                                          </p:val>
                                        </p:tav>
                                      </p:tavLst>
                                    </p:anim>
                                  </p:childTnLst>
                                </p:cTn>
                              </p:par>
                            </p:childTnLst>
                          </p:cTn>
                        </p:par>
                      </p:childTnLst>
                    </p:cTn>
                  </p:par>
                  <p:par>
                    <p:cTn id="66" fill="hold">
                      <p:stCondLst>
                        <p:cond delay="indefinite"/>
                      </p:stCondLst>
                      <p:childTnLst>
                        <p:par>
                          <p:cTn id="67" fill="hold">
                            <p:stCondLst>
                              <p:cond delay="0"/>
                            </p:stCondLst>
                            <p:childTnLst>
                              <p:par>
                                <p:cTn id="68" presetID="42" presetClass="entr" presetSubtype="0" fill="hold" nodeType="clickEffect">
                                  <p:stCondLst>
                                    <p:cond delay="0"/>
                                  </p:stCondLst>
                                  <p:childTnLst>
                                    <p:set>
                                      <p:cBhvr>
                                        <p:cTn id="69" dur="1" fill="hold">
                                          <p:stCondLst>
                                            <p:cond delay="0"/>
                                          </p:stCondLst>
                                        </p:cTn>
                                        <p:tgtEl>
                                          <p:spTgt spid="47"/>
                                        </p:tgtEl>
                                        <p:attrNameLst>
                                          <p:attrName>style.visibility</p:attrName>
                                        </p:attrNameLst>
                                      </p:cBhvr>
                                      <p:to>
                                        <p:strVal val="visible"/>
                                      </p:to>
                                    </p:set>
                                    <p:animEffect transition="in" filter="fade">
                                      <p:cBhvr>
                                        <p:cTn id="70" dur="1000"/>
                                        <p:tgtEl>
                                          <p:spTgt spid="47"/>
                                        </p:tgtEl>
                                      </p:cBhvr>
                                    </p:animEffect>
                                    <p:anim calcmode="lin" valueType="num">
                                      <p:cBhvr>
                                        <p:cTn id="71" dur="1000" fill="hold"/>
                                        <p:tgtEl>
                                          <p:spTgt spid="47"/>
                                        </p:tgtEl>
                                        <p:attrNameLst>
                                          <p:attrName>ppt_x</p:attrName>
                                        </p:attrNameLst>
                                      </p:cBhvr>
                                      <p:tavLst>
                                        <p:tav tm="0">
                                          <p:val>
                                            <p:strVal val="#ppt_x"/>
                                          </p:val>
                                        </p:tav>
                                        <p:tav tm="100000">
                                          <p:val>
                                            <p:strVal val="#ppt_x"/>
                                          </p:val>
                                        </p:tav>
                                      </p:tavLst>
                                    </p:anim>
                                    <p:anim calcmode="lin" valueType="num">
                                      <p:cBhvr>
                                        <p:cTn id="72" dur="1000" fill="hold"/>
                                        <p:tgtEl>
                                          <p:spTgt spid="47"/>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2" grpId="0"/>
      <p:bldP spid="4" grpId="0"/>
      <p:bldP spid="6" grpId="0"/>
      <p:bldP spid="42" grpId="0"/>
      <p:bldP spid="43" grpId="0"/>
      <p:bldP spid="44" grpId="0"/>
      <p:bldP spid="46"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TextBox 1">
                <a:extLst>
                  <a:ext uri="{FF2B5EF4-FFF2-40B4-BE49-F238E27FC236}">
                    <a16:creationId xmlns:a16="http://schemas.microsoft.com/office/drawing/2014/main" id="{591DC265-3622-3242-C2F0-09A192ACB6F9}"/>
                  </a:ext>
                </a:extLst>
              </p:cNvPr>
              <p:cNvSpPr txBox="1"/>
              <p:nvPr/>
            </p:nvSpPr>
            <p:spPr>
              <a:xfrm>
                <a:off x="170687" y="109513"/>
                <a:ext cx="11863773" cy="1234569"/>
              </a:xfrm>
              <a:prstGeom prst="rect">
                <a:avLst/>
              </a:prstGeom>
              <a:noFill/>
            </p:spPr>
            <p:txBody>
              <a:bodyPr wrap="square" rtlCol="0">
                <a:spAutoFit/>
              </a:bodyPr>
              <a:lstStyle/>
              <a:p>
                <a:pPr algn="just"/>
                <a:r>
                  <a:rPr lang="en-US" b="1" i="1">
                    <a:solidFill>
                      <a:srgbClr val="FF0000"/>
                    </a:solidFill>
                  </a:rPr>
                  <a:t>Bài tập 5.5. (Bài 5c trang 4).</a:t>
                </a:r>
                <a:r>
                  <a:rPr lang="en-US"/>
                  <a:t> Để làm giảm sự mất mát của ánh sáng do phản chiếu trên một tấm thủy tinh người ta phủ lên thủy tinh một lớp mỏng</a:t>
                </a:r>
                <a:r>
                  <a:rPr lang="en-US">
                    <a:sym typeface="Symbol" panose="05050102010706020507" pitchFamily="18" charset="2"/>
                  </a:rPr>
                  <a:t> chất có chiết suất n’ = </a:t>
                </a:r>
                <a14:m>
                  <m:oMath xmlns:m="http://schemas.openxmlformats.org/officeDocument/2006/math">
                    <m:rad>
                      <m:radPr>
                        <m:degHide m:val="on"/>
                        <m:ctrlPr>
                          <a:rPr lang="en-US" sz="2000" i="1" smtClean="0">
                            <a:latin typeface="Cambria Math" panose="02040503050406030204" pitchFamily="18" charset="0"/>
                            <a:sym typeface="Symbol" panose="05050102010706020507" pitchFamily="18" charset="2"/>
                          </a:rPr>
                        </m:ctrlPr>
                      </m:radPr>
                      <m:deg/>
                      <m:e>
                        <m:r>
                          <a:rPr lang="en-US" sz="2000" b="0" i="1" smtClean="0">
                            <a:latin typeface="Cambria Math" panose="02040503050406030204" pitchFamily="18" charset="0"/>
                            <a:sym typeface="Symbol" panose="05050102010706020507" pitchFamily="18" charset="2"/>
                          </a:rPr>
                          <m:t>𝑛</m:t>
                        </m:r>
                      </m:e>
                    </m:rad>
                  </m:oMath>
                </a14:m>
                <a:r>
                  <a:rPr lang="en-US">
                    <a:sym typeface="Symbol" panose="05050102010706020507" pitchFamily="18" charset="2"/>
                  </a:rPr>
                  <a:t> với </a:t>
                </a:r>
                <a:r>
                  <a:rPr lang="en-US" i="1">
                    <a:sym typeface="Symbol" panose="05050102010706020507" pitchFamily="18" charset="2"/>
                  </a:rPr>
                  <a:t>n </a:t>
                </a:r>
                <a:r>
                  <a:rPr lang="en-US">
                    <a:sym typeface="Symbol" panose="05050102010706020507" pitchFamily="18" charset="2"/>
                  </a:rPr>
                  <a:t>là chiết suất của thủy tinh. Khi đó biên độ của những dao động sáng phản xạ từ hai mặt của lớp mỏng sẽ bằng nhau. Hỏi bề dày nhỏ nhất của lớp màng mỏng bằng bao nhiêu để khả năng phản xạ của thủy tinh theo hướng pháp tuyến sẽ bằng 0 đối với ánh sáng có bước sóng  = 0,6 m. Cho </a:t>
                </a:r>
                <a:r>
                  <a:rPr lang="en-US" i="1">
                    <a:sym typeface="Symbol" panose="05050102010706020507" pitchFamily="18" charset="2"/>
                  </a:rPr>
                  <a:t>n</a:t>
                </a:r>
                <a:r>
                  <a:rPr lang="en-US">
                    <a:sym typeface="Symbol" panose="05050102010706020507" pitchFamily="18" charset="2"/>
                  </a:rPr>
                  <a:t> = 1,5. </a:t>
                </a:r>
                <a:r>
                  <a:rPr lang="en-US"/>
                  <a:t> </a:t>
                </a:r>
                <a:endParaRPr lang="en-US" b="1" i="1">
                  <a:solidFill>
                    <a:srgbClr val="FF0000"/>
                  </a:solidFill>
                </a:endParaRPr>
              </a:p>
            </p:txBody>
          </p:sp>
        </mc:Choice>
        <mc:Fallback xmlns="">
          <p:sp>
            <p:nvSpPr>
              <p:cNvPr id="2" name="TextBox 1">
                <a:extLst>
                  <a:ext uri="{FF2B5EF4-FFF2-40B4-BE49-F238E27FC236}">
                    <a16:creationId xmlns:a16="http://schemas.microsoft.com/office/drawing/2014/main" id="{591DC265-3622-3242-C2F0-09A192ACB6F9}"/>
                  </a:ext>
                </a:extLst>
              </p:cNvPr>
              <p:cNvSpPr txBox="1">
                <a:spLocks noRot="1" noChangeAspect="1" noMove="1" noResize="1" noEditPoints="1" noAdjustHandles="1" noChangeArrowheads="1" noChangeShapeType="1" noTextEdit="1"/>
              </p:cNvSpPr>
              <p:nvPr/>
            </p:nvSpPr>
            <p:spPr>
              <a:xfrm>
                <a:off x="170687" y="109513"/>
                <a:ext cx="11863773" cy="1234569"/>
              </a:xfrm>
              <a:prstGeom prst="rect">
                <a:avLst/>
              </a:prstGeom>
              <a:blipFill>
                <a:blip r:embed="rId2"/>
                <a:stretch>
                  <a:fillRect l="-411" t="-2970" r="-411" b="-7426"/>
                </a:stretch>
              </a:blipFill>
            </p:spPr>
            <p:txBody>
              <a:bodyPr/>
              <a:lstStyle/>
              <a:p>
                <a:r>
                  <a:rPr lang="en-US">
                    <a:noFill/>
                  </a:rPr>
                  <a:t> </a:t>
                </a:r>
              </a:p>
            </p:txBody>
          </p:sp>
        </mc:Fallback>
      </mc:AlternateContent>
      <p:sp>
        <p:nvSpPr>
          <p:cNvPr id="3" name="TextBox 2">
            <a:extLst>
              <a:ext uri="{FF2B5EF4-FFF2-40B4-BE49-F238E27FC236}">
                <a16:creationId xmlns:a16="http://schemas.microsoft.com/office/drawing/2014/main" id="{6378D7B7-EC1E-EDB5-FA51-39C3C317D2BF}"/>
              </a:ext>
            </a:extLst>
          </p:cNvPr>
          <p:cNvSpPr txBox="1"/>
          <p:nvPr/>
        </p:nvSpPr>
        <p:spPr>
          <a:xfrm>
            <a:off x="5373514" y="1322660"/>
            <a:ext cx="1066627" cy="369332"/>
          </a:xfrm>
          <a:prstGeom prst="rect">
            <a:avLst/>
          </a:prstGeom>
          <a:noFill/>
        </p:spPr>
        <p:txBody>
          <a:bodyPr wrap="square" rtlCol="0">
            <a:spAutoFit/>
          </a:bodyPr>
          <a:lstStyle/>
          <a:p>
            <a:r>
              <a:rPr lang="en-US" b="1">
                <a:solidFill>
                  <a:srgbClr val="FF0000"/>
                </a:solidFill>
              </a:rPr>
              <a:t>LỜI GIẢI</a:t>
            </a:r>
          </a:p>
        </p:txBody>
      </p:sp>
      <mc:AlternateContent xmlns:mc="http://schemas.openxmlformats.org/markup-compatibility/2006" xmlns:a14="http://schemas.microsoft.com/office/drawing/2010/main">
        <mc:Choice Requires="a14">
          <p:sp>
            <p:nvSpPr>
              <p:cNvPr id="4" name="TextBox 3">
                <a:extLst>
                  <a:ext uri="{FF2B5EF4-FFF2-40B4-BE49-F238E27FC236}">
                    <a16:creationId xmlns:a16="http://schemas.microsoft.com/office/drawing/2014/main" id="{51A511D9-F1AF-423B-2FFC-8EF92545CFFC}"/>
                  </a:ext>
                </a:extLst>
              </p:cNvPr>
              <p:cNvSpPr txBox="1"/>
              <p:nvPr/>
            </p:nvSpPr>
            <p:spPr>
              <a:xfrm>
                <a:off x="170687" y="1713414"/>
                <a:ext cx="5620513" cy="427746"/>
              </a:xfrm>
              <a:prstGeom prst="rect">
                <a:avLst/>
              </a:prstGeom>
              <a:noFill/>
            </p:spPr>
            <p:txBody>
              <a:bodyPr wrap="square">
                <a:spAutoFit/>
              </a:bodyPr>
              <a:lstStyle/>
              <a:p>
                <a:r>
                  <a:rPr lang="en-US"/>
                  <a:t>+ </a:t>
                </a:r>
                <a:r>
                  <a:rPr lang="en-US">
                    <a:sym typeface="Symbol" panose="05050102010706020507" pitchFamily="18" charset="2"/>
                  </a:rPr>
                  <a:t>Ta có: n’ = </a:t>
                </a:r>
                <a14:m>
                  <m:oMath xmlns:m="http://schemas.openxmlformats.org/officeDocument/2006/math">
                    <m:rad>
                      <m:radPr>
                        <m:degHide m:val="on"/>
                        <m:ctrlPr>
                          <a:rPr lang="en-US" sz="2000" i="1">
                            <a:latin typeface="Cambria Math" panose="02040503050406030204" pitchFamily="18" charset="0"/>
                            <a:sym typeface="Symbol" panose="05050102010706020507" pitchFamily="18" charset="2"/>
                          </a:rPr>
                        </m:ctrlPr>
                      </m:radPr>
                      <m:deg/>
                      <m:e>
                        <m:r>
                          <a:rPr lang="en-US" sz="2000" i="1">
                            <a:latin typeface="Cambria Math" panose="02040503050406030204" pitchFamily="18" charset="0"/>
                            <a:sym typeface="Symbol" panose="05050102010706020507" pitchFamily="18" charset="2"/>
                          </a:rPr>
                          <m:t>𝑛</m:t>
                        </m:r>
                      </m:e>
                    </m:rad>
                  </m:oMath>
                </a14:m>
                <a:r>
                  <a:rPr lang="en-US">
                    <a:sym typeface="Symbol" panose="05050102010706020507" pitchFamily="18" charset="2"/>
                  </a:rPr>
                  <a:t> = </a:t>
                </a:r>
                <a14:m>
                  <m:oMath xmlns:m="http://schemas.openxmlformats.org/officeDocument/2006/math">
                    <m:rad>
                      <m:radPr>
                        <m:degHide m:val="on"/>
                        <m:ctrlPr>
                          <a:rPr lang="en-US" i="1">
                            <a:latin typeface="Cambria Math" panose="02040503050406030204" pitchFamily="18" charset="0"/>
                            <a:sym typeface="Symbol" panose="05050102010706020507" pitchFamily="18" charset="2"/>
                          </a:rPr>
                        </m:ctrlPr>
                      </m:radPr>
                      <m:deg/>
                      <m:e>
                        <m:r>
                          <a:rPr lang="en-US" b="0" i="1" smtClean="0">
                            <a:latin typeface="Cambria Math" panose="02040503050406030204" pitchFamily="18" charset="0"/>
                            <a:sym typeface="Symbol" panose="05050102010706020507" pitchFamily="18" charset="2"/>
                          </a:rPr>
                          <m:t>1,5</m:t>
                        </m:r>
                      </m:e>
                    </m:rad>
                  </m:oMath>
                </a14:m>
                <a:r>
                  <a:rPr lang="en-US">
                    <a:sym typeface="Symbol" panose="05050102010706020507" pitchFamily="18" charset="2"/>
                  </a:rPr>
                  <a:t> = 1,22 </a:t>
                </a:r>
                <a:endParaRPr lang="en-US"/>
              </a:p>
            </p:txBody>
          </p:sp>
        </mc:Choice>
        <mc:Fallback xmlns="">
          <p:sp>
            <p:nvSpPr>
              <p:cNvPr id="4" name="TextBox 3">
                <a:extLst>
                  <a:ext uri="{FF2B5EF4-FFF2-40B4-BE49-F238E27FC236}">
                    <a16:creationId xmlns:a16="http://schemas.microsoft.com/office/drawing/2014/main" id="{51A511D9-F1AF-423B-2FFC-8EF92545CFFC}"/>
                  </a:ext>
                </a:extLst>
              </p:cNvPr>
              <p:cNvSpPr txBox="1">
                <a:spLocks noRot="1" noChangeAspect="1" noMove="1" noResize="1" noEditPoints="1" noAdjustHandles="1" noChangeArrowheads="1" noChangeShapeType="1" noTextEdit="1"/>
              </p:cNvSpPr>
              <p:nvPr/>
            </p:nvSpPr>
            <p:spPr>
              <a:xfrm>
                <a:off x="170687" y="1713414"/>
                <a:ext cx="5620513" cy="427746"/>
              </a:xfrm>
              <a:prstGeom prst="rect">
                <a:avLst/>
              </a:prstGeom>
              <a:blipFill>
                <a:blip r:embed="rId3"/>
                <a:stretch>
                  <a:fillRect l="-868" b="-21429"/>
                </a:stretch>
              </a:blipFill>
            </p:spPr>
            <p:txBody>
              <a:bodyPr/>
              <a:lstStyle/>
              <a:p>
                <a:r>
                  <a:rPr lang="en-US">
                    <a:noFill/>
                  </a:rPr>
                  <a:t> </a:t>
                </a:r>
              </a:p>
            </p:txBody>
          </p:sp>
        </mc:Fallback>
      </mc:AlternateContent>
      <p:sp>
        <p:nvSpPr>
          <p:cNvPr id="6" name="Rectangle 5">
            <a:extLst>
              <a:ext uri="{FF2B5EF4-FFF2-40B4-BE49-F238E27FC236}">
                <a16:creationId xmlns:a16="http://schemas.microsoft.com/office/drawing/2014/main" id="{CE1541B8-9B08-46F3-D4A0-37D8889AC4CA}"/>
              </a:ext>
            </a:extLst>
          </p:cNvPr>
          <p:cNvSpPr/>
          <p:nvPr/>
        </p:nvSpPr>
        <p:spPr>
          <a:xfrm>
            <a:off x="9314688" y="3865000"/>
            <a:ext cx="2633472" cy="450832"/>
          </a:xfrm>
          <a:prstGeom prst="rect">
            <a:avLst/>
          </a:prstGeom>
          <a:solidFill>
            <a:schemeClr val="accent6">
              <a:lumMod val="20000"/>
              <a:lumOff val="8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7" name="Group 6">
            <a:extLst>
              <a:ext uri="{FF2B5EF4-FFF2-40B4-BE49-F238E27FC236}">
                <a16:creationId xmlns:a16="http://schemas.microsoft.com/office/drawing/2014/main" id="{ECEC32DB-3111-CF2D-3A9E-14D359A87DD2}"/>
              </a:ext>
            </a:extLst>
          </p:cNvPr>
          <p:cNvGrpSpPr/>
          <p:nvPr/>
        </p:nvGrpSpPr>
        <p:grpSpPr>
          <a:xfrm>
            <a:off x="9527818" y="3540836"/>
            <a:ext cx="389596" cy="369332"/>
            <a:chOff x="7043616" y="2853972"/>
            <a:chExt cx="389596" cy="369332"/>
          </a:xfrm>
        </p:grpSpPr>
        <p:sp>
          <p:nvSpPr>
            <p:cNvPr id="8" name="Oval 7">
              <a:extLst>
                <a:ext uri="{FF2B5EF4-FFF2-40B4-BE49-F238E27FC236}">
                  <a16:creationId xmlns:a16="http://schemas.microsoft.com/office/drawing/2014/main" id="{45E5D365-9A1A-ED24-8F45-4793E4A53F03}"/>
                </a:ext>
              </a:extLst>
            </p:cNvPr>
            <p:cNvSpPr/>
            <p:nvPr/>
          </p:nvSpPr>
          <p:spPr>
            <a:xfrm>
              <a:off x="7046976" y="3145214"/>
              <a:ext cx="72000" cy="7200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Box 8">
              <a:extLst>
                <a:ext uri="{FF2B5EF4-FFF2-40B4-BE49-F238E27FC236}">
                  <a16:creationId xmlns:a16="http://schemas.microsoft.com/office/drawing/2014/main" id="{037CBAC3-5BDC-A1A8-43DE-1E591CE39A71}"/>
                </a:ext>
              </a:extLst>
            </p:cNvPr>
            <p:cNvSpPr txBox="1"/>
            <p:nvPr/>
          </p:nvSpPr>
          <p:spPr>
            <a:xfrm>
              <a:off x="7043616" y="2853972"/>
              <a:ext cx="389596" cy="369332"/>
            </a:xfrm>
            <a:prstGeom prst="rect">
              <a:avLst/>
            </a:prstGeom>
            <a:noFill/>
          </p:spPr>
          <p:txBody>
            <a:bodyPr wrap="square" rtlCol="0">
              <a:spAutoFit/>
            </a:bodyPr>
            <a:lstStyle/>
            <a:p>
              <a:r>
                <a:rPr lang="en-US"/>
                <a:t>M</a:t>
              </a:r>
            </a:p>
          </p:txBody>
        </p:sp>
      </p:grpSp>
      <p:cxnSp>
        <p:nvCxnSpPr>
          <p:cNvPr id="10" name="Straight Connector 9">
            <a:extLst>
              <a:ext uri="{FF2B5EF4-FFF2-40B4-BE49-F238E27FC236}">
                <a16:creationId xmlns:a16="http://schemas.microsoft.com/office/drawing/2014/main" id="{F5766473-3DC2-56DA-75D9-56EE1F0707F8}"/>
              </a:ext>
            </a:extLst>
          </p:cNvPr>
          <p:cNvCxnSpPr/>
          <p:nvPr/>
        </p:nvCxnSpPr>
        <p:spPr>
          <a:xfrm flipH="1">
            <a:off x="9575828" y="1639459"/>
            <a:ext cx="0" cy="2204521"/>
          </a:xfrm>
          <a:prstGeom prst="line">
            <a:avLst/>
          </a:prstGeom>
          <a:ln>
            <a:solidFill>
              <a:srgbClr val="FF0000"/>
            </a:solidFill>
            <a:headEnd type="oval" w="med" len="med"/>
            <a:tailEnd type="triangle" w="med" len="med"/>
          </a:ln>
        </p:spPr>
        <p:style>
          <a:lnRef idx="1">
            <a:schemeClr val="accent1"/>
          </a:lnRef>
          <a:fillRef idx="0">
            <a:schemeClr val="accent1"/>
          </a:fillRef>
          <a:effectRef idx="0">
            <a:schemeClr val="accent1"/>
          </a:effectRef>
          <a:fontRef idx="minor">
            <a:schemeClr val="tx1"/>
          </a:fontRef>
        </p:style>
      </p:cxnSp>
      <p:sp>
        <p:nvSpPr>
          <p:cNvPr id="11" name="TextBox 10">
            <a:extLst>
              <a:ext uri="{FF2B5EF4-FFF2-40B4-BE49-F238E27FC236}">
                <a16:creationId xmlns:a16="http://schemas.microsoft.com/office/drawing/2014/main" id="{5AC39FF9-A9F7-CC23-107C-305780C1426D}"/>
              </a:ext>
            </a:extLst>
          </p:cNvPr>
          <p:cNvSpPr txBox="1"/>
          <p:nvPr/>
        </p:nvSpPr>
        <p:spPr>
          <a:xfrm>
            <a:off x="9215076" y="1421141"/>
            <a:ext cx="702338" cy="369332"/>
          </a:xfrm>
          <a:prstGeom prst="rect">
            <a:avLst/>
          </a:prstGeom>
          <a:noFill/>
        </p:spPr>
        <p:txBody>
          <a:bodyPr wrap="square" rtlCol="0">
            <a:spAutoFit/>
          </a:bodyPr>
          <a:lstStyle/>
          <a:p>
            <a:r>
              <a:rPr lang="en-US"/>
              <a:t>S</a:t>
            </a:r>
          </a:p>
        </p:txBody>
      </p:sp>
      <p:cxnSp>
        <p:nvCxnSpPr>
          <p:cNvPr id="12" name="Straight Connector 11">
            <a:extLst>
              <a:ext uri="{FF2B5EF4-FFF2-40B4-BE49-F238E27FC236}">
                <a16:creationId xmlns:a16="http://schemas.microsoft.com/office/drawing/2014/main" id="{926073A9-3F59-F206-7172-43BF051CF0A0}"/>
              </a:ext>
            </a:extLst>
          </p:cNvPr>
          <p:cNvCxnSpPr/>
          <p:nvPr/>
        </p:nvCxnSpPr>
        <p:spPr>
          <a:xfrm flipH="1">
            <a:off x="9566245" y="3902554"/>
            <a:ext cx="0" cy="396503"/>
          </a:xfrm>
          <a:prstGeom prst="line">
            <a:avLst/>
          </a:prstGeom>
          <a:ln>
            <a:solidFill>
              <a:srgbClr val="FF0000"/>
            </a:solidFill>
            <a:headEnd type="oval" w="med" len="med"/>
            <a:tailEnd type="triangle" w="med" len="med"/>
          </a:ln>
        </p:spPr>
        <p:style>
          <a:lnRef idx="1">
            <a:schemeClr val="accent1"/>
          </a:lnRef>
          <a:fillRef idx="0">
            <a:schemeClr val="accent1"/>
          </a:fillRef>
          <a:effectRef idx="0">
            <a:schemeClr val="accent1"/>
          </a:effectRef>
          <a:fontRef idx="minor">
            <a:schemeClr val="tx1"/>
          </a:fontRef>
        </p:style>
      </p:cxnSp>
      <p:sp>
        <p:nvSpPr>
          <p:cNvPr id="13" name="TextBox 12">
            <a:extLst>
              <a:ext uri="{FF2B5EF4-FFF2-40B4-BE49-F238E27FC236}">
                <a16:creationId xmlns:a16="http://schemas.microsoft.com/office/drawing/2014/main" id="{6D5D4F23-6B6D-AE55-0E26-33ACFF6A873D}"/>
              </a:ext>
            </a:extLst>
          </p:cNvPr>
          <p:cNvSpPr txBox="1"/>
          <p:nvPr/>
        </p:nvSpPr>
        <p:spPr>
          <a:xfrm>
            <a:off x="9396029" y="4252332"/>
            <a:ext cx="702338" cy="369332"/>
          </a:xfrm>
          <a:prstGeom prst="rect">
            <a:avLst/>
          </a:prstGeom>
          <a:noFill/>
        </p:spPr>
        <p:txBody>
          <a:bodyPr wrap="square" rtlCol="0">
            <a:spAutoFit/>
          </a:bodyPr>
          <a:lstStyle/>
          <a:p>
            <a:r>
              <a:rPr lang="en-US"/>
              <a:t>Q</a:t>
            </a:r>
          </a:p>
        </p:txBody>
      </p:sp>
      <p:sp>
        <p:nvSpPr>
          <p:cNvPr id="15" name="TextBox 14">
            <a:extLst>
              <a:ext uri="{FF2B5EF4-FFF2-40B4-BE49-F238E27FC236}">
                <a16:creationId xmlns:a16="http://schemas.microsoft.com/office/drawing/2014/main" id="{C2CC925B-53D7-2BFE-AB7F-086EBA955DA1}"/>
              </a:ext>
            </a:extLst>
          </p:cNvPr>
          <p:cNvSpPr txBox="1"/>
          <p:nvPr/>
        </p:nvSpPr>
        <p:spPr>
          <a:xfrm>
            <a:off x="170686" y="2082694"/>
            <a:ext cx="8022338" cy="369332"/>
          </a:xfrm>
          <a:prstGeom prst="rect">
            <a:avLst/>
          </a:prstGeom>
          <a:noFill/>
        </p:spPr>
        <p:txBody>
          <a:bodyPr wrap="square">
            <a:spAutoFit/>
          </a:bodyPr>
          <a:lstStyle/>
          <a:p>
            <a:r>
              <a:rPr lang="en-US"/>
              <a:t>+ </a:t>
            </a:r>
            <a:r>
              <a:rPr lang="en-US">
                <a:sym typeface="Symbol" panose="05050102010706020507" pitchFamily="18" charset="2"/>
              </a:rPr>
              <a:t>Tại một điểm M nằm ở mặt trên của lớp có sự giao thoa của hai tia:</a:t>
            </a:r>
            <a:endParaRPr lang="en-US"/>
          </a:p>
        </p:txBody>
      </p:sp>
      <p:sp>
        <p:nvSpPr>
          <p:cNvPr id="16" name="TextBox 15">
            <a:extLst>
              <a:ext uri="{FF2B5EF4-FFF2-40B4-BE49-F238E27FC236}">
                <a16:creationId xmlns:a16="http://schemas.microsoft.com/office/drawing/2014/main" id="{2BB6E1F6-B9AA-6191-D2AC-790734E342FF}"/>
              </a:ext>
            </a:extLst>
          </p:cNvPr>
          <p:cNvSpPr txBox="1"/>
          <p:nvPr/>
        </p:nvSpPr>
        <p:spPr>
          <a:xfrm>
            <a:off x="170686" y="2480362"/>
            <a:ext cx="5522977" cy="369332"/>
          </a:xfrm>
          <a:prstGeom prst="rect">
            <a:avLst/>
          </a:prstGeom>
          <a:noFill/>
        </p:spPr>
        <p:txBody>
          <a:bodyPr wrap="square">
            <a:spAutoFit/>
          </a:bodyPr>
          <a:lstStyle/>
          <a:p>
            <a:r>
              <a:rPr lang="en-US"/>
              <a:t>- Tia thứ nhất từ S đến M rồi phản xạ tại M có quang lộ:</a:t>
            </a:r>
          </a:p>
        </p:txBody>
      </p:sp>
      <p:graphicFrame>
        <p:nvGraphicFramePr>
          <p:cNvPr id="17" name="Object 16">
            <a:extLst>
              <a:ext uri="{FF2B5EF4-FFF2-40B4-BE49-F238E27FC236}">
                <a16:creationId xmlns:a16="http://schemas.microsoft.com/office/drawing/2014/main" id="{99B96B10-AAD5-341A-3112-84445B51A4DA}"/>
              </a:ext>
            </a:extLst>
          </p:cNvPr>
          <p:cNvGraphicFramePr>
            <a:graphicFrameLocks noChangeAspect="1"/>
          </p:cNvGraphicFramePr>
          <p:nvPr>
            <p:extLst>
              <p:ext uri="{D42A27DB-BD31-4B8C-83A1-F6EECF244321}">
                <p14:modId xmlns:p14="http://schemas.microsoft.com/office/powerpoint/2010/main" val="2002670720"/>
              </p:ext>
            </p:extLst>
          </p:nvPr>
        </p:nvGraphicFramePr>
        <p:xfrm>
          <a:off x="5537462" y="2395226"/>
          <a:ext cx="2398635" cy="576417"/>
        </p:xfrm>
        <a:graphic>
          <a:graphicData uri="http://schemas.openxmlformats.org/presentationml/2006/ole">
            <mc:AlternateContent xmlns:mc="http://schemas.openxmlformats.org/markup-compatibility/2006">
              <mc:Choice xmlns:v="urn:schemas-microsoft-com:vml" Requires="v">
                <p:oleObj name="Equation" r:id="rId4" imgW="1638000" imgH="393480" progId="Equation.DSMT4">
                  <p:embed/>
                </p:oleObj>
              </mc:Choice>
              <mc:Fallback>
                <p:oleObj name="Equation" r:id="rId4" imgW="1638000" imgH="393480" progId="Equation.DSMT4">
                  <p:embed/>
                  <p:pic>
                    <p:nvPicPr>
                      <p:cNvPr id="17" name="Object 16">
                        <a:extLst>
                          <a:ext uri="{FF2B5EF4-FFF2-40B4-BE49-F238E27FC236}">
                            <a16:creationId xmlns:a16="http://schemas.microsoft.com/office/drawing/2014/main" id="{99B96B10-AAD5-341A-3112-84445B51A4DA}"/>
                          </a:ext>
                        </a:extLst>
                      </p:cNvPr>
                      <p:cNvPicPr/>
                      <p:nvPr/>
                    </p:nvPicPr>
                    <p:blipFill>
                      <a:blip r:embed="rId5"/>
                      <a:stretch>
                        <a:fillRect/>
                      </a:stretch>
                    </p:blipFill>
                    <p:spPr>
                      <a:xfrm>
                        <a:off x="5537462" y="2395226"/>
                        <a:ext cx="2398635" cy="576417"/>
                      </a:xfrm>
                      <a:prstGeom prst="rect">
                        <a:avLst/>
                      </a:prstGeom>
                    </p:spPr>
                  </p:pic>
                </p:oleObj>
              </mc:Fallback>
            </mc:AlternateContent>
          </a:graphicData>
        </a:graphic>
      </p:graphicFrame>
      <p:sp>
        <p:nvSpPr>
          <p:cNvPr id="19" name="TextBox 18">
            <a:extLst>
              <a:ext uri="{FF2B5EF4-FFF2-40B4-BE49-F238E27FC236}">
                <a16:creationId xmlns:a16="http://schemas.microsoft.com/office/drawing/2014/main" id="{5106BCE3-5267-551F-751A-C2C05099532A}"/>
              </a:ext>
            </a:extLst>
          </p:cNvPr>
          <p:cNvSpPr txBox="1"/>
          <p:nvPr/>
        </p:nvSpPr>
        <p:spPr>
          <a:xfrm>
            <a:off x="170685" y="3004186"/>
            <a:ext cx="5522977" cy="369332"/>
          </a:xfrm>
          <a:prstGeom prst="rect">
            <a:avLst/>
          </a:prstGeom>
          <a:noFill/>
        </p:spPr>
        <p:txBody>
          <a:bodyPr wrap="square">
            <a:spAutoFit/>
          </a:bodyPr>
          <a:lstStyle/>
          <a:p>
            <a:r>
              <a:rPr lang="en-US"/>
              <a:t>- Tia thứ hai là SMQM rồi phản xạ tại M có quang lộ: </a:t>
            </a:r>
          </a:p>
        </p:txBody>
      </p:sp>
      <p:graphicFrame>
        <p:nvGraphicFramePr>
          <p:cNvPr id="20" name="Object 19">
            <a:extLst>
              <a:ext uri="{FF2B5EF4-FFF2-40B4-BE49-F238E27FC236}">
                <a16:creationId xmlns:a16="http://schemas.microsoft.com/office/drawing/2014/main" id="{2358A37A-0347-A9F0-A43B-2C2D0937B1F3}"/>
              </a:ext>
            </a:extLst>
          </p:cNvPr>
          <p:cNvGraphicFramePr>
            <a:graphicFrameLocks noChangeAspect="1"/>
          </p:cNvGraphicFramePr>
          <p:nvPr>
            <p:extLst>
              <p:ext uri="{D42A27DB-BD31-4B8C-83A1-F6EECF244321}">
                <p14:modId xmlns:p14="http://schemas.microsoft.com/office/powerpoint/2010/main" val="1165085175"/>
              </p:ext>
            </p:extLst>
          </p:nvPr>
        </p:nvGraphicFramePr>
        <p:xfrm>
          <a:off x="5203001" y="2905139"/>
          <a:ext cx="3681425" cy="577273"/>
        </p:xfrm>
        <a:graphic>
          <a:graphicData uri="http://schemas.openxmlformats.org/presentationml/2006/ole">
            <mc:AlternateContent xmlns:mc="http://schemas.openxmlformats.org/markup-compatibility/2006">
              <mc:Choice xmlns:v="urn:schemas-microsoft-com:vml" Requires="v">
                <p:oleObj name="Equation" r:id="rId6" imgW="2514600" imgH="393480" progId="Equation.DSMT4">
                  <p:embed/>
                </p:oleObj>
              </mc:Choice>
              <mc:Fallback>
                <p:oleObj name="Equation" r:id="rId6" imgW="2514600" imgH="393480" progId="Equation.DSMT4">
                  <p:embed/>
                  <p:pic>
                    <p:nvPicPr>
                      <p:cNvPr id="20" name="Object 19">
                        <a:extLst>
                          <a:ext uri="{FF2B5EF4-FFF2-40B4-BE49-F238E27FC236}">
                            <a16:creationId xmlns:a16="http://schemas.microsoft.com/office/drawing/2014/main" id="{2358A37A-0347-A9F0-A43B-2C2D0937B1F3}"/>
                          </a:ext>
                        </a:extLst>
                      </p:cNvPr>
                      <p:cNvPicPr/>
                      <p:nvPr/>
                    </p:nvPicPr>
                    <p:blipFill>
                      <a:blip r:embed="rId7"/>
                      <a:stretch>
                        <a:fillRect/>
                      </a:stretch>
                    </p:blipFill>
                    <p:spPr>
                      <a:xfrm>
                        <a:off x="5203001" y="2905139"/>
                        <a:ext cx="3681425" cy="577273"/>
                      </a:xfrm>
                      <a:prstGeom prst="rect">
                        <a:avLst/>
                      </a:prstGeom>
                    </p:spPr>
                  </p:pic>
                </p:oleObj>
              </mc:Fallback>
            </mc:AlternateContent>
          </a:graphicData>
        </a:graphic>
      </p:graphicFrame>
      <p:cxnSp>
        <p:nvCxnSpPr>
          <p:cNvPr id="21" name="Straight Connector 20">
            <a:extLst>
              <a:ext uri="{FF2B5EF4-FFF2-40B4-BE49-F238E27FC236}">
                <a16:creationId xmlns:a16="http://schemas.microsoft.com/office/drawing/2014/main" id="{80D07CBB-E792-2145-3FD9-67AA84233501}"/>
              </a:ext>
            </a:extLst>
          </p:cNvPr>
          <p:cNvCxnSpPr>
            <a:cxnSpLocks/>
          </p:cNvCxnSpPr>
          <p:nvPr/>
        </p:nvCxnSpPr>
        <p:spPr>
          <a:xfrm>
            <a:off x="10599556" y="3882260"/>
            <a:ext cx="0" cy="415395"/>
          </a:xfrm>
          <a:prstGeom prst="line">
            <a:avLst/>
          </a:prstGeom>
          <a:ln>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22" name="TextBox 21">
            <a:extLst>
              <a:ext uri="{FF2B5EF4-FFF2-40B4-BE49-F238E27FC236}">
                <a16:creationId xmlns:a16="http://schemas.microsoft.com/office/drawing/2014/main" id="{1F75C44F-5840-6D18-DB71-C203091D17C0}"/>
              </a:ext>
            </a:extLst>
          </p:cNvPr>
          <p:cNvSpPr txBox="1"/>
          <p:nvPr/>
        </p:nvSpPr>
        <p:spPr>
          <a:xfrm>
            <a:off x="10229853" y="3880846"/>
            <a:ext cx="505968" cy="369332"/>
          </a:xfrm>
          <a:prstGeom prst="rect">
            <a:avLst/>
          </a:prstGeom>
          <a:noFill/>
        </p:spPr>
        <p:txBody>
          <a:bodyPr wrap="square">
            <a:spAutoFit/>
          </a:bodyPr>
          <a:lstStyle/>
          <a:p>
            <a:r>
              <a:rPr lang="en-US" b="1" i="1"/>
              <a:t>d</a:t>
            </a:r>
          </a:p>
        </p:txBody>
      </p:sp>
      <p:sp>
        <p:nvSpPr>
          <p:cNvPr id="23" name="TextBox 22">
            <a:extLst>
              <a:ext uri="{FF2B5EF4-FFF2-40B4-BE49-F238E27FC236}">
                <a16:creationId xmlns:a16="http://schemas.microsoft.com/office/drawing/2014/main" id="{5CFB3882-AF83-7832-2527-612CBCDFEF54}"/>
              </a:ext>
            </a:extLst>
          </p:cNvPr>
          <p:cNvSpPr txBox="1"/>
          <p:nvPr/>
        </p:nvSpPr>
        <p:spPr>
          <a:xfrm>
            <a:off x="292606" y="3388320"/>
            <a:ext cx="5522977" cy="369332"/>
          </a:xfrm>
          <a:prstGeom prst="rect">
            <a:avLst/>
          </a:prstGeom>
          <a:noFill/>
        </p:spPr>
        <p:txBody>
          <a:bodyPr wrap="square">
            <a:spAutoFit/>
          </a:bodyPr>
          <a:lstStyle/>
          <a:p>
            <a:r>
              <a:rPr lang="en-US"/>
              <a:t>Với </a:t>
            </a:r>
            <a:r>
              <a:rPr lang="en-US" i="1"/>
              <a:t>d</a:t>
            </a:r>
            <a:r>
              <a:rPr lang="en-US"/>
              <a:t> là bề dày của lớp màng mỏng.</a:t>
            </a:r>
          </a:p>
        </p:txBody>
      </p:sp>
      <p:sp>
        <p:nvSpPr>
          <p:cNvPr id="24" name="TextBox 23">
            <a:extLst>
              <a:ext uri="{FF2B5EF4-FFF2-40B4-BE49-F238E27FC236}">
                <a16:creationId xmlns:a16="http://schemas.microsoft.com/office/drawing/2014/main" id="{9668A925-034D-E706-12AC-7326E9D6F47C}"/>
              </a:ext>
            </a:extLst>
          </p:cNvPr>
          <p:cNvSpPr txBox="1"/>
          <p:nvPr/>
        </p:nvSpPr>
        <p:spPr>
          <a:xfrm>
            <a:off x="311699" y="3757964"/>
            <a:ext cx="4237253" cy="369332"/>
          </a:xfrm>
          <a:prstGeom prst="rect">
            <a:avLst/>
          </a:prstGeom>
          <a:noFill/>
        </p:spPr>
        <p:txBody>
          <a:bodyPr wrap="square">
            <a:spAutoFit/>
          </a:bodyPr>
          <a:lstStyle/>
          <a:p>
            <a:r>
              <a:rPr lang="en-US"/>
              <a:t>Vậy hiệu quang lộ của hai tia gửi đến M là:</a:t>
            </a:r>
          </a:p>
        </p:txBody>
      </p:sp>
      <p:graphicFrame>
        <p:nvGraphicFramePr>
          <p:cNvPr id="25" name="Object 24">
            <a:extLst>
              <a:ext uri="{FF2B5EF4-FFF2-40B4-BE49-F238E27FC236}">
                <a16:creationId xmlns:a16="http://schemas.microsoft.com/office/drawing/2014/main" id="{D62DDA02-5022-B698-D0F7-EE3B9AC0B4F4}"/>
              </a:ext>
            </a:extLst>
          </p:cNvPr>
          <p:cNvGraphicFramePr>
            <a:graphicFrameLocks noChangeAspect="1"/>
          </p:cNvGraphicFramePr>
          <p:nvPr>
            <p:extLst>
              <p:ext uri="{D42A27DB-BD31-4B8C-83A1-F6EECF244321}">
                <p14:modId xmlns:p14="http://schemas.microsoft.com/office/powerpoint/2010/main" val="3506952593"/>
              </p:ext>
            </p:extLst>
          </p:nvPr>
        </p:nvGraphicFramePr>
        <p:xfrm>
          <a:off x="4401473" y="3790195"/>
          <a:ext cx="1452563" cy="368300"/>
        </p:xfrm>
        <a:graphic>
          <a:graphicData uri="http://schemas.openxmlformats.org/presentationml/2006/ole">
            <mc:AlternateContent xmlns:mc="http://schemas.openxmlformats.org/markup-compatibility/2006">
              <mc:Choice xmlns:v="urn:schemas-microsoft-com:vml" Requires="v">
                <p:oleObj name="Equation" r:id="rId8" imgW="901440" imgH="228600" progId="Equation.DSMT4">
                  <p:embed/>
                </p:oleObj>
              </mc:Choice>
              <mc:Fallback>
                <p:oleObj name="Equation" r:id="rId8" imgW="901440" imgH="228600" progId="Equation.DSMT4">
                  <p:embed/>
                  <p:pic>
                    <p:nvPicPr>
                      <p:cNvPr id="25" name="Object 24">
                        <a:extLst>
                          <a:ext uri="{FF2B5EF4-FFF2-40B4-BE49-F238E27FC236}">
                            <a16:creationId xmlns:a16="http://schemas.microsoft.com/office/drawing/2014/main" id="{D62DDA02-5022-B698-D0F7-EE3B9AC0B4F4}"/>
                          </a:ext>
                        </a:extLst>
                      </p:cNvPr>
                      <p:cNvPicPr/>
                      <p:nvPr/>
                    </p:nvPicPr>
                    <p:blipFill>
                      <a:blip r:embed="rId9"/>
                      <a:stretch>
                        <a:fillRect/>
                      </a:stretch>
                    </p:blipFill>
                    <p:spPr>
                      <a:xfrm>
                        <a:off x="4401473" y="3790195"/>
                        <a:ext cx="1452563" cy="368300"/>
                      </a:xfrm>
                      <a:prstGeom prst="rect">
                        <a:avLst/>
                      </a:prstGeom>
                    </p:spPr>
                  </p:pic>
                </p:oleObj>
              </mc:Fallback>
            </mc:AlternateContent>
          </a:graphicData>
        </a:graphic>
      </p:graphicFrame>
      <p:sp>
        <p:nvSpPr>
          <p:cNvPr id="39" name="TextBox 38">
            <a:extLst>
              <a:ext uri="{FF2B5EF4-FFF2-40B4-BE49-F238E27FC236}">
                <a16:creationId xmlns:a16="http://schemas.microsoft.com/office/drawing/2014/main" id="{0E1DCE18-98D1-F6EC-CCBF-18A653126C82}"/>
              </a:ext>
            </a:extLst>
          </p:cNvPr>
          <p:cNvSpPr txBox="1"/>
          <p:nvPr/>
        </p:nvSpPr>
        <p:spPr>
          <a:xfrm>
            <a:off x="243840" y="4237174"/>
            <a:ext cx="7692257" cy="369332"/>
          </a:xfrm>
          <a:prstGeom prst="rect">
            <a:avLst/>
          </a:prstGeom>
          <a:noFill/>
        </p:spPr>
        <p:txBody>
          <a:bodyPr wrap="square">
            <a:spAutoFit/>
          </a:bodyPr>
          <a:lstStyle/>
          <a:p>
            <a:r>
              <a:rPr lang="en-US"/>
              <a:t>+ </a:t>
            </a:r>
            <a:r>
              <a:rPr lang="en-US">
                <a:sym typeface="Symbol" panose="05050102010706020507" pitchFamily="18" charset="2"/>
              </a:rPr>
              <a:t>Để giảm thiểu mất mát do phản chiếu thì tại M phải cho vân tối:</a:t>
            </a:r>
            <a:endParaRPr lang="en-US"/>
          </a:p>
        </p:txBody>
      </p:sp>
      <p:graphicFrame>
        <p:nvGraphicFramePr>
          <p:cNvPr id="40" name="Object 39">
            <a:extLst>
              <a:ext uri="{FF2B5EF4-FFF2-40B4-BE49-F238E27FC236}">
                <a16:creationId xmlns:a16="http://schemas.microsoft.com/office/drawing/2014/main" id="{C47215BA-CEB0-9DCE-D387-F7DFDF5FEC47}"/>
              </a:ext>
            </a:extLst>
          </p:cNvPr>
          <p:cNvGraphicFramePr>
            <a:graphicFrameLocks noChangeAspect="1"/>
          </p:cNvGraphicFramePr>
          <p:nvPr>
            <p:extLst>
              <p:ext uri="{D42A27DB-BD31-4B8C-83A1-F6EECF244321}">
                <p14:modId xmlns:p14="http://schemas.microsoft.com/office/powerpoint/2010/main" val="1882548531"/>
              </p:ext>
            </p:extLst>
          </p:nvPr>
        </p:nvGraphicFramePr>
        <p:xfrm>
          <a:off x="4207986" y="4478332"/>
          <a:ext cx="2658952" cy="634059"/>
        </p:xfrm>
        <a:graphic>
          <a:graphicData uri="http://schemas.openxmlformats.org/presentationml/2006/ole">
            <mc:AlternateContent xmlns:mc="http://schemas.openxmlformats.org/markup-compatibility/2006">
              <mc:Choice xmlns:v="urn:schemas-microsoft-com:vml" Requires="v">
                <p:oleObj name="Equation" r:id="rId10" imgW="1650960" imgH="393480" progId="Equation.DSMT4">
                  <p:embed/>
                </p:oleObj>
              </mc:Choice>
              <mc:Fallback>
                <p:oleObj name="Equation" r:id="rId10" imgW="1650960" imgH="393480" progId="Equation.DSMT4">
                  <p:embed/>
                  <p:pic>
                    <p:nvPicPr>
                      <p:cNvPr id="40" name="Object 39">
                        <a:extLst>
                          <a:ext uri="{FF2B5EF4-FFF2-40B4-BE49-F238E27FC236}">
                            <a16:creationId xmlns:a16="http://schemas.microsoft.com/office/drawing/2014/main" id="{C47215BA-CEB0-9DCE-D387-F7DFDF5FEC47}"/>
                          </a:ext>
                        </a:extLst>
                      </p:cNvPr>
                      <p:cNvPicPr/>
                      <p:nvPr/>
                    </p:nvPicPr>
                    <p:blipFill>
                      <a:blip r:embed="rId11"/>
                      <a:stretch>
                        <a:fillRect/>
                      </a:stretch>
                    </p:blipFill>
                    <p:spPr>
                      <a:xfrm>
                        <a:off x="4207986" y="4478332"/>
                        <a:ext cx="2658952" cy="634059"/>
                      </a:xfrm>
                      <a:prstGeom prst="rect">
                        <a:avLst/>
                      </a:prstGeom>
                    </p:spPr>
                  </p:pic>
                </p:oleObj>
              </mc:Fallback>
            </mc:AlternateContent>
          </a:graphicData>
        </a:graphic>
      </p:graphicFrame>
      <p:sp>
        <p:nvSpPr>
          <p:cNvPr id="41" name="TextBox 40">
            <a:extLst>
              <a:ext uri="{FF2B5EF4-FFF2-40B4-BE49-F238E27FC236}">
                <a16:creationId xmlns:a16="http://schemas.microsoft.com/office/drawing/2014/main" id="{78C01D72-E15C-C108-E0D4-4BCE7C8A8E9C}"/>
              </a:ext>
            </a:extLst>
          </p:cNvPr>
          <p:cNvSpPr txBox="1"/>
          <p:nvPr/>
        </p:nvSpPr>
        <p:spPr>
          <a:xfrm>
            <a:off x="331059" y="5137636"/>
            <a:ext cx="5522977" cy="369332"/>
          </a:xfrm>
          <a:prstGeom prst="rect">
            <a:avLst/>
          </a:prstGeom>
          <a:noFill/>
        </p:spPr>
        <p:txBody>
          <a:bodyPr wrap="square">
            <a:spAutoFit/>
          </a:bodyPr>
          <a:lstStyle/>
          <a:p>
            <a:r>
              <a:rPr lang="en-US"/>
              <a:t>Vậy bề dày của lớp màng mỏng phải thỏa mãn:</a:t>
            </a:r>
          </a:p>
        </p:txBody>
      </p:sp>
      <p:graphicFrame>
        <p:nvGraphicFramePr>
          <p:cNvPr id="42" name="Object 41">
            <a:extLst>
              <a:ext uri="{FF2B5EF4-FFF2-40B4-BE49-F238E27FC236}">
                <a16:creationId xmlns:a16="http://schemas.microsoft.com/office/drawing/2014/main" id="{1AF81A80-D6F3-F42D-514C-976E13DC2FD6}"/>
              </a:ext>
            </a:extLst>
          </p:cNvPr>
          <p:cNvGraphicFramePr>
            <a:graphicFrameLocks noChangeAspect="1"/>
          </p:cNvGraphicFramePr>
          <p:nvPr>
            <p:extLst>
              <p:ext uri="{D42A27DB-BD31-4B8C-83A1-F6EECF244321}">
                <p14:modId xmlns:p14="http://schemas.microsoft.com/office/powerpoint/2010/main" val="3703546265"/>
              </p:ext>
            </p:extLst>
          </p:nvPr>
        </p:nvGraphicFramePr>
        <p:xfrm>
          <a:off x="4863333" y="5002726"/>
          <a:ext cx="1595372" cy="634059"/>
        </p:xfrm>
        <a:graphic>
          <a:graphicData uri="http://schemas.openxmlformats.org/presentationml/2006/ole">
            <mc:AlternateContent xmlns:mc="http://schemas.openxmlformats.org/markup-compatibility/2006">
              <mc:Choice xmlns:v="urn:schemas-microsoft-com:vml" Requires="v">
                <p:oleObj name="Equation" r:id="rId12" imgW="990360" imgH="393480" progId="Equation.DSMT4">
                  <p:embed/>
                </p:oleObj>
              </mc:Choice>
              <mc:Fallback>
                <p:oleObj name="Equation" r:id="rId12" imgW="990360" imgH="393480" progId="Equation.DSMT4">
                  <p:embed/>
                  <p:pic>
                    <p:nvPicPr>
                      <p:cNvPr id="42" name="Object 41">
                        <a:extLst>
                          <a:ext uri="{FF2B5EF4-FFF2-40B4-BE49-F238E27FC236}">
                            <a16:creationId xmlns:a16="http://schemas.microsoft.com/office/drawing/2014/main" id="{1AF81A80-D6F3-F42D-514C-976E13DC2FD6}"/>
                          </a:ext>
                        </a:extLst>
                      </p:cNvPr>
                      <p:cNvPicPr/>
                      <p:nvPr/>
                    </p:nvPicPr>
                    <p:blipFill>
                      <a:blip r:embed="rId13"/>
                      <a:stretch>
                        <a:fillRect/>
                      </a:stretch>
                    </p:blipFill>
                    <p:spPr>
                      <a:xfrm>
                        <a:off x="4863333" y="5002726"/>
                        <a:ext cx="1595372" cy="634059"/>
                      </a:xfrm>
                      <a:prstGeom prst="rect">
                        <a:avLst/>
                      </a:prstGeom>
                    </p:spPr>
                  </p:pic>
                </p:oleObj>
              </mc:Fallback>
            </mc:AlternateContent>
          </a:graphicData>
        </a:graphic>
      </p:graphicFrame>
      <p:sp>
        <p:nvSpPr>
          <p:cNvPr id="43" name="TextBox 42">
            <a:extLst>
              <a:ext uri="{FF2B5EF4-FFF2-40B4-BE49-F238E27FC236}">
                <a16:creationId xmlns:a16="http://schemas.microsoft.com/office/drawing/2014/main" id="{7544D3D4-08AF-5F7F-F6DC-C20F26AE25BF}"/>
              </a:ext>
            </a:extLst>
          </p:cNvPr>
          <p:cNvSpPr txBox="1"/>
          <p:nvPr/>
        </p:nvSpPr>
        <p:spPr>
          <a:xfrm>
            <a:off x="6635827" y="5149975"/>
            <a:ext cx="1767250" cy="369332"/>
          </a:xfrm>
          <a:prstGeom prst="rect">
            <a:avLst/>
          </a:prstGeom>
          <a:noFill/>
        </p:spPr>
        <p:txBody>
          <a:bodyPr wrap="square">
            <a:spAutoFit/>
          </a:bodyPr>
          <a:lstStyle/>
          <a:p>
            <a:r>
              <a:rPr lang="en-US"/>
              <a:t>k = 0; 1; 2; 3; …</a:t>
            </a:r>
          </a:p>
        </p:txBody>
      </p:sp>
      <p:sp>
        <p:nvSpPr>
          <p:cNvPr id="44" name="TextBox 43">
            <a:extLst>
              <a:ext uri="{FF2B5EF4-FFF2-40B4-BE49-F238E27FC236}">
                <a16:creationId xmlns:a16="http://schemas.microsoft.com/office/drawing/2014/main" id="{C4D02D11-4DF7-2F3F-A39E-7898F8005157}"/>
              </a:ext>
            </a:extLst>
          </p:cNvPr>
          <p:cNvSpPr txBox="1"/>
          <p:nvPr/>
        </p:nvSpPr>
        <p:spPr>
          <a:xfrm>
            <a:off x="219454" y="5868211"/>
            <a:ext cx="5522977" cy="369332"/>
          </a:xfrm>
          <a:prstGeom prst="rect">
            <a:avLst/>
          </a:prstGeom>
          <a:noFill/>
        </p:spPr>
        <p:txBody>
          <a:bodyPr wrap="square">
            <a:spAutoFit/>
          </a:bodyPr>
          <a:lstStyle/>
          <a:p>
            <a:r>
              <a:rPr lang="en-US"/>
              <a:t>+ Bề dày của lớp màng mỏng tối thiểu khi k = 0, vậy: </a:t>
            </a:r>
          </a:p>
        </p:txBody>
      </p:sp>
      <p:graphicFrame>
        <p:nvGraphicFramePr>
          <p:cNvPr id="45" name="Object 44">
            <a:extLst>
              <a:ext uri="{FF2B5EF4-FFF2-40B4-BE49-F238E27FC236}">
                <a16:creationId xmlns:a16="http://schemas.microsoft.com/office/drawing/2014/main" id="{3A0FD9E3-15C0-CA5F-17C3-F379E33B1270}"/>
              </a:ext>
            </a:extLst>
          </p:cNvPr>
          <p:cNvGraphicFramePr>
            <a:graphicFrameLocks noChangeAspect="1"/>
          </p:cNvGraphicFramePr>
          <p:nvPr>
            <p:extLst>
              <p:ext uri="{D42A27DB-BD31-4B8C-83A1-F6EECF244321}">
                <p14:modId xmlns:p14="http://schemas.microsoft.com/office/powerpoint/2010/main" val="2988367328"/>
              </p:ext>
            </p:extLst>
          </p:nvPr>
        </p:nvGraphicFramePr>
        <p:xfrm>
          <a:off x="5149789" y="5674369"/>
          <a:ext cx="5333048" cy="787559"/>
        </p:xfrm>
        <a:graphic>
          <a:graphicData uri="http://schemas.openxmlformats.org/presentationml/2006/ole">
            <mc:AlternateContent xmlns:mc="http://schemas.openxmlformats.org/markup-compatibility/2006">
              <mc:Choice xmlns:v="urn:schemas-microsoft-com:vml" Requires="v">
                <p:oleObj name="Equation" r:id="rId14" imgW="3009600" imgH="444240" progId="Equation.DSMT4">
                  <p:embed/>
                </p:oleObj>
              </mc:Choice>
              <mc:Fallback>
                <p:oleObj name="Equation" r:id="rId14" imgW="3009600" imgH="444240" progId="Equation.DSMT4">
                  <p:embed/>
                  <p:pic>
                    <p:nvPicPr>
                      <p:cNvPr id="45" name="Object 44">
                        <a:extLst>
                          <a:ext uri="{FF2B5EF4-FFF2-40B4-BE49-F238E27FC236}">
                            <a16:creationId xmlns:a16="http://schemas.microsoft.com/office/drawing/2014/main" id="{3A0FD9E3-15C0-CA5F-17C3-F379E33B1270}"/>
                          </a:ext>
                        </a:extLst>
                      </p:cNvPr>
                      <p:cNvPicPr/>
                      <p:nvPr/>
                    </p:nvPicPr>
                    <p:blipFill>
                      <a:blip r:embed="rId15"/>
                      <a:stretch>
                        <a:fillRect/>
                      </a:stretch>
                    </p:blipFill>
                    <p:spPr>
                      <a:xfrm>
                        <a:off x="5149789" y="5674369"/>
                        <a:ext cx="5333048" cy="787559"/>
                      </a:xfrm>
                      <a:prstGeom prst="rect">
                        <a:avLst/>
                      </a:prstGeom>
                    </p:spPr>
                  </p:pic>
                </p:oleObj>
              </mc:Fallback>
            </mc:AlternateContent>
          </a:graphicData>
        </a:graphic>
      </p:graphicFrame>
    </p:spTree>
    <p:extLst>
      <p:ext uri="{BB962C8B-B14F-4D97-AF65-F5344CB8AC3E}">
        <p14:creationId xmlns:p14="http://schemas.microsoft.com/office/powerpoint/2010/main" val="228213369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1000"/>
                                        <p:tgtEl>
                                          <p:spTgt spid="3"/>
                                        </p:tgtEl>
                                      </p:cBhvr>
                                    </p:animEffect>
                                    <p:anim calcmode="lin" valueType="num">
                                      <p:cBhvr>
                                        <p:cTn id="8" dur="1000" fill="hold"/>
                                        <p:tgtEl>
                                          <p:spTgt spid="3"/>
                                        </p:tgtEl>
                                        <p:attrNameLst>
                                          <p:attrName>ppt_x</p:attrName>
                                        </p:attrNameLst>
                                      </p:cBhvr>
                                      <p:tavLst>
                                        <p:tav tm="0">
                                          <p:val>
                                            <p:strVal val="#ppt_x"/>
                                          </p:val>
                                        </p:tav>
                                        <p:tav tm="100000">
                                          <p:val>
                                            <p:strVal val="#ppt_x"/>
                                          </p:val>
                                        </p:tav>
                                      </p:tavLst>
                                    </p:anim>
                                    <p:anim calcmode="lin" valueType="num">
                                      <p:cBhvr>
                                        <p:cTn id="9" dur="1000" fill="hold"/>
                                        <p:tgtEl>
                                          <p:spTgt spid="3"/>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4"/>
                                        </p:tgtEl>
                                        <p:attrNameLst>
                                          <p:attrName>style.visibility</p:attrName>
                                        </p:attrNameLst>
                                      </p:cBhvr>
                                      <p:to>
                                        <p:strVal val="visible"/>
                                      </p:to>
                                    </p:set>
                                    <p:animEffect transition="in" filter="fade">
                                      <p:cBhvr>
                                        <p:cTn id="14" dur="1000"/>
                                        <p:tgtEl>
                                          <p:spTgt spid="4"/>
                                        </p:tgtEl>
                                      </p:cBhvr>
                                    </p:animEffect>
                                    <p:anim calcmode="lin" valueType="num">
                                      <p:cBhvr>
                                        <p:cTn id="15" dur="1000" fill="hold"/>
                                        <p:tgtEl>
                                          <p:spTgt spid="4"/>
                                        </p:tgtEl>
                                        <p:attrNameLst>
                                          <p:attrName>ppt_x</p:attrName>
                                        </p:attrNameLst>
                                      </p:cBhvr>
                                      <p:tavLst>
                                        <p:tav tm="0">
                                          <p:val>
                                            <p:strVal val="#ppt_x"/>
                                          </p:val>
                                        </p:tav>
                                        <p:tav tm="100000">
                                          <p:val>
                                            <p:strVal val="#ppt_x"/>
                                          </p:val>
                                        </p:tav>
                                      </p:tavLst>
                                    </p:anim>
                                    <p:anim calcmode="lin" valueType="num">
                                      <p:cBhvr>
                                        <p:cTn id="16" dur="1000" fill="hold"/>
                                        <p:tgtEl>
                                          <p:spTgt spid="4"/>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6" presetClass="entr" presetSubtype="16" fill="hold" nodeType="clickEffect">
                                  <p:stCondLst>
                                    <p:cond delay="0"/>
                                  </p:stCondLst>
                                  <p:childTnLst>
                                    <p:set>
                                      <p:cBhvr>
                                        <p:cTn id="20" dur="1" fill="hold">
                                          <p:stCondLst>
                                            <p:cond delay="0"/>
                                          </p:stCondLst>
                                        </p:cTn>
                                        <p:tgtEl>
                                          <p:spTgt spid="7"/>
                                        </p:tgtEl>
                                        <p:attrNameLst>
                                          <p:attrName>style.visibility</p:attrName>
                                        </p:attrNameLst>
                                      </p:cBhvr>
                                      <p:to>
                                        <p:strVal val="visible"/>
                                      </p:to>
                                    </p:set>
                                    <p:animEffect transition="in" filter="circle(in)">
                                      <p:cBhvr>
                                        <p:cTn id="21" dur="2000"/>
                                        <p:tgtEl>
                                          <p:spTgt spid="7"/>
                                        </p:tgtEl>
                                      </p:cBhvr>
                                    </p:animEffect>
                                  </p:childTnLst>
                                </p:cTn>
                              </p:par>
                            </p:childTnLst>
                          </p:cTn>
                        </p:par>
                      </p:childTnLst>
                    </p:cTn>
                  </p:par>
                  <p:par>
                    <p:cTn id="22" fill="hold">
                      <p:stCondLst>
                        <p:cond delay="indefinite"/>
                      </p:stCondLst>
                      <p:childTnLst>
                        <p:par>
                          <p:cTn id="23" fill="hold">
                            <p:stCondLst>
                              <p:cond delay="0"/>
                            </p:stCondLst>
                            <p:childTnLst>
                              <p:par>
                                <p:cTn id="24" presetID="6" presetClass="entr" presetSubtype="16" fill="hold" nodeType="clickEffect">
                                  <p:stCondLst>
                                    <p:cond delay="0"/>
                                  </p:stCondLst>
                                  <p:childTnLst>
                                    <p:set>
                                      <p:cBhvr>
                                        <p:cTn id="25" dur="1" fill="hold">
                                          <p:stCondLst>
                                            <p:cond delay="0"/>
                                          </p:stCondLst>
                                        </p:cTn>
                                        <p:tgtEl>
                                          <p:spTgt spid="10"/>
                                        </p:tgtEl>
                                        <p:attrNameLst>
                                          <p:attrName>style.visibility</p:attrName>
                                        </p:attrNameLst>
                                      </p:cBhvr>
                                      <p:to>
                                        <p:strVal val="visible"/>
                                      </p:to>
                                    </p:set>
                                    <p:animEffect transition="in" filter="circle(in)">
                                      <p:cBhvr>
                                        <p:cTn id="26" dur="2000"/>
                                        <p:tgtEl>
                                          <p:spTgt spid="10"/>
                                        </p:tgtEl>
                                      </p:cBhvr>
                                    </p:animEffect>
                                  </p:childTnLst>
                                </p:cTn>
                              </p:par>
                            </p:childTnLst>
                          </p:cTn>
                        </p:par>
                      </p:childTnLst>
                    </p:cTn>
                  </p:par>
                  <p:par>
                    <p:cTn id="27" fill="hold">
                      <p:stCondLst>
                        <p:cond delay="indefinite"/>
                      </p:stCondLst>
                      <p:childTnLst>
                        <p:par>
                          <p:cTn id="28" fill="hold">
                            <p:stCondLst>
                              <p:cond delay="0"/>
                            </p:stCondLst>
                            <p:childTnLst>
                              <p:par>
                                <p:cTn id="29" presetID="6" presetClass="entr" presetSubtype="16" fill="hold" grpId="0" nodeType="clickEffect">
                                  <p:stCondLst>
                                    <p:cond delay="0"/>
                                  </p:stCondLst>
                                  <p:childTnLst>
                                    <p:set>
                                      <p:cBhvr>
                                        <p:cTn id="30" dur="1" fill="hold">
                                          <p:stCondLst>
                                            <p:cond delay="0"/>
                                          </p:stCondLst>
                                        </p:cTn>
                                        <p:tgtEl>
                                          <p:spTgt spid="11"/>
                                        </p:tgtEl>
                                        <p:attrNameLst>
                                          <p:attrName>style.visibility</p:attrName>
                                        </p:attrNameLst>
                                      </p:cBhvr>
                                      <p:to>
                                        <p:strVal val="visible"/>
                                      </p:to>
                                    </p:set>
                                    <p:animEffect transition="in" filter="circle(in)">
                                      <p:cBhvr>
                                        <p:cTn id="31" dur="2000"/>
                                        <p:tgtEl>
                                          <p:spTgt spid="11"/>
                                        </p:tgtEl>
                                      </p:cBhvr>
                                    </p:animEffect>
                                  </p:childTnLst>
                                </p:cTn>
                              </p:par>
                            </p:childTnLst>
                          </p:cTn>
                        </p:par>
                      </p:childTnLst>
                    </p:cTn>
                  </p:par>
                  <p:par>
                    <p:cTn id="32" fill="hold">
                      <p:stCondLst>
                        <p:cond delay="indefinite"/>
                      </p:stCondLst>
                      <p:childTnLst>
                        <p:par>
                          <p:cTn id="33" fill="hold">
                            <p:stCondLst>
                              <p:cond delay="0"/>
                            </p:stCondLst>
                            <p:childTnLst>
                              <p:par>
                                <p:cTn id="34" presetID="6" presetClass="entr" presetSubtype="16" fill="hold" nodeType="clickEffect">
                                  <p:stCondLst>
                                    <p:cond delay="0"/>
                                  </p:stCondLst>
                                  <p:childTnLst>
                                    <p:set>
                                      <p:cBhvr>
                                        <p:cTn id="35" dur="1" fill="hold">
                                          <p:stCondLst>
                                            <p:cond delay="0"/>
                                          </p:stCondLst>
                                        </p:cTn>
                                        <p:tgtEl>
                                          <p:spTgt spid="12"/>
                                        </p:tgtEl>
                                        <p:attrNameLst>
                                          <p:attrName>style.visibility</p:attrName>
                                        </p:attrNameLst>
                                      </p:cBhvr>
                                      <p:to>
                                        <p:strVal val="visible"/>
                                      </p:to>
                                    </p:set>
                                    <p:animEffect transition="in" filter="circle(in)">
                                      <p:cBhvr>
                                        <p:cTn id="36" dur="2000"/>
                                        <p:tgtEl>
                                          <p:spTgt spid="12"/>
                                        </p:tgtEl>
                                      </p:cBhvr>
                                    </p:animEffect>
                                  </p:childTnLst>
                                </p:cTn>
                              </p:par>
                            </p:childTnLst>
                          </p:cTn>
                        </p:par>
                      </p:childTnLst>
                    </p:cTn>
                  </p:par>
                  <p:par>
                    <p:cTn id="37" fill="hold">
                      <p:stCondLst>
                        <p:cond delay="indefinite"/>
                      </p:stCondLst>
                      <p:childTnLst>
                        <p:par>
                          <p:cTn id="38" fill="hold">
                            <p:stCondLst>
                              <p:cond delay="0"/>
                            </p:stCondLst>
                            <p:childTnLst>
                              <p:par>
                                <p:cTn id="39" presetID="6" presetClass="entr" presetSubtype="16" fill="hold" grpId="0" nodeType="clickEffect">
                                  <p:stCondLst>
                                    <p:cond delay="0"/>
                                  </p:stCondLst>
                                  <p:childTnLst>
                                    <p:set>
                                      <p:cBhvr>
                                        <p:cTn id="40" dur="1" fill="hold">
                                          <p:stCondLst>
                                            <p:cond delay="0"/>
                                          </p:stCondLst>
                                        </p:cTn>
                                        <p:tgtEl>
                                          <p:spTgt spid="13"/>
                                        </p:tgtEl>
                                        <p:attrNameLst>
                                          <p:attrName>style.visibility</p:attrName>
                                        </p:attrNameLst>
                                      </p:cBhvr>
                                      <p:to>
                                        <p:strVal val="visible"/>
                                      </p:to>
                                    </p:set>
                                    <p:animEffect transition="in" filter="circle(in)">
                                      <p:cBhvr>
                                        <p:cTn id="41" dur="2000"/>
                                        <p:tgtEl>
                                          <p:spTgt spid="13"/>
                                        </p:tgtEl>
                                      </p:cBhvr>
                                    </p:animEffect>
                                  </p:childTnLst>
                                </p:cTn>
                              </p:par>
                            </p:childTnLst>
                          </p:cTn>
                        </p:par>
                      </p:childTnLst>
                    </p:cTn>
                  </p:par>
                  <p:par>
                    <p:cTn id="42" fill="hold">
                      <p:stCondLst>
                        <p:cond delay="indefinite"/>
                      </p:stCondLst>
                      <p:childTnLst>
                        <p:par>
                          <p:cTn id="43" fill="hold">
                            <p:stCondLst>
                              <p:cond delay="0"/>
                            </p:stCondLst>
                            <p:childTnLst>
                              <p:par>
                                <p:cTn id="44" presetID="42" presetClass="entr" presetSubtype="0" fill="hold" grpId="0" nodeType="clickEffect">
                                  <p:stCondLst>
                                    <p:cond delay="0"/>
                                  </p:stCondLst>
                                  <p:childTnLst>
                                    <p:set>
                                      <p:cBhvr>
                                        <p:cTn id="45" dur="1" fill="hold">
                                          <p:stCondLst>
                                            <p:cond delay="0"/>
                                          </p:stCondLst>
                                        </p:cTn>
                                        <p:tgtEl>
                                          <p:spTgt spid="15"/>
                                        </p:tgtEl>
                                        <p:attrNameLst>
                                          <p:attrName>style.visibility</p:attrName>
                                        </p:attrNameLst>
                                      </p:cBhvr>
                                      <p:to>
                                        <p:strVal val="visible"/>
                                      </p:to>
                                    </p:set>
                                    <p:animEffect transition="in" filter="fade">
                                      <p:cBhvr>
                                        <p:cTn id="46" dur="1000"/>
                                        <p:tgtEl>
                                          <p:spTgt spid="15"/>
                                        </p:tgtEl>
                                      </p:cBhvr>
                                    </p:animEffect>
                                    <p:anim calcmode="lin" valueType="num">
                                      <p:cBhvr>
                                        <p:cTn id="47" dur="1000" fill="hold"/>
                                        <p:tgtEl>
                                          <p:spTgt spid="15"/>
                                        </p:tgtEl>
                                        <p:attrNameLst>
                                          <p:attrName>ppt_x</p:attrName>
                                        </p:attrNameLst>
                                      </p:cBhvr>
                                      <p:tavLst>
                                        <p:tav tm="0">
                                          <p:val>
                                            <p:strVal val="#ppt_x"/>
                                          </p:val>
                                        </p:tav>
                                        <p:tav tm="100000">
                                          <p:val>
                                            <p:strVal val="#ppt_x"/>
                                          </p:val>
                                        </p:tav>
                                      </p:tavLst>
                                    </p:anim>
                                    <p:anim calcmode="lin" valueType="num">
                                      <p:cBhvr>
                                        <p:cTn id="48" dur="1000" fill="hold"/>
                                        <p:tgtEl>
                                          <p:spTgt spid="15"/>
                                        </p:tgtEl>
                                        <p:attrNameLst>
                                          <p:attrName>ppt_y</p:attrName>
                                        </p:attrNameLst>
                                      </p:cBhvr>
                                      <p:tavLst>
                                        <p:tav tm="0">
                                          <p:val>
                                            <p:strVal val="#ppt_y+.1"/>
                                          </p:val>
                                        </p:tav>
                                        <p:tav tm="100000">
                                          <p:val>
                                            <p:strVal val="#ppt_y"/>
                                          </p:val>
                                        </p:tav>
                                      </p:tavLst>
                                    </p:anim>
                                  </p:childTnLst>
                                </p:cTn>
                              </p:par>
                            </p:childTnLst>
                          </p:cTn>
                        </p:par>
                      </p:childTnLst>
                    </p:cTn>
                  </p:par>
                  <p:par>
                    <p:cTn id="49" fill="hold">
                      <p:stCondLst>
                        <p:cond delay="indefinite"/>
                      </p:stCondLst>
                      <p:childTnLst>
                        <p:par>
                          <p:cTn id="50" fill="hold">
                            <p:stCondLst>
                              <p:cond delay="0"/>
                            </p:stCondLst>
                            <p:childTnLst>
                              <p:par>
                                <p:cTn id="51" presetID="42" presetClass="entr" presetSubtype="0" fill="hold" grpId="0" nodeType="clickEffect">
                                  <p:stCondLst>
                                    <p:cond delay="0"/>
                                  </p:stCondLst>
                                  <p:childTnLst>
                                    <p:set>
                                      <p:cBhvr>
                                        <p:cTn id="52" dur="1" fill="hold">
                                          <p:stCondLst>
                                            <p:cond delay="0"/>
                                          </p:stCondLst>
                                        </p:cTn>
                                        <p:tgtEl>
                                          <p:spTgt spid="16"/>
                                        </p:tgtEl>
                                        <p:attrNameLst>
                                          <p:attrName>style.visibility</p:attrName>
                                        </p:attrNameLst>
                                      </p:cBhvr>
                                      <p:to>
                                        <p:strVal val="visible"/>
                                      </p:to>
                                    </p:set>
                                    <p:animEffect transition="in" filter="fade">
                                      <p:cBhvr>
                                        <p:cTn id="53" dur="1000"/>
                                        <p:tgtEl>
                                          <p:spTgt spid="16"/>
                                        </p:tgtEl>
                                      </p:cBhvr>
                                    </p:animEffect>
                                    <p:anim calcmode="lin" valueType="num">
                                      <p:cBhvr>
                                        <p:cTn id="54" dur="1000" fill="hold"/>
                                        <p:tgtEl>
                                          <p:spTgt spid="16"/>
                                        </p:tgtEl>
                                        <p:attrNameLst>
                                          <p:attrName>ppt_x</p:attrName>
                                        </p:attrNameLst>
                                      </p:cBhvr>
                                      <p:tavLst>
                                        <p:tav tm="0">
                                          <p:val>
                                            <p:strVal val="#ppt_x"/>
                                          </p:val>
                                        </p:tav>
                                        <p:tav tm="100000">
                                          <p:val>
                                            <p:strVal val="#ppt_x"/>
                                          </p:val>
                                        </p:tav>
                                      </p:tavLst>
                                    </p:anim>
                                    <p:anim calcmode="lin" valueType="num">
                                      <p:cBhvr>
                                        <p:cTn id="55" dur="1000" fill="hold"/>
                                        <p:tgtEl>
                                          <p:spTgt spid="16"/>
                                        </p:tgtEl>
                                        <p:attrNameLst>
                                          <p:attrName>ppt_y</p:attrName>
                                        </p:attrNameLst>
                                      </p:cBhvr>
                                      <p:tavLst>
                                        <p:tav tm="0">
                                          <p:val>
                                            <p:strVal val="#ppt_y+.1"/>
                                          </p:val>
                                        </p:tav>
                                        <p:tav tm="100000">
                                          <p:val>
                                            <p:strVal val="#ppt_y"/>
                                          </p:val>
                                        </p:tav>
                                      </p:tavLst>
                                    </p:anim>
                                  </p:childTnLst>
                                </p:cTn>
                              </p:par>
                            </p:childTnLst>
                          </p:cTn>
                        </p:par>
                      </p:childTnLst>
                    </p:cTn>
                  </p:par>
                  <p:par>
                    <p:cTn id="56" fill="hold">
                      <p:stCondLst>
                        <p:cond delay="indefinite"/>
                      </p:stCondLst>
                      <p:childTnLst>
                        <p:par>
                          <p:cTn id="57" fill="hold">
                            <p:stCondLst>
                              <p:cond delay="0"/>
                            </p:stCondLst>
                            <p:childTnLst>
                              <p:par>
                                <p:cTn id="58" presetID="42" presetClass="entr" presetSubtype="0" fill="hold" nodeType="clickEffect">
                                  <p:stCondLst>
                                    <p:cond delay="0"/>
                                  </p:stCondLst>
                                  <p:childTnLst>
                                    <p:set>
                                      <p:cBhvr>
                                        <p:cTn id="59" dur="1" fill="hold">
                                          <p:stCondLst>
                                            <p:cond delay="0"/>
                                          </p:stCondLst>
                                        </p:cTn>
                                        <p:tgtEl>
                                          <p:spTgt spid="17"/>
                                        </p:tgtEl>
                                        <p:attrNameLst>
                                          <p:attrName>style.visibility</p:attrName>
                                        </p:attrNameLst>
                                      </p:cBhvr>
                                      <p:to>
                                        <p:strVal val="visible"/>
                                      </p:to>
                                    </p:set>
                                    <p:animEffect transition="in" filter="fade">
                                      <p:cBhvr>
                                        <p:cTn id="60" dur="1000"/>
                                        <p:tgtEl>
                                          <p:spTgt spid="17"/>
                                        </p:tgtEl>
                                      </p:cBhvr>
                                    </p:animEffect>
                                    <p:anim calcmode="lin" valueType="num">
                                      <p:cBhvr>
                                        <p:cTn id="61" dur="1000" fill="hold"/>
                                        <p:tgtEl>
                                          <p:spTgt spid="17"/>
                                        </p:tgtEl>
                                        <p:attrNameLst>
                                          <p:attrName>ppt_x</p:attrName>
                                        </p:attrNameLst>
                                      </p:cBhvr>
                                      <p:tavLst>
                                        <p:tav tm="0">
                                          <p:val>
                                            <p:strVal val="#ppt_x"/>
                                          </p:val>
                                        </p:tav>
                                        <p:tav tm="100000">
                                          <p:val>
                                            <p:strVal val="#ppt_x"/>
                                          </p:val>
                                        </p:tav>
                                      </p:tavLst>
                                    </p:anim>
                                    <p:anim calcmode="lin" valueType="num">
                                      <p:cBhvr>
                                        <p:cTn id="62" dur="1000" fill="hold"/>
                                        <p:tgtEl>
                                          <p:spTgt spid="17"/>
                                        </p:tgtEl>
                                        <p:attrNameLst>
                                          <p:attrName>ppt_y</p:attrName>
                                        </p:attrNameLst>
                                      </p:cBhvr>
                                      <p:tavLst>
                                        <p:tav tm="0">
                                          <p:val>
                                            <p:strVal val="#ppt_y+.1"/>
                                          </p:val>
                                        </p:tav>
                                        <p:tav tm="100000">
                                          <p:val>
                                            <p:strVal val="#ppt_y"/>
                                          </p:val>
                                        </p:tav>
                                      </p:tavLst>
                                    </p:anim>
                                  </p:childTnLst>
                                </p:cTn>
                              </p:par>
                            </p:childTnLst>
                          </p:cTn>
                        </p:par>
                      </p:childTnLst>
                    </p:cTn>
                  </p:par>
                  <p:par>
                    <p:cTn id="63" fill="hold">
                      <p:stCondLst>
                        <p:cond delay="indefinite"/>
                      </p:stCondLst>
                      <p:childTnLst>
                        <p:par>
                          <p:cTn id="64" fill="hold">
                            <p:stCondLst>
                              <p:cond delay="0"/>
                            </p:stCondLst>
                            <p:childTnLst>
                              <p:par>
                                <p:cTn id="65" presetID="42" presetClass="entr" presetSubtype="0" fill="hold" grpId="0" nodeType="clickEffect">
                                  <p:stCondLst>
                                    <p:cond delay="0"/>
                                  </p:stCondLst>
                                  <p:childTnLst>
                                    <p:set>
                                      <p:cBhvr>
                                        <p:cTn id="66" dur="1" fill="hold">
                                          <p:stCondLst>
                                            <p:cond delay="0"/>
                                          </p:stCondLst>
                                        </p:cTn>
                                        <p:tgtEl>
                                          <p:spTgt spid="19"/>
                                        </p:tgtEl>
                                        <p:attrNameLst>
                                          <p:attrName>style.visibility</p:attrName>
                                        </p:attrNameLst>
                                      </p:cBhvr>
                                      <p:to>
                                        <p:strVal val="visible"/>
                                      </p:to>
                                    </p:set>
                                    <p:animEffect transition="in" filter="fade">
                                      <p:cBhvr>
                                        <p:cTn id="67" dur="1000"/>
                                        <p:tgtEl>
                                          <p:spTgt spid="19"/>
                                        </p:tgtEl>
                                      </p:cBhvr>
                                    </p:animEffect>
                                    <p:anim calcmode="lin" valueType="num">
                                      <p:cBhvr>
                                        <p:cTn id="68" dur="1000" fill="hold"/>
                                        <p:tgtEl>
                                          <p:spTgt spid="19"/>
                                        </p:tgtEl>
                                        <p:attrNameLst>
                                          <p:attrName>ppt_x</p:attrName>
                                        </p:attrNameLst>
                                      </p:cBhvr>
                                      <p:tavLst>
                                        <p:tav tm="0">
                                          <p:val>
                                            <p:strVal val="#ppt_x"/>
                                          </p:val>
                                        </p:tav>
                                        <p:tav tm="100000">
                                          <p:val>
                                            <p:strVal val="#ppt_x"/>
                                          </p:val>
                                        </p:tav>
                                      </p:tavLst>
                                    </p:anim>
                                    <p:anim calcmode="lin" valueType="num">
                                      <p:cBhvr>
                                        <p:cTn id="69" dur="1000" fill="hold"/>
                                        <p:tgtEl>
                                          <p:spTgt spid="19"/>
                                        </p:tgtEl>
                                        <p:attrNameLst>
                                          <p:attrName>ppt_y</p:attrName>
                                        </p:attrNameLst>
                                      </p:cBhvr>
                                      <p:tavLst>
                                        <p:tav tm="0">
                                          <p:val>
                                            <p:strVal val="#ppt_y+.1"/>
                                          </p:val>
                                        </p:tav>
                                        <p:tav tm="100000">
                                          <p:val>
                                            <p:strVal val="#ppt_y"/>
                                          </p:val>
                                        </p:tav>
                                      </p:tavLst>
                                    </p:anim>
                                  </p:childTnLst>
                                </p:cTn>
                              </p:par>
                            </p:childTnLst>
                          </p:cTn>
                        </p:par>
                      </p:childTnLst>
                    </p:cTn>
                  </p:par>
                  <p:par>
                    <p:cTn id="70" fill="hold">
                      <p:stCondLst>
                        <p:cond delay="indefinite"/>
                      </p:stCondLst>
                      <p:childTnLst>
                        <p:par>
                          <p:cTn id="71" fill="hold">
                            <p:stCondLst>
                              <p:cond delay="0"/>
                            </p:stCondLst>
                            <p:childTnLst>
                              <p:par>
                                <p:cTn id="72" presetID="42" presetClass="entr" presetSubtype="0" fill="hold" nodeType="clickEffect">
                                  <p:stCondLst>
                                    <p:cond delay="0"/>
                                  </p:stCondLst>
                                  <p:childTnLst>
                                    <p:set>
                                      <p:cBhvr>
                                        <p:cTn id="73" dur="1" fill="hold">
                                          <p:stCondLst>
                                            <p:cond delay="0"/>
                                          </p:stCondLst>
                                        </p:cTn>
                                        <p:tgtEl>
                                          <p:spTgt spid="20"/>
                                        </p:tgtEl>
                                        <p:attrNameLst>
                                          <p:attrName>style.visibility</p:attrName>
                                        </p:attrNameLst>
                                      </p:cBhvr>
                                      <p:to>
                                        <p:strVal val="visible"/>
                                      </p:to>
                                    </p:set>
                                    <p:animEffect transition="in" filter="fade">
                                      <p:cBhvr>
                                        <p:cTn id="74" dur="1000"/>
                                        <p:tgtEl>
                                          <p:spTgt spid="20"/>
                                        </p:tgtEl>
                                      </p:cBhvr>
                                    </p:animEffect>
                                    <p:anim calcmode="lin" valueType="num">
                                      <p:cBhvr>
                                        <p:cTn id="75" dur="1000" fill="hold"/>
                                        <p:tgtEl>
                                          <p:spTgt spid="20"/>
                                        </p:tgtEl>
                                        <p:attrNameLst>
                                          <p:attrName>ppt_x</p:attrName>
                                        </p:attrNameLst>
                                      </p:cBhvr>
                                      <p:tavLst>
                                        <p:tav tm="0">
                                          <p:val>
                                            <p:strVal val="#ppt_x"/>
                                          </p:val>
                                        </p:tav>
                                        <p:tav tm="100000">
                                          <p:val>
                                            <p:strVal val="#ppt_x"/>
                                          </p:val>
                                        </p:tav>
                                      </p:tavLst>
                                    </p:anim>
                                    <p:anim calcmode="lin" valueType="num">
                                      <p:cBhvr>
                                        <p:cTn id="76" dur="1000" fill="hold"/>
                                        <p:tgtEl>
                                          <p:spTgt spid="20"/>
                                        </p:tgtEl>
                                        <p:attrNameLst>
                                          <p:attrName>ppt_y</p:attrName>
                                        </p:attrNameLst>
                                      </p:cBhvr>
                                      <p:tavLst>
                                        <p:tav tm="0">
                                          <p:val>
                                            <p:strVal val="#ppt_y+.1"/>
                                          </p:val>
                                        </p:tav>
                                        <p:tav tm="100000">
                                          <p:val>
                                            <p:strVal val="#ppt_y"/>
                                          </p:val>
                                        </p:tav>
                                      </p:tavLst>
                                    </p:anim>
                                  </p:childTnLst>
                                </p:cTn>
                              </p:par>
                            </p:childTnLst>
                          </p:cTn>
                        </p:par>
                      </p:childTnLst>
                    </p:cTn>
                  </p:par>
                  <p:par>
                    <p:cTn id="77" fill="hold">
                      <p:stCondLst>
                        <p:cond delay="indefinite"/>
                      </p:stCondLst>
                      <p:childTnLst>
                        <p:par>
                          <p:cTn id="78" fill="hold">
                            <p:stCondLst>
                              <p:cond delay="0"/>
                            </p:stCondLst>
                            <p:childTnLst>
                              <p:par>
                                <p:cTn id="79" presetID="6" presetClass="entr" presetSubtype="16" fill="hold" nodeType="clickEffect">
                                  <p:stCondLst>
                                    <p:cond delay="0"/>
                                  </p:stCondLst>
                                  <p:childTnLst>
                                    <p:set>
                                      <p:cBhvr>
                                        <p:cTn id="80" dur="1" fill="hold">
                                          <p:stCondLst>
                                            <p:cond delay="0"/>
                                          </p:stCondLst>
                                        </p:cTn>
                                        <p:tgtEl>
                                          <p:spTgt spid="21"/>
                                        </p:tgtEl>
                                        <p:attrNameLst>
                                          <p:attrName>style.visibility</p:attrName>
                                        </p:attrNameLst>
                                      </p:cBhvr>
                                      <p:to>
                                        <p:strVal val="visible"/>
                                      </p:to>
                                    </p:set>
                                    <p:animEffect transition="in" filter="circle(in)">
                                      <p:cBhvr>
                                        <p:cTn id="81" dur="2000"/>
                                        <p:tgtEl>
                                          <p:spTgt spid="21"/>
                                        </p:tgtEl>
                                      </p:cBhvr>
                                    </p:animEffect>
                                  </p:childTnLst>
                                </p:cTn>
                              </p:par>
                            </p:childTnLst>
                          </p:cTn>
                        </p:par>
                      </p:childTnLst>
                    </p:cTn>
                  </p:par>
                  <p:par>
                    <p:cTn id="82" fill="hold">
                      <p:stCondLst>
                        <p:cond delay="indefinite"/>
                      </p:stCondLst>
                      <p:childTnLst>
                        <p:par>
                          <p:cTn id="83" fill="hold">
                            <p:stCondLst>
                              <p:cond delay="0"/>
                            </p:stCondLst>
                            <p:childTnLst>
                              <p:par>
                                <p:cTn id="84" presetID="6" presetClass="entr" presetSubtype="16" fill="hold" grpId="0" nodeType="clickEffect">
                                  <p:stCondLst>
                                    <p:cond delay="0"/>
                                  </p:stCondLst>
                                  <p:childTnLst>
                                    <p:set>
                                      <p:cBhvr>
                                        <p:cTn id="85" dur="1" fill="hold">
                                          <p:stCondLst>
                                            <p:cond delay="0"/>
                                          </p:stCondLst>
                                        </p:cTn>
                                        <p:tgtEl>
                                          <p:spTgt spid="22"/>
                                        </p:tgtEl>
                                        <p:attrNameLst>
                                          <p:attrName>style.visibility</p:attrName>
                                        </p:attrNameLst>
                                      </p:cBhvr>
                                      <p:to>
                                        <p:strVal val="visible"/>
                                      </p:to>
                                    </p:set>
                                    <p:animEffect transition="in" filter="circle(in)">
                                      <p:cBhvr>
                                        <p:cTn id="86" dur="2000"/>
                                        <p:tgtEl>
                                          <p:spTgt spid="22"/>
                                        </p:tgtEl>
                                      </p:cBhvr>
                                    </p:animEffect>
                                  </p:childTnLst>
                                </p:cTn>
                              </p:par>
                            </p:childTnLst>
                          </p:cTn>
                        </p:par>
                      </p:childTnLst>
                    </p:cTn>
                  </p:par>
                  <p:par>
                    <p:cTn id="87" fill="hold">
                      <p:stCondLst>
                        <p:cond delay="indefinite"/>
                      </p:stCondLst>
                      <p:childTnLst>
                        <p:par>
                          <p:cTn id="88" fill="hold">
                            <p:stCondLst>
                              <p:cond delay="0"/>
                            </p:stCondLst>
                            <p:childTnLst>
                              <p:par>
                                <p:cTn id="89" presetID="42" presetClass="entr" presetSubtype="0" fill="hold" grpId="0" nodeType="clickEffect">
                                  <p:stCondLst>
                                    <p:cond delay="0"/>
                                  </p:stCondLst>
                                  <p:childTnLst>
                                    <p:set>
                                      <p:cBhvr>
                                        <p:cTn id="90" dur="1" fill="hold">
                                          <p:stCondLst>
                                            <p:cond delay="0"/>
                                          </p:stCondLst>
                                        </p:cTn>
                                        <p:tgtEl>
                                          <p:spTgt spid="23"/>
                                        </p:tgtEl>
                                        <p:attrNameLst>
                                          <p:attrName>style.visibility</p:attrName>
                                        </p:attrNameLst>
                                      </p:cBhvr>
                                      <p:to>
                                        <p:strVal val="visible"/>
                                      </p:to>
                                    </p:set>
                                    <p:animEffect transition="in" filter="fade">
                                      <p:cBhvr>
                                        <p:cTn id="91" dur="1000"/>
                                        <p:tgtEl>
                                          <p:spTgt spid="23"/>
                                        </p:tgtEl>
                                      </p:cBhvr>
                                    </p:animEffect>
                                    <p:anim calcmode="lin" valueType="num">
                                      <p:cBhvr>
                                        <p:cTn id="92" dur="1000" fill="hold"/>
                                        <p:tgtEl>
                                          <p:spTgt spid="23"/>
                                        </p:tgtEl>
                                        <p:attrNameLst>
                                          <p:attrName>ppt_x</p:attrName>
                                        </p:attrNameLst>
                                      </p:cBhvr>
                                      <p:tavLst>
                                        <p:tav tm="0">
                                          <p:val>
                                            <p:strVal val="#ppt_x"/>
                                          </p:val>
                                        </p:tav>
                                        <p:tav tm="100000">
                                          <p:val>
                                            <p:strVal val="#ppt_x"/>
                                          </p:val>
                                        </p:tav>
                                      </p:tavLst>
                                    </p:anim>
                                    <p:anim calcmode="lin" valueType="num">
                                      <p:cBhvr>
                                        <p:cTn id="93" dur="1000" fill="hold"/>
                                        <p:tgtEl>
                                          <p:spTgt spid="23"/>
                                        </p:tgtEl>
                                        <p:attrNameLst>
                                          <p:attrName>ppt_y</p:attrName>
                                        </p:attrNameLst>
                                      </p:cBhvr>
                                      <p:tavLst>
                                        <p:tav tm="0">
                                          <p:val>
                                            <p:strVal val="#ppt_y+.1"/>
                                          </p:val>
                                        </p:tav>
                                        <p:tav tm="100000">
                                          <p:val>
                                            <p:strVal val="#ppt_y"/>
                                          </p:val>
                                        </p:tav>
                                      </p:tavLst>
                                    </p:anim>
                                  </p:childTnLst>
                                </p:cTn>
                              </p:par>
                            </p:childTnLst>
                          </p:cTn>
                        </p:par>
                      </p:childTnLst>
                    </p:cTn>
                  </p:par>
                  <p:par>
                    <p:cTn id="94" fill="hold">
                      <p:stCondLst>
                        <p:cond delay="indefinite"/>
                      </p:stCondLst>
                      <p:childTnLst>
                        <p:par>
                          <p:cTn id="95" fill="hold">
                            <p:stCondLst>
                              <p:cond delay="0"/>
                            </p:stCondLst>
                            <p:childTnLst>
                              <p:par>
                                <p:cTn id="96" presetID="42" presetClass="entr" presetSubtype="0" fill="hold" grpId="0" nodeType="clickEffect">
                                  <p:stCondLst>
                                    <p:cond delay="0"/>
                                  </p:stCondLst>
                                  <p:childTnLst>
                                    <p:set>
                                      <p:cBhvr>
                                        <p:cTn id="97" dur="1" fill="hold">
                                          <p:stCondLst>
                                            <p:cond delay="0"/>
                                          </p:stCondLst>
                                        </p:cTn>
                                        <p:tgtEl>
                                          <p:spTgt spid="24"/>
                                        </p:tgtEl>
                                        <p:attrNameLst>
                                          <p:attrName>style.visibility</p:attrName>
                                        </p:attrNameLst>
                                      </p:cBhvr>
                                      <p:to>
                                        <p:strVal val="visible"/>
                                      </p:to>
                                    </p:set>
                                    <p:animEffect transition="in" filter="fade">
                                      <p:cBhvr>
                                        <p:cTn id="98" dur="1000"/>
                                        <p:tgtEl>
                                          <p:spTgt spid="24"/>
                                        </p:tgtEl>
                                      </p:cBhvr>
                                    </p:animEffect>
                                    <p:anim calcmode="lin" valueType="num">
                                      <p:cBhvr>
                                        <p:cTn id="99" dur="1000" fill="hold"/>
                                        <p:tgtEl>
                                          <p:spTgt spid="24"/>
                                        </p:tgtEl>
                                        <p:attrNameLst>
                                          <p:attrName>ppt_x</p:attrName>
                                        </p:attrNameLst>
                                      </p:cBhvr>
                                      <p:tavLst>
                                        <p:tav tm="0">
                                          <p:val>
                                            <p:strVal val="#ppt_x"/>
                                          </p:val>
                                        </p:tav>
                                        <p:tav tm="100000">
                                          <p:val>
                                            <p:strVal val="#ppt_x"/>
                                          </p:val>
                                        </p:tav>
                                      </p:tavLst>
                                    </p:anim>
                                    <p:anim calcmode="lin" valueType="num">
                                      <p:cBhvr>
                                        <p:cTn id="100" dur="1000" fill="hold"/>
                                        <p:tgtEl>
                                          <p:spTgt spid="24"/>
                                        </p:tgtEl>
                                        <p:attrNameLst>
                                          <p:attrName>ppt_y</p:attrName>
                                        </p:attrNameLst>
                                      </p:cBhvr>
                                      <p:tavLst>
                                        <p:tav tm="0">
                                          <p:val>
                                            <p:strVal val="#ppt_y+.1"/>
                                          </p:val>
                                        </p:tav>
                                        <p:tav tm="100000">
                                          <p:val>
                                            <p:strVal val="#ppt_y"/>
                                          </p:val>
                                        </p:tav>
                                      </p:tavLst>
                                    </p:anim>
                                  </p:childTnLst>
                                </p:cTn>
                              </p:par>
                            </p:childTnLst>
                          </p:cTn>
                        </p:par>
                      </p:childTnLst>
                    </p:cTn>
                  </p:par>
                  <p:par>
                    <p:cTn id="101" fill="hold">
                      <p:stCondLst>
                        <p:cond delay="indefinite"/>
                      </p:stCondLst>
                      <p:childTnLst>
                        <p:par>
                          <p:cTn id="102" fill="hold">
                            <p:stCondLst>
                              <p:cond delay="0"/>
                            </p:stCondLst>
                            <p:childTnLst>
                              <p:par>
                                <p:cTn id="103" presetID="42" presetClass="entr" presetSubtype="0" fill="hold" nodeType="clickEffect">
                                  <p:stCondLst>
                                    <p:cond delay="0"/>
                                  </p:stCondLst>
                                  <p:childTnLst>
                                    <p:set>
                                      <p:cBhvr>
                                        <p:cTn id="104" dur="1" fill="hold">
                                          <p:stCondLst>
                                            <p:cond delay="0"/>
                                          </p:stCondLst>
                                        </p:cTn>
                                        <p:tgtEl>
                                          <p:spTgt spid="25"/>
                                        </p:tgtEl>
                                        <p:attrNameLst>
                                          <p:attrName>style.visibility</p:attrName>
                                        </p:attrNameLst>
                                      </p:cBhvr>
                                      <p:to>
                                        <p:strVal val="visible"/>
                                      </p:to>
                                    </p:set>
                                    <p:animEffect transition="in" filter="fade">
                                      <p:cBhvr>
                                        <p:cTn id="105" dur="1000"/>
                                        <p:tgtEl>
                                          <p:spTgt spid="25"/>
                                        </p:tgtEl>
                                      </p:cBhvr>
                                    </p:animEffect>
                                    <p:anim calcmode="lin" valueType="num">
                                      <p:cBhvr>
                                        <p:cTn id="106" dur="1000" fill="hold"/>
                                        <p:tgtEl>
                                          <p:spTgt spid="25"/>
                                        </p:tgtEl>
                                        <p:attrNameLst>
                                          <p:attrName>ppt_x</p:attrName>
                                        </p:attrNameLst>
                                      </p:cBhvr>
                                      <p:tavLst>
                                        <p:tav tm="0">
                                          <p:val>
                                            <p:strVal val="#ppt_x"/>
                                          </p:val>
                                        </p:tav>
                                        <p:tav tm="100000">
                                          <p:val>
                                            <p:strVal val="#ppt_x"/>
                                          </p:val>
                                        </p:tav>
                                      </p:tavLst>
                                    </p:anim>
                                    <p:anim calcmode="lin" valueType="num">
                                      <p:cBhvr>
                                        <p:cTn id="107" dur="1000" fill="hold"/>
                                        <p:tgtEl>
                                          <p:spTgt spid="25"/>
                                        </p:tgtEl>
                                        <p:attrNameLst>
                                          <p:attrName>ppt_y</p:attrName>
                                        </p:attrNameLst>
                                      </p:cBhvr>
                                      <p:tavLst>
                                        <p:tav tm="0">
                                          <p:val>
                                            <p:strVal val="#ppt_y+.1"/>
                                          </p:val>
                                        </p:tav>
                                        <p:tav tm="100000">
                                          <p:val>
                                            <p:strVal val="#ppt_y"/>
                                          </p:val>
                                        </p:tav>
                                      </p:tavLst>
                                    </p:anim>
                                  </p:childTnLst>
                                </p:cTn>
                              </p:par>
                            </p:childTnLst>
                          </p:cTn>
                        </p:par>
                      </p:childTnLst>
                    </p:cTn>
                  </p:par>
                  <p:par>
                    <p:cTn id="108" fill="hold">
                      <p:stCondLst>
                        <p:cond delay="indefinite"/>
                      </p:stCondLst>
                      <p:childTnLst>
                        <p:par>
                          <p:cTn id="109" fill="hold">
                            <p:stCondLst>
                              <p:cond delay="0"/>
                            </p:stCondLst>
                            <p:childTnLst>
                              <p:par>
                                <p:cTn id="110" presetID="42" presetClass="entr" presetSubtype="0" fill="hold" grpId="0" nodeType="clickEffect">
                                  <p:stCondLst>
                                    <p:cond delay="0"/>
                                  </p:stCondLst>
                                  <p:childTnLst>
                                    <p:set>
                                      <p:cBhvr>
                                        <p:cTn id="111" dur="1" fill="hold">
                                          <p:stCondLst>
                                            <p:cond delay="0"/>
                                          </p:stCondLst>
                                        </p:cTn>
                                        <p:tgtEl>
                                          <p:spTgt spid="39"/>
                                        </p:tgtEl>
                                        <p:attrNameLst>
                                          <p:attrName>style.visibility</p:attrName>
                                        </p:attrNameLst>
                                      </p:cBhvr>
                                      <p:to>
                                        <p:strVal val="visible"/>
                                      </p:to>
                                    </p:set>
                                    <p:animEffect transition="in" filter="fade">
                                      <p:cBhvr>
                                        <p:cTn id="112" dur="1000"/>
                                        <p:tgtEl>
                                          <p:spTgt spid="39"/>
                                        </p:tgtEl>
                                      </p:cBhvr>
                                    </p:animEffect>
                                    <p:anim calcmode="lin" valueType="num">
                                      <p:cBhvr>
                                        <p:cTn id="113" dur="1000" fill="hold"/>
                                        <p:tgtEl>
                                          <p:spTgt spid="39"/>
                                        </p:tgtEl>
                                        <p:attrNameLst>
                                          <p:attrName>ppt_x</p:attrName>
                                        </p:attrNameLst>
                                      </p:cBhvr>
                                      <p:tavLst>
                                        <p:tav tm="0">
                                          <p:val>
                                            <p:strVal val="#ppt_x"/>
                                          </p:val>
                                        </p:tav>
                                        <p:tav tm="100000">
                                          <p:val>
                                            <p:strVal val="#ppt_x"/>
                                          </p:val>
                                        </p:tav>
                                      </p:tavLst>
                                    </p:anim>
                                    <p:anim calcmode="lin" valueType="num">
                                      <p:cBhvr>
                                        <p:cTn id="114" dur="1000" fill="hold"/>
                                        <p:tgtEl>
                                          <p:spTgt spid="39"/>
                                        </p:tgtEl>
                                        <p:attrNameLst>
                                          <p:attrName>ppt_y</p:attrName>
                                        </p:attrNameLst>
                                      </p:cBhvr>
                                      <p:tavLst>
                                        <p:tav tm="0">
                                          <p:val>
                                            <p:strVal val="#ppt_y+.1"/>
                                          </p:val>
                                        </p:tav>
                                        <p:tav tm="100000">
                                          <p:val>
                                            <p:strVal val="#ppt_y"/>
                                          </p:val>
                                        </p:tav>
                                      </p:tavLst>
                                    </p:anim>
                                  </p:childTnLst>
                                </p:cTn>
                              </p:par>
                            </p:childTnLst>
                          </p:cTn>
                        </p:par>
                      </p:childTnLst>
                    </p:cTn>
                  </p:par>
                  <p:par>
                    <p:cTn id="115" fill="hold">
                      <p:stCondLst>
                        <p:cond delay="indefinite"/>
                      </p:stCondLst>
                      <p:childTnLst>
                        <p:par>
                          <p:cTn id="116" fill="hold">
                            <p:stCondLst>
                              <p:cond delay="0"/>
                            </p:stCondLst>
                            <p:childTnLst>
                              <p:par>
                                <p:cTn id="117" presetID="42" presetClass="entr" presetSubtype="0" fill="hold" nodeType="clickEffect">
                                  <p:stCondLst>
                                    <p:cond delay="0"/>
                                  </p:stCondLst>
                                  <p:childTnLst>
                                    <p:set>
                                      <p:cBhvr>
                                        <p:cTn id="118" dur="1" fill="hold">
                                          <p:stCondLst>
                                            <p:cond delay="0"/>
                                          </p:stCondLst>
                                        </p:cTn>
                                        <p:tgtEl>
                                          <p:spTgt spid="40"/>
                                        </p:tgtEl>
                                        <p:attrNameLst>
                                          <p:attrName>style.visibility</p:attrName>
                                        </p:attrNameLst>
                                      </p:cBhvr>
                                      <p:to>
                                        <p:strVal val="visible"/>
                                      </p:to>
                                    </p:set>
                                    <p:animEffect transition="in" filter="fade">
                                      <p:cBhvr>
                                        <p:cTn id="119" dur="1000"/>
                                        <p:tgtEl>
                                          <p:spTgt spid="40"/>
                                        </p:tgtEl>
                                      </p:cBhvr>
                                    </p:animEffect>
                                    <p:anim calcmode="lin" valueType="num">
                                      <p:cBhvr>
                                        <p:cTn id="120" dur="1000" fill="hold"/>
                                        <p:tgtEl>
                                          <p:spTgt spid="40"/>
                                        </p:tgtEl>
                                        <p:attrNameLst>
                                          <p:attrName>ppt_x</p:attrName>
                                        </p:attrNameLst>
                                      </p:cBhvr>
                                      <p:tavLst>
                                        <p:tav tm="0">
                                          <p:val>
                                            <p:strVal val="#ppt_x"/>
                                          </p:val>
                                        </p:tav>
                                        <p:tav tm="100000">
                                          <p:val>
                                            <p:strVal val="#ppt_x"/>
                                          </p:val>
                                        </p:tav>
                                      </p:tavLst>
                                    </p:anim>
                                    <p:anim calcmode="lin" valueType="num">
                                      <p:cBhvr>
                                        <p:cTn id="121" dur="1000" fill="hold"/>
                                        <p:tgtEl>
                                          <p:spTgt spid="40"/>
                                        </p:tgtEl>
                                        <p:attrNameLst>
                                          <p:attrName>ppt_y</p:attrName>
                                        </p:attrNameLst>
                                      </p:cBhvr>
                                      <p:tavLst>
                                        <p:tav tm="0">
                                          <p:val>
                                            <p:strVal val="#ppt_y+.1"/>
                                          </p:val>
                                        </p:tav>
                                        <p:tav tm="100000">
                                          <p:val>
                                            <p:strVal val="#ppt_y"/>
                                          </p:val>
                                        </p:tav>
                                      </p:tavLst>
                                    </p:anim>
                                  </p:childTnLst>
                                </p:cTn>
                              </p:par>
                            </p:childTnLst>
                          </p:cTn>
                        </p:par>
                      </p:childTnLst>
                    </p:cTn>
                  </p:par>
                  <p:par>
                    <p:cTn id="122" fill="hold">
                      <p:stCondLst>
                        <p:cond delay="indefinite"/>
                      </p:stCondLst>
                      <p:childTnLst>
                        <p:par>
                          <p:cTn id="123" fill="hold">
                            <p:stCondLst>
                              <p:cond delay="0"/>
                            </p:stCondLst>
                            <p:childTnLst>
                              <p:par>
                                <p:cTn id="124" presetID="42" presetClass="entr" presetSubtype="0" fill="hold" grpId="0" nodeType="clickEffect">
                                  <p:stCondLst>
                                    <p:cond delay="0"/>
                                  </p:stCondLst>
                                  <p:childTnLst>
                                    <p:set>
                                      <p:cBhvr>
                                        <p:cTn id="125" dur="1" fill="hold">
                                          <p:stCondLst>
                                            <p:cond delay="0"/>
                                          </p:stCondLst>
                                        </p:cTn>
                                        <p:tgtEl>
                                          <p:spTgt spid="41"/>
                                        </p:tgtEl>
                                        <p:attrNameLst>
                                          <p:attrName>style.visibility</p:attrName>
                                        </p:attrNameLst>
                                      </p:cBhvr>
                                      <p:to>
                                        <p:strVal val="visible"/>
                                      </p:to>
                                    </p:set>
                                    <p:animEffect transition="in" filter="fade">
                                      <p:cBhvr>
                                        <p:cTn id="126" dur="1000"/>
                                        <p:tgtEl>
                                          <p:spTgt spid="41"/>
                                        </p:tgtEl>
                                      </p:cBhvr>
                                    </p:animEffect>
                                    <p:anim calcmode="lin" valueType="num">
                                      <p:cBhvr>
                                        <p:cTn id="127" dur="1000" fill="hold"/>
                                        <p:tgtEl>
                                          <p:spTgt spid="41"/>
                                        </p:tgtEl>
                                        <p:attrNameLst>
                                          <p:attrName>ppt_x</p:attrName>
                                        </p:attrNameLst>
                                      </p:cBhvr>
                                      <p:tavLst>
                                        <p:tav tm="0">
                                          <p:val>
                                            <p:strVal val="#ppt_x"/>
                                          </p:val>
                                        </p:tav>
                                        <p:tav tm="100000">
                                          <p:val>
                                            <p:strVal val="#ppt_x"/>
                                          </p:val>
                                        </p:tav>
                                      </p:tavLst>
                                    </p:anim>
                                    <p:anim calcmode="lin" valueType="num">
                                      <p:cBhvr>
                                        <p:cTn id="128" dur="1000" fill="hold"/>
                                        <p:tgtEl>
                                          <p:spTgt spid="41"/>
                                        </p:tgtEl>
                                        <p:attrNameLst>
                                          <p:attrName>ppt_y</p:attrName>
                                        </p:attrNameLst>
                                      </p:cBhvr>
                                      <p:tavLst>
                                        <p:tav tm="0">
                                          <p:val>
                                            <p:strVal val="#ppt_y+.1"/>
                                          </p:val>
                                        </p:tav>
                                        <p:tav tm="100000">
                                          <p:val>
                                            <p:strVal val="#ppt_y"/>
                                          </p:val>
                                        </p:tav>
                                      </p:tavLst>
                                    </p:anim>
                                  </p:childTnLst>
                                </p:cTn>
                              </p:par>
                            </p:childTnLst>
                          </p:cTn>
                        </p:par>
                      </p:childTnLst>
                    </p:cTn>
                  </p:par>
                  <p:par>
                    <p:cTn id="129" fill="hold">
                      <p:stCondLst>
                        <p:cond delay="indefinite"/>
                      </p:stCondLst>
                      <p:childTnLst>
                        <p:par>
                          <p:cTn id="130" fill="hold">
                            <p:stCondLst>
                              <p:cond delay="0"/>
                            </p:stCondLst>
                            <p:childTnLst>
                              <p:par>
                                <p:cTn id="131" presetID="42" presetClass="entr" presetSubtype="0" fill="hold" nodeType="clickEffect">
                                  <p:stCondLst>
                                    <p:cond delay="0"/>
                                  </p:stCondLst>
                                  <p:childTnLst>
                                    <p:set>
                                      <p:cBhvr>
                                        <p:cTn id="132" dur="1" fill="hold">
                                          <p:stCondLst>
                                            <p:cond delay="0"/>
                                          </p:stCondLst>
                                        </p:cTn>
                                        <p:tgtEl>
                                          <p:spTgt spid="42"/>
                                        </p:tgtEl>
                                        <p:attrNameLst>
                                          <p:attrName>style.visibility</p:attrName>
                                        </p:attrNameLst>
                                      </p:cBhvr>
                                      <p:to>
                                        <p:strVal val="visible"/>
                                      </p:to>
                                    </p:set>
                                    <p:animEffect transition="in" filter="fade">
                                      <p:cBhvr>
                                        <p:cTn id="133" dur="1000"/>
                                        <p:tgtEl>
                                          <p:spTgt spid="42"/>
                                        </p:tgtEl>
                                      </p:cBhvr>
                                    </p:animEffect>
                                    <p:anim calcmode="lin" valueType="num">
                                      <p:cBhvr>
                                        <p:cTn id="134" dur="1000" fill="hold"/>
                                        <p:tgtEl>
                                          <p:spTgt spid="42"/>
                                        </p:tgtEl>
                                        <p:attrNameLst>
                                          <p:attrName>ppt_x</p:attrName>
                                        </p:attrNameLst>
                                      </p:cBhvr>
                                      <p:tavLst>
                                        <p:tav tm="0">
                                          <p:val>
                                            <p:strVal val="#ppt_x"/>
                                          </p:val>
                                        </p:tav>
                                        <p:tav tm="100000">
                                          <p:val>
                                            <p:strVal val="#ppt_x"/>
                                          </p:val>
                                        </p:tav>
                                      </p:tavLst>
                                    </p:anim>
                                    <p:anim calcmode="lin" valueType="num">
                                      <p:cBhvr>
                                        <p:cTn id="135" dur="1000" fill="hold"/>
                                        <p:tgtEl>
                                          <p:spTgt spid="42"/>
                                        </p:tgtEl>
                                        <p:attrNameLst>
                                          <p:attrName>ppt_y</p:attrName>
                                        </p:attrNameLst>
                                      </p:cBhvr>
                                      <p:tavLst>
                                        <p:tav tm="0">
                                          <p:val>
                                            <p:strVal val="#ppt_y+.1"/>
                                          </p:val>
                                        </p:tav>
                                        <p:tav tm="100000">
                                          <p:val>
                                            <p:strVal val="#ppt_y"/>
                                          </p:val>
                                        </p:tav>
                                      </p:tavLst>
                                    </p:anim>
                                  </p:childTnLst>
                                </p:cTn>
                              </p:par>
                            </p:childTnLst>
                          </p:cTn>
                        </p:par>
                      </p:childTnLst>
                    </p:cTn>
                  </p:par>
                  <p:par>
                    <p:cTn id="136" fill="hold">
                      <p:stCondLst>
                        <p:cond delay="indefinite"/>
                      </p:stCondLst>
                      <p:childTnLst>
                        <p:par>
                          <p:cTn id="137" fill="hold">
                            <p:stCondLst>
                              <p:cond delay="0"/>
                            </p:stCondLst>
                            <p:childTnLst>
                              <p:par>
                                <p:cTn id="138" presetID="42" presetClass="entr" presetSubtype="0" fill="hold" grpId="0" nodeType="clickEffect">
                                  <p:stCondLst>
                                    <p:cond delay="0"/>
                                  </p:stCondLst>
                                  <p:childTnLst>
                                    <p:set>
                                      <p:cBhvr>
                                        <p:cTn id="139" dur="1" fill="hold">
                                          <p:stCondLst>
                                            <p:cond delay="0"/>
                                          </p:stCondLst>
                                        </p:cTn>
                                        <p:tgtEl>
                                          <p:spTgt spid="43"/>
                                        </p:tgtEl>
                                        <p:attrNameLst>
                                          <p:attrName>style.visibility</p:attrName>
                                        </p:attrNameLst>
                                      </p:cBhvr>
                                      <p:to>
                                        <p:strVal val="visible"/>
                                      </p:to>
                                    </p:set>
                                    <p:animEffect transition="in" filter="fade">
                                      <p:cBhvr>
                                        <p:cTn id="140" dur="1000"/>
                                        <p:tgtEl>
                                          <p:spTgt spid="43"/>
                                        </p:tgtEl>
                                      </p:cBhvr>
                                    </p:animEffect>
                                    <p:anim calcmode="lin" valueType="num">
                                      <p:cBhvr>
                                        <p:cTn id="141" dur="1000" fill="hold"/>
                                        <p:tgtEl>
                                          <p:spTgt spid="43"/>
                                        </p:tgtEl>
                                        <p:attrNameLst>
                                          <p:attrName>ppt_x</p:attrName>
                                        </p:attrNameLst>
                                      </p:cBhvr>
                                      <p:tavLst>
                                        <p:tav tm="0">
                                          <p:val>
                                            <p:strVal val="#ppt_x"/>
                                          </p:val>
                                        </p:tav>
                                        <p:tav tm="100000">
                                          <p:val>
                                            <p:strVal val="#ppt_x"/>
                                          </p:val>
                                        </p:tav>
                                      </p:tavLst>
                                    </p:anim>
                                    <p:anim calcmode="lin" valueType="num">
                                      <p:cBhvr>
                                        <p:cTn id="142" dur="1000" fill="hold"/>
                                        <p:tgtEl>
                                          <p:spTgt spid="43"/>
                                        </p:tgtEl>
                                        <p:attrNameLst>
                                          <p:attrName>ppt_y</p:attrName>
                                        </p:attrNameLst>
                                      </p:cBhvr>
                                      <p:tavLst>
                                        <p:tav tm="0">
                                          <p:val>
                                            <p:strVal val="#ppt_y+.1"/>
                                          </p:val>
                                        </p:tav>
                                        <p:tav tm="100000">
                                          <p:val>
                                            <p:strVal val="#ppt_y"/>
                                          </p:val>
                                        </p:tav>
                                      </p:tavLst>
                                    </p:anim>
                                  </p:childTnLst>
                                </p:cTn>
                              </p:par>
                            </p:childTnLst>
                          </p:cTn>
                        </p:par>
                      </p:childTnLst>
                    </p:cTn>
                  </p:par>
                  <p:par>
                    <p:cTn id="143" fill="hold">
                      <p:stCondLst>
                        <p:cond delay="indefinite"/>
                      </p:stCondLst>
                      <p:childTnLst>
                        <p:par>
                          <p:cTn id="144" fill="hold">
                            <p:stCondLst>
                              <p:cond delay="0"/>
                            </p:stCondLst>
                            <p:childTnLst>
                              <p:par>
                                <p:cTn id="145" presetID="42" presetClass="entr" presetSubtype="0" fill="hold" grpId="0" nodeType="clickEffect">
                                  <p:stCondLst>
                                    <p:cond delay="0"/>
                                  </p:stCondLst>
                                  <p:childTnLst>
                                    <p:set>
                                      <p:cBhvr>
                                        <p:cTn id="146" dur="1" fill="hold">
                                          <p:stCondLst>
                                            <p:cond delay="0"/>
                                          </p:stCondLst>
                                        </p:cTn>
                                        <p:tgtEl>
                                          <p:spTgt spid="44"/>
                                        </p:tgtEl>
                                        <p:attrNameLst>
                                          <p:attrName>style.visibility</p:attrName>
                                        </p:attrNameLst>
                                      </p:cBhvr>
                                      <p:to>
                                        <p:strVal val="visible"/>
                                      </p:to>
                                    </p:set>
                                    <p:animEffect transition="in" filter="fade">
                                      <p:cBhvr>
                                        <p:cTn id="147" dur="1000"/>
                                        <p:tgtEl>
                                          <p:spTgt spid="44"/>
                                        </p:tgtEl>
                                      </p:cBhvr>
                                    </p:animEffect>
                                    <p:anim calcmode="lin" valueType="num">
                                      <p:cBhvr>
                                        <p:cTn id="148" dur="1000" fill="hold"/>
                                        <p:tgtEl>
                                          <p:spTgt spid="44"/>
                                        </p:tgtEl>
                                        <p:attrNameLst>
                                          <p:attrName>ppt_x</p:attrName>
                                        </p:attrNameLst>
                                      </p:cBhvr>
                                      <p:tavLst>
                                        <p:tav tm="0">
                                          <p:val>
                                            <p:strVal val="#ppt_x"/>
                                          </p:val>
                                        </p:tav>
                                        <p:tav tm="100000">
                                          <p:val>
                                            <p:strVal val="#ppt_x"/>
                                          </p:val>
                                        </p:tav>
                                      </p:tavLst>
                                    </p:anim>
                                    <p:anim calcmode="lin" valueType="num">
                                      <p:cBhvr>
                                        <p:cTn id="149" dur="1000" fill="hold"/>
                                        <p:tgtEl>
                                          <p:spTgt spid="44"/>
                                        </p:tgtEl>
                                        <p:attrNameLst>
                                          <p:attrName>ppt_y</p:attrName>
                                        </p:attrNameLst>
                                      </p:cBhvr>
                                      <p:tavLst>
                                        <p:tav tm="0">
                                          <p:val>
                                            <p:strVal val="#ppt_y+.1"/>
                                          </p:val>
                                        </p:tav>
                                        <p:tav tm="100000">
                                          <p:val>
                                            <p:strVal val="#ppt_y"/>
                                          </p:val>
                                        </p:tav>
                                      </p:tavLst>
                                    </p:anim>
                                  </p:childTnLst>
                                </p:cTn>
                              </p:par>
                            </p:childTnLst>
                          </p:cTn>
                        </p:par>
                      </p:childTnLst>
                    </p:cTn>
                  </p:par>
                  <p:par>
                    <p:cTn id="150" fill="hold">
                      <p:stCondLst>
                        <p:cond delay="indefinite"/>
                      </p:stCondLst>
                      <p:childTnLst>
                        <p:par>
                          <p:cTn id="151" fill="hold">
                            <p:stCondLst>
                              <p:cond delay="0"/>
                            </p:stCondLst>
                            <p:childTnLst>
                              <p:par>
                                <p:cTn id="152" presetID="42" presetClass="entr" presetSubtype="0" fill="hold" nodeType="clickEffect">
                                  <p:stCondLst>
                                    <p:cond delay="0"/>
                                  </p:stCondLst>
                                  <p:childTnLst>
                                    <p:set>
                                      <p:cBhvr>
                                        <p:cTn id="153" dur="1" fill="hold">
                                          <p:stCondLst>
                                            <p:cond delay="0"/>
                                          </p:stCondLst>
                                        </p:cTn>
                                        <p:tgtEl>
                                          <p:spTgt spid="45"/>
                                        </p:tgtEl>
                                        <p:attrNameLst>
                                          <p:attrName>style.visibility</p:attrName>
                                        </p:attrNameLst>
                                      </p:cBhvr>
                                      <p:to>
                                        <p:strVal val="visible"/>
                                      </p:to>
                                    </p:set>
                                    <p:animEffect transition="in" filter="fade">
                                      <p:cBhvr>
                                        <p:cTn id="154" dur="1000"/>
                                        <p:tgtEl>
                                          <p:spTgt spid="45"/>
                                        </p:tgtEl>
                                      </p:cBhvr>
                                    </p:animEffect>
                                    <p:anim calcmode="lin" valueType="num">
                                      <p:cBhvr>
                                        <p:cTn id="155" dur="1000" fill="hold"/>
                                        <p:tgtEl>
                                          <p:spTgt spid="45"/>
                                        </p:tgtEl>
                                        <p:attrNameLst>
                                          <p:attrName>ppt_x</p:attrName>
                                        </p:attrNameLst>
                                      </p:cBhvr>
                                      <p:tavLst>
                                        <p:tav tm="0">
                                          <p:val>
                                            <p:strVal val="#ppt_x"/>
                                          </p:val>
                                        </p:tav>
                                        <p:tav tm="100000">
                                          <p:val>
                                            <p:strVal val="#ppt_x"/>
                                          </p:val>
                                        </p:tav>
                                      </p:tavLst>
                                    </p:anim>
                                    <p:anim calcmode="lin" valueType="num">
                                      <p:cBhvr>
                                        <p:cTn id="156" dur="1000" fill="hold"/>
                                        <p:tgtEl>
                                          <p:spTgt spid="45"/>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4" grpId="0"/>
      <p:bldP spid="11" grpId="0"/>
      <p:bldP spid="13" grpId="0"/>
      <p:bldP spid="15" grpId="0"/>
      <p:bldP spid="16" grpId="0"/>
      <p:bldP spid="19" grpId="0"/>
      <p:bldP spid="22" grpId="0"/>
      <p:bldP spid="23" grpId="0"/>
      <p:bldP spid="24" grpId="0"/>
      <p:bldP spid="39" grpId="0"/>
      <p:bldP spid="41" grpId="0"/>
      <p:bldP spid="43" grpId="0"/>
      <p:bldP spid="44" grpId="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C4FC844-0465-84BB-57F4-39AFE82F9E9B}"/>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131E7B71-D049-BA2A-6C78-206DC44A15A4}"/>
              </a:ext>
            </a:extLst>
          </p:cNvPr>
          <p:cNvSpPr txBox="1"/>
          <p:nvPr/>
        </p:nvSpPr>
        <p:spPr>
          <a:xfrm>
            <a:off x="261963" y="343336"/>
            <a:ext cx="6755893" cy="461665"/>
          </a:xfrm>
          <a:prstGeom prst="rect">
            <a:avLst/>
          </a:prstGeom>
          <a:noFill/>
        </p:spPr>
        <p:txBody>
          <a:bodyPr wrap="square" rtlCol="0">
            <a:spAutoFit/>
          </a:bodyPr>
          <a:lstStyle/>
          <a:p>
            <a:pPr lvl="0">
              <a:defRPr/>
            </a:pPr>
            <a:r>
              <a:rPr lang="en-US" altLang="ko-KR" sz="2400" b="1" kern="0">
                <a:solidFill>
                  <a:srgbClr val="FF0000"/>
                </a:solidFill>
              </a:rPr>
              <a:t>5.1.6. Ứng dụng của hiện tượng giao thoa ánh sáng</a:t>
            </a:r>
            <a:endParaRPr lang="en-US" altLang="ko-KR" sz="2400" b="1" kern="0" dirty="0">
              <a:solidFill>
                <a:srgbClr val="FF0000"/>
              </a:solidFill>
            </a:endParaRPr>
          </a:p>
        </p:txBody>
      </p:sp>
      <p:sp>
        <p:nvSpPr>
          <p:cNvPr id="3" name="Rectangle 5">
            <a:extLst>
              <a:ext uri="{FF2B5EF4-FFF2-40B4-BE49-F238E27FC236}">
                <a16:creationId xmlns:a16="http://schemas.microsoft.com/office/drawing/2014/main" id="{B06EE124-90F4-5561-8D66-3E512381879E}"/>
              </a:ext>
            </a:extLst>
          </p:cNvPr>
          <p:cNvSpPr/>
          <p:nvPr/>
        </p:nvSpPr>
        <p:spPr>
          <a:xfrm>
            <a:off x="420129" y="910097"/>
            <a:ext cx="5346193" cy="3141527"/>
          </a:xfrm>
          <a:prstGeom prst="rect">
            <a:avLst/>
          </a:prstGeom>
          <a:solidFill>
            <a:srgbClr val="000000">
              <a:lumMod val="65000"/>
              <a:lumOff val="35000"/>
              <a:alpha val="80000"/>
            </a:srgb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ko-KR" altLang="en-US" sz="1800" b="0" i="0" u="none" strike="noStrike" kern="0" cap="none" spc="0" normalizeH="0" baseline="0" noProof="0">
              <a:ln>
                <a:noFill/>
              </a:ln>
              <a:solidFill>
                <a:prstClr val="white"/>
              </a:solidFill>
              <a:effectLst/>
              <a:uLnTx/>
              <a:uFillTx/>
              <a:latin typeface="Arial"/>
              <a:cs typeface="+mn-cs"/>
            </a:endParaRPr>
          </a:p>
        </p:txBody>
      </p:sp>
      <p:sp>
        <p:nvSpPr>
          <p:cNvPr id="4" name="Oval 22">
            <a:extLst>
              <a:ext uri="{FF2B5EF4-FFF2-40B4-BE49-F238E27FC236}">
                <a16:creationId xmlns:a16="http://schemas.microsoft.com/office/drawing/2014/main" id="{7C210809-0D8F-7943-AD48-14EC53520FDF}"/>
              </a:ext>
            </a:extLst>
          </p:cNvPr>
          <p:cNvSpPr/>
          <p:nvPr/>
        </p:nvSpPr>
        <p:spPr>
          <a:xfrm>
            <a:off x="671009" y="2122522"/>
            <a:ext cx="723687" cy="723687"/>
          </a:xfrm>
          <a:prstGeom prst="ellipse">
            <a:avLst/>
          </a:prstGeom>
          <a:solidFill>
            <a:sysClr val="window" lastClr="FFFFFF"/>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ko-KR" altLang="en-US" sz="1800" b="0" i="0" u="none" strike="noStrike" kern="0" cap="none" spc="0" normalizeH="0" baseline="0" noProof="0">
              <a:ln>
                <a:noFill/>
              </a:ln>
              <a:solidFill>
                <a:prstClr val="white"/>
              </a:solidFill>
              <a:effectLst/>
              <a:uLnTx/>
              <a:uFillTx/>
              <a:latin typeface="Arial"/>
              <a:cs typeface="+mn-cs"/>
            </a:endParaRPr>
          </a:p>
        </p:txBody>
      </p:sp>
      <p:sp>
        <p:nvSpPr>
          <p:cNvPr id="5" name="Oval 23">
            <a:extLst>
              <a:ext uri="{FF2B5EF4-FFF2-40B4-BE49-F238E27FC236}">
                <a16:creationId xmlns:a16="http://schemas.microsoft.com/office/drawing/2014/main" id="{18237FDB-6B7A-080F-7BDD-C85F58CE4112}"/>
              </a:ext>
            </a:extLst>
          </p:cNvPr>
          <p:cNvSpPr/>
          <p:nvPr/>
        </p:nvSpPr>
        <p:spPr>
          <a:xfrm>
            <a:off x="710901" y="3231585"/>
            <a:ext cx="723687" cy="723687"/>
          </a:xfrm>
          <a:prstGeom prst="ellipse">
            <a:avLst/>
          </a:prstGeom>
          <a:solidFill>
            <a:sysClr val="window" lastClr="FFFFFF"/>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ko-KR" altLang="en-US" sz="1800" b="0" i="0" u="none" strike="noStrike" kern="0" cap="none" spc="0" normalizeH="0" baseline="0" noProof="0">
              <a:ln>
                <a:noFill/>
              </a:ln>
              <a:solidFill>
                <a:prstClr val="white"/>
              </a:solidFill>
              <a:effectLst/>
              <a:uLnTx/>
              <a:uFillTx/>
              <a:latin typeface="Arial"/>
              <a:cs typeface="+mn-cs"/>
            </a:endParaRPr>
          </a:p>
        </p:txBody>
      </p:sp>
      <p:sp>
        <p:nvSpPr>
          <p:cNvPr id="12" name="Oval 21">
            <a:extLst>
              <a:ext uri="{FF2B5EF4-FFF2-40B4-BE49-F238E27FC236}">
                <a16:creationId xmlns:a16="http://schemas.microsoft.com/office/drawing/2014/main" id="{1BC3E373-30E6-6086-4162-E05A8AC0165C}"/>
              </a:ext>
            </a:extLst>
          </p:cNvPr>
          <p:cNvSpPr/>
          <p:nvPr/>
        </p:nvSpPr>
        <p:spPr>
          <a:xfrm>
            <a:off x="651883" y="1121511"/>
            <a:ext cx="723687" cy="723687"/>
          </a:xfrm>
          <a:prstGeom prst="ellipse">
            <a:avLst/>
          </a:prstGeom>
          <a:solidFill>
            <a:sysClr val="window" lastClr="FFFFFF"/>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ko-KR" altLang="en-US" sz="1800" b="0" i="0" u="none" strike="noStrike" kern="0" cap="none" spc="0" normalizeH="0" baseline="0" noProof="0">
              <a:ln>
                <a:noFill/>
              </a:ln>
              <a:solidFill>
                <a:prstClr val="white"/>
              </a:solidFill>
              <a:effectLst/>
              <a:uLnTx/>
              <a:uFillTx/>
              <a:latin typeface="Arial"/>
              <a:cs typeface="+mn-cs"/>
            </a:endParaRPr>
          </a:p>
        </p:txBody>
      </p:sp>
      <p:sp>
        <p:nvSpPr>
          <p:cNvPr id="15" name="TextBox 14">
            <a:extLst>
              <a:ext uri="{FF2B5EF4-FFF2-40B4-BE49-F238E27FC236}">
                <a16:creationId xmlns:a16="http://schemas.microsoft.com/office/drawing/2014/main" id="{A2A37F52-1506-94DA-2FC5-B9CAC754D60A}"/>
              </a:ext>
            </a:extLst>
          </p:cNvPr>
          <p:cNvSpPr txBox="1"/>
          <p:nvPr/>
        </p:nvSpPr>
        <p:spPr>
          <a:xfrm>
            <a:off x="1360406" y="1307439"/>
            <a:ext cx="4835797" cy="369332"/>
          </a:xfrm>
          <a:prstGeom prst="rect">
            <a:avLst/>
          </a:prstGeom>
          <a:noFill/>
        </p:spPr>
        <p:txBody>
          <a:bodyPr wrap="square" rtlCol="0">
            <a:spAutoFit/>
          </a:bodyPr>
          <a:lstStyle/>
          <a:p>
            <a:r>
              <a:rPr lang="en-US" altLang="ko-KR">
                <a:solidFill>
                  <a:prstClr val="white"/>
                </a:solidFill>
                <a:latin typeface="Arial" pitchFamily="34" charset="0"/>
                <a:cs typeface="Arial" pitchFamily="34" charset="0"/>
              </a:rPr>
              <a:t>Đo bước sóng và xác định chiết suất </a:t>
            </a:r>
            <a:endParaRPr lang="ko-KR" altLang="en-US" dirty="0">
              <a:solidFill>
                <a:prstClr val="white"/>
              </a:solidFill>
              <a:latin typeface="Arial" pitchFamily="34" charset="0"/>
              <a:cs typeface="Arial" pitchFamily="34" charset="0"/>
            </a:endParaRPr>
          </a:p>
        </p:txBody>
      </p:sp>
      <p:sp>
        <p:nvSpPr>
          <p:cNvPr id="16" name="Rectangle 36">
            <a:extLst>
              <a:ext uri="{FF2B5EF4-FFF2-40B4-BE49-F238E27FC236}">
                <a16:creationId xmlns:a16="http://schemas.microsoft.com/office/drawing/2014/main" id="{0C6B46EE-FD39-5281-140E-8247A84D9F7F}"/>
              </a:ext>
            </a:extLst>
          </p:cNvPr>
          <p:cNvSpPr/>
          <p:nvPr/>
        </p:nvSpPr>
        <p:spPr>
          <a:xfrm>
            <a:off x="821641" y="1308531"/>
            <a:ext cx="411575" cy="344044"/>
          </a:xfrm>
          <a:custGeom>
            <a:avLst/>
            <a:gdLst/>
            <a:ahLst/>
            <a:cxnLst/>
            <a:rect l="l" t="t" r="r" b="b"/>
            <a:pathLst>
              <a:path w="3186824" h="2663936">
                <a:moveTo>
                  <a:pt x="2624444" y="2376100"/>
                </a:moveTo>
                <a:lnTo>
                  <a:pt x="2624444" y="2520100"/>
                </a:lnTo>
                <a:lnTo>
                  <a:pt x="2952463" y="2520100"/>
                </a:lnTo>
                <a:lnTo>
                  <a:pt x="2952463" y="2376100"/>
                </a:lnTo>
                <a:close/>
                <a:moveTo>
                  <a:pt x="210911" y="2376100"/>
                </a:moveTo>
                <a:lnTo>
                  <a:pt x="210911" y="2520100"/>
                </a:lnTo>
                <a:lnTo>
                  <a:pt x="538930" y="2520100"/>
                </a:lnTo>
                <a:lnTo>
                  <a:pt x="538930" y="2376100"/>
                </a:lnTo>
                <a:close/>
                <a:moveTo>
                  <a:pt x="2624444" y="2095269"/>
                </a:moveTo>
                <a:lnTo>
                  <a:pt x="2624444" y="2239269"/>
                </a:lnTo>
                <a:lnTo>
                  <a:pt x="2952463" y="2239269"/>
                </a:lnTo>
                <a:lnTo>
                  <a:pt x="2952463" y="2095269"/>
                </a:lnTo>
                <a:close/>
                <a:moveTo>
                  <a:pt x="210911" y="2095269"/>
                </a:moveTo>
                <a:lnTo>
                  <a:pt x="210911" y="2239269"/>
                </a:lnTo>
                <a:lnTo>
                  <a:pt x="538930" y="2239269"/>
                </a:lnTo>
                <a:lnTo>
                  <a:pt x="538930" y="2095269"/>
                </a:lnTo>
                <a:close/>
                <a:moveTo>
                  <a:pt x="2624444" y="1814436"/>
                </a:moveTo>
                <a:lnTo>
                  <a:pt x="2624444" y="1958436"/>
                </a:lnTo>
                <a:lnTo>
                  <a:pt x="2952463" y="1958436"/>
                </a:lnTo>
                <a:lnTo>
                  <a:pt x="2952463" y="1814436"/>
                </a:lnTo>
                <a:close/>
                <a:moveTo>
                  <a:pt x="210911" y="1814436"/>
                </a:moveTo>
                <a:lnTo>
                  <a:pt x="210911" y="1958436"/>
                </a:lnTo>
                <a:lnTo>
                  <a:pt x="538930" y="1958436"/>
                </a:lnTo>
                <a:lnTo>
                  <a:pt x="538930" y="1814436"/>
                </a:lnTo>
                <a:close/>
                <a:moveTo>
                  <a:pt x="2624444" y="1533603"/>
                </a:moveTo>
                <a:lnTo>
                  <a:pt x="2624444" y="1677603"/>
                </a:lnTo>
                <a:lnTo>
                  <a:pt x="2952463" y="1677603"/>
                </a:lnTo>
                <a:lnTo>
                  <a:pt x="2952463" y="1533603"/>
                </a:lnTo>
                <a:close/>
                <a:moveTo>
                  <a:pt x="210911" y="1533603"/>
                </a:moveTo>
                <a:lnTo>
                  <a:pt x="210911" y="1677603"/>
                </a:lnTo>
                <a:lnTo>
                  <a:pt x="538930" y="1677603"/>
                </a:lnTo>
                <a:lnTo>
                  <a:pt x="538930" y="1533603"/>
                </a:lnTo>
                <a:close/>
                <a:moveTo>
                  <a:pt x="2624444" y="1252770"/>
                </a:moveTo>
                <a:lnTo>
                  <a:pt x="2624444" y="1396770"/>
                </a:lnTo>
                <a:lnTo>
                  <a:pt x="2952463" y="1396770"/>
                </a:lnTo>
                <a:lnTo>
                  <a:pt x="2952463" y="1252770"/>
                </a:lnTo>
                <a:close/>
                <a:moveTo>
                  <a:pt x="210911" y="1252770"/>
                </a:moveTo>
                <a:lnTo>
                  <a:pt x="210911" y="1396770"/>
                </a:lnTo>
                <a:lnTo>
                  <a:pt x="538930" y="1396770"/>
                </a:lnTo>
                <a:lnTo>
                  <a:pt x="538930" y="1252770"/>
                </a:lnTo>
                <a:close/>
                <a:moveTo>
                  <a:pt x="2624444" y="971937"/>
                </a:moveTo>
                <a:lnTo>
                  <a:pt x="2624444" y="1115937"/>
                </a:lnTo>
                <a:lnTo>
                  <a:pt x="2952463" y="1115937"/>
                </a:lnTo>
                <a:lnTo>
                  <a:pt x="2952463" y="971937"/>
                </a:lnTo>
                <a:close/>
                <a:moveTo>
                  <a:pt x="210911" y="971937"/>
                </a:moveTo>
                <a:lnTo>
                  <a:pt x="210911" y="1115937"/>
                </a:lnTo>
                <a:lnTo>
                  <a:pt x="538930" y="1115937"/>
                </a:lnTo>
                <a:lnTo>
                  <a:pt x="538930" y="971937"/>
                </a:lnTo>
                <a:close/>
                <a:moveTo>
                  <a:pt x="2624444" y="691104"/>
                </a:moveTo>
                <a:lnTo>
                  <a:pt x="2624444" y="835104"/>
                </a:lnTo>
                <a:lnTo>
                  <a:pt x="2952463" y="835104"/>
                </a:lnTo>
                <a:lnTo>
                  <a:pt x="2952463" y="691104"/>
                </a:lnTo>
                <a:close/>
                <a:moveTo>
                  <a:pt x="210911" y="691104"/>
                </a:moveTo>
                <a:lnTo>
                  <a:pt x="210911" y="835104"/>
                </a:lnTo>
                <a:lnTo>
                  <a:pt x="538930" y="835104"/>
                </a:lnTo>
                <a:lnTo>
                  <a:pt x="538930" y="691104"/>
                </a:lnTo>
                <a:close/>
                <a:moveTo>
                  <a:pt x="988006" y="552354"/>
                </a:moveTo>
                <a:lnTo>
                  <a:pt x="988006" y="2111583"/>
                </a:lnTo>
                <a:lnTo>
                  <a:pt x="2332169" y="1331969"/>
                </a:lnTo>
                <a:close/>
                <a:moveTo>
                  <a:pt x="2624444" y="410271"/>
                </a:moveTo>
                <a:lnTo>
                  <a:pt x="2624444" y="554271"/>
                </a:lnTo>
                <a:lnTo>
                  <a:pt x="2952463" y="554271"/>
                </a:lnTo>
                <a:lnTo>
                  <a:pt x="2952463" y="410271"/>
                </a:lnTo>
                <a:close/>
                <a:moveTo>
                  <a:pt x="210911" y="410271"/>
                </a:moveTo>
                <a:lnTo>
                  <a:pt x="210911" y="554271"/>
                </a:lnTo>
                <a:lnTo>
                  <a:pt x="538930" y="554271"/>
                </a:lnTo>
                <a:lnTo>
                  <a:pt x="538930" y="410271"/>
                </a:lnTo>
                <a:close/>
                <a:moveTo>
                  <a:pt x="2624444" y="129438"/>
                </a:moveTo>
                <a:lnTo>
                  <a:pt x="2624444" y="273438"/>
                </a:lnTo>
                <a:lnTo>
                  <a:pt x="2952463" y="273438"/>
                </a:lnTo>
                <a:lnTo>
                  <a:pt x="2952463" y="129438"/>
                </a:lnTo>
                <a:close/>
                <a:moveTo>
                  <a:pt x="210911" y="129438"/>
                </a:moveTo>
                <a:lnTo>
                  <a:pt x="210911" y="273438"/>
                </a:lnTo>
                <a:lnTo>
                  <a:pt x="538930" y="273438"/>
                </a:lnTo>
                <a:lnTo>
                  <a:pt x="538930" y="129438"/>
                </a:lnTo>
                <a:close/>
                <a:moveTo>
                  <a:pt x="0" y="0"/>
                </a:moveTo>
                <a:lnTo>
                  <a:pt x="3186824" y="0"/>
                </a:lnTo>
                <a:lnTo>
                  <a:pt x="3186824" y="2663936"/>
                </a:lnTo>
                <a:lnTo>
                  <a:pt x="0" y="2663936"/>
                </a:lnTo>
                <a:close/>
              </a:path>
            </a:pathLst>
          </a:custGeom>
          <a:solidFill>
            <a:srgbClr val="0680C3"/>
          </a:solidFill>
          <a:ln w="12700" cap="flat" cmpd="sng" algn="ctr">
            <a:no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ko-KR" altLang="en-US" sz="1800" b="0" i="0" u="none" strike="noStrike" kern="0" cap="none" spc="0" normalizeH="0" baseline="0" noProof="0" dirty="0">
              <a:ln>
                <a:noFill/>
              </a:ln>
              <a:solidFill>
                <a:prstClr val="white"/>
              </a:solidFill>
              <a:effectLst/>
              <a:uLnTx/>
              <a:uFillTx/>
              <a:latin typeface="Arial"/>
              <a:cs typeface="+mn-cs"/>
            </a:endParaRPr>
          </a:p>
        </p:txBody>
      </p:sp>
      <p:sp>
        <p:nvSpPr>
          <p:cNvPr id="17" name="Rounded Rectangle 27">
            <a:extLst>
              <a:ext uri="{FF2B5EF4-FFF2-40B4-BE49-F238E27FC236}">
                <a16:creationId xmlns:a16="http://schemas.microsoft.com/office/drawing/2014/main" id="{5D4FAB92-EACB-FE7F-9E58-82B58F90E187}"/>
              </a:ext>
            </a:extLst>
          </p:cNvPr>
          <p:cNvSpPr/>
          <p:nvPr/>
        </p:nvSpPr>
        <p:spPr>
          <a:xfrm>
            <a:off x="841097" y="3408172"/>
            <a:ext cx="425042" cy="326490"/>
          </a:xfrm>
          <a:custGeom>
            <a:avLst/>
            <a:gdLst/>
            <a:ahLst/>
            <a:cxnLst/>
            <a:rect l="l" t="t" r="r" b="b"/>
            <a:pathLst>
              <a:path w="3186824" h="2447912">
                <a:moveTo>
                  <a:pt x="1917737" y="1021643"/>
                </a:moveTo>
                <a:cubicBezTo>
                  <a:pt x="2188548" y="1021643"/>
                  <a:pt x="2408083" y="1241178"/>
                  <a:pt x="2408083" y="1511989"/>
                </a:cubicBezTo>
                <a:cubicBezTo>
                  <a:pt x="2408083" y="1782800"/>
                  <a:pt x="2188548" y="2002335"/>
                  <a:pt x="1917737" y="2002335"/>
                </a:cubicBezTo>
                <a:cubicBezTo>
                  <a:pt x="1646926" y="2002335"/>
                  <a:pt x="1427391" y="1782800"/>
                  <a:pt x="1427391" y="1511989"/>
                </a:cubicBezTo>
                <a:cubicBezTo>
                  <a:pt x="1427391" y="1241178"/>
                  <a:pt x="1646926" y="1021643"/>
                  <a:pt x="1917737" y="1021643"/>
                </a:cubicBezTo>
                <a:close/>
                <a:moveTo>
                  <a:pt x="1917737" y="827913"/>
                </a:moveTo>
                <a:cubicBezTo>
                  <a:pt x="1539932" y="827913"/>
                  <a:pt x="1233661" y="1134184"/>
                  <a:pt x="1233661" y="1511989"/>
                </a:cubicBezTo>
                <a:cubicBezTo>
                  <a:pt x="1233661" y="1889794"/>
                  <a:pt x="1539932" y="2196065"/>
                  <a:pt x="1917737" y="2196065"/>
                </a:cubicBezTo>
                <a:cubicBezTo>
                  <a:pt x="2295542" y="2196065"/>
                  <a:pt x="2601813" y="1889794"/>
                  <a:pt x="2601813" y="1511989"/>
                </a:cubicBezTo>
                <a:cubicBezTo>
                  <a:pt x="2601813" y="1134184"/>
                  <a:pt x="2295542" y="827913"/>
                  <a:pt x="1917737" y="827913"/>
                </a:cubicBezTo>
                <a:close/>
                <a:moveTo>
                  <a:pt x="1112286" y="675885"/>
                </a:moveTo>
                <a:lnTo>
                  <a:pt x="1112286" y="830188"/>
                </a:lnTo>
                <a:lnTo>
                  <a:pt x="1328310" y="830188"/>
                </a:lnTo>
                <a:lnTo>
                  <a:pt x="1328310" y="675885"/>
                </a:lnTo>
                <a:close/>
                <a:moveTo>
                  <a:pt x="2586084" y="626422"/>
                </a:moveTo>
                <a:lnTo>
                  <a:pt x="2586084" y="830188"/>
                </a:lnTo>
                <a:lnTo>
                  <a:pt x="3001340" y="830188"/>
                </a:lnTo>
                <a:lnTo>
                  <a:pt x="3001340" y="626422"/>
                </a:lnTo>
                <a:close/>
                <a:moveTo>
                  <a:pt x="1593701" y="108218"/>
                </a:moveTo>
                <a:lnTo>
                  <a:pt x="1593701" y="432905"/>
                </a:lnTo>
                <a:lnTo>
                  <a:pt x="2241773" y="432905"/>
                </a:lnTo>
                <a:lnTo>
                  <a:pt x="2241773" y="108218"/>
                </a:lnTo>
                <a:close/>
                <a:moveTo>
                  <a:pt x="1452512" y="0"/>
                </a:moveTo>
                <a:lnTo>
                  <a:pt x="2382963" y="0"/>
                </a:lnTo>
                <a:cubicBezTo>
                  <a:pt x="2433311" y="0"/>
                  <a:pt x="2474127" y="40816"/>
                  <a:pt x="2474127" y="91164"/>
                </a:cubicBezTo>
                <a:lnTo>
                  <a:pt x="2474127" y="432905"/>
                </a:lnTo>
                <a:lnTo>
                  <a:pt x="2933014" y="432905"/>
                </a:lnTo>
                <a:cubicBezTo>
                  <a:pt x="3073189" y="432905"/>
                  <a:pt x="3186824" y="546540"/>
                  <a:pt x="3186824" y="686715"/>
                </a:cubicBezTo>
                <a:lnTo>
                  <a:pt x="3186824" y="2194102"/>
                </a:lnTo>
                <a:cubicBezTo>
                  <a:pt x="3186824" y="2334277"/>
                  <a:pt x="3073189" y="2447912"/>
                  <a:pt x="2933014" y="2447912"/>
                </a:cubicBezTo>
                <a:lnTo>
                  <a:pt x="253810" y="2447912"/>
                </a:lnTo>
                <a:cubicBezTo>
                  <a:pt x="113635" y="2447912"/>
                  <a:pt x="0" y="2334277"/>
                  <a:pt x="0" y="2194102"/>
                </a:cubicBezTo>
                <a:lnTo>
                  <a:pt x="0" y="686715"/>
                </a:lnTo>
                <a:cubicBezTo>
                  <a:pt x="0" y="546540"/>
                  <a:pt x="113635" y="432905"/>
                  <a:pt x="253810" y="432905"/>
                </a:cubicBezTo>
                <a:lnTo>
                  <a:pt x="307082" y="432905"/>
                </a:lnTo>
                <a:lnTo>
                  <a:pt x="307082" y="313169"/>
                </a:lnTo>
                <a:cubicBezTo>
                  <a:pt x="307082" y="287995"/>
                  <a:pt x="327490" y="267587"/>
                  <a:pt x="352664" y="267587"/>
                </a:cubicBezTo>
                <a:lnTo>
                  <a:pt x="817888" y="267587"/>
                </a:lnTo>
                <a:cubicBezTo>
                  <a:pt x="843062" y="267587"/>
                  <a:pt x="863470" y="287995"/>
                  <a:pt x="863470" y="313169"/>
                </a:cubicBezTo>
                <a:lnTo>
                  <a:pt x="863470" y="432905"/>
                </a:lnTo>
                <a:lnTo>
                  <a:pt x="1361348" y="432905"/>
                </a:lnTo>
                <a:lnTo>
                  <a:pt x="1361348" y="91164"/>
                </a:lnTo>
                <a:cubicBezTo>
                  <a:pt x="1361348" y="40816"/>
                  <a:pt x="1402164" y="0"/>
                  <a:pt x="1452512" y="0"/>
                </a:cubicBezTo>
                <a:close/>
              </a:path>
            </a:pathLst>
          </a:custGeom>
          <a:solidFill>
            <a:srgbClr val="E62601"/>
          </a:solidFill>
          <a:ln w="12700" cap="flat" cmpd="sng" algn="ctr">
            <a:no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ko-KR" altLang="en-US" sz="1800" b="0" i="0" u="none" strike="noStrike" kern="0" cap="none" spc="0" normalizeH="0" baseline="0" noProof="0">
              <a:ln>
                <a:noFill/>
              </a:ln>
              <a:solidFill>
                <a:prstClr val="white"/>
              </a:solidFill>
              <a:effectLst/>
              <a:uLnTx/>
              <a:uFillTx/>
              <a:latin typeface="Arial"/>
              <a:cs typeface="+mn-cs"/>
            </a:endParaRPr>
          </a:p>
        </p:txBody>
      </p:sp>
      <p:sp>
        <p:nvSpPr>
          <p:cNvPr id="18" name="Rectangle 16">
            <a:extLst>
              <a:ext uri="{FF2B5EF4-FFF2-40B4-BE49-F238E27FC236}">
                <a16:creationId xmlns:a16="http://schemas.microsoft.com/office/drawing/2014/main" id="{0DEAC2AA-07E7-D65B-B0CC-6C3F9C5D8976}"/>
              </a:ext>
            </a:extLst>
          </p:cNvPr>
          <p:cNvSpPr/>
          <p:nvPr/>
        </p:nvSpPr>
        <p:spPr>
          <a:xfrm>
            <a:off x="824637" y="2338859"/>
            <a:ext cx="432135" cy="284005"/>
          </a:xfrm>
          <a:custGeom>
            <a:avLst/>
            <a:gdLst/>
            <a:ahLst/>
            <a:cxnLst/>
            <a:rect l="l" t="t" r="r" b="b"/>
            <a:pathLst>
              <a:path w="3240006" h="2129375">
                <a:moveTo>
                  <a:pt x="1916836" y="454558"/>
                </a:moveTo>
                <a:cubicBezTo>
                  <a:pt x="2018418" y="454558"/>
                  <a:pt x="2100766" y="536906"/>
                  <a:pt x="2100766" y="638488"/>
                </a:cubicBezTo>
                <a:cubicBezTo>
                  <a:pt x="2100766" y="740070"/>
                  <a:pt x="2018418" y="822418"/>
                  <a:pt x="1916836" y="822418"/>
                </a:cubicBezTo>
                <a:cubicBezTo>
                  <a:pt x="1815254" y="822418"/>
                  <a:pt x="1732906" y="740070"/>
                  <a:pt x="1732906" y="638488"/>
                </a:cubicBezTo>
                <a:cubicBezTo>
                  <a:pt x="1732906" y="536906"/>
                  <a:pt x="1815254" y="454558"/>
                  <a:pt x="1916836" y="454558"/>
                </a:cubicBezTo>
                <a:close/>
                <a:moveTo>
                  <a:pt x="1197545" y="272737"/>
                </a:moveTo>
                <a:lnTo>
                  <a:pt x="1861974" y="1458536"/>
                </a:lnTo>
                <a:lnTo>
                  <a:pt x="2263096" y="848801"/>
                </a:lnTo>
                <a:lnTo>
                  <a:pt x="2919562" y="1846679"/>
                </a:lnTo>
                <a:lnTo>
                  <a:pt x="2079459" y="1846679"/>
                </a:lnTo>
                <a:lnTo>
                  <a:pt x="1606629" y="1846679"/>
                </a:lnTo>
                <a:lnTo>
                  <a:pt x="315630" y="1846679"/>
                </a:lnTo>
                <a:close/>
                <a:moveTo>
                  <a:pt x="180003" y="164687"/>
                </a:moveTo>
                <a:lnTo>
                  <a:pt x="180003" y="1964687"/>
                </a:lnTo>
                <a:lnTo>
                  <a:pt x="3060003" y="1964687"/>
                </a:lnTo>
                <a:lnTo>
                  <a:pt x="3060003" y="164687"/>
                </a:lnTo>
                <a:close/>
                <a:moveTo>
                  <a:pt x="0" y="0"/>
                </a:moveTo>
                <a:lnTo>
                  <a:pt x="3240006" y="0"/>
                </a:lnTo>
                <a:lnTo>
                  <a:pt x="3240006" y="2129375"/>
                </a:lnTo>
                <a:lnTo>
                  <a:pt x="0" y="2129375"/>
                </a:lnTo>
                <a:close/>
              </a:path>
            </a:pathLst>
          </a:custGeom>
          <a:solidFill>
            <a:srgbClr val="FBA200"/>
          </a:solidFill>
          <a:ln w="12700" cap="flat" cmpd="sng" algn="ctr">
            <a:no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ko-KR" altLang="en-US" sz="1800" b="0" i="0" u="none" strike="noStrike" kern="0" cap="none" spc="0" normalizeH="0" baseline="0" noProof="0">
              <a:ln>
                <a:noFill/>
              </a:ln>
              <a:solidFill>
                <a:prstClr val="white"/>
              </a:solidFill>
              <a:effectLst/>
              <a:uLnTx/>
              <a:uFillTx/>
              <a:latin typeface="Arial"/>
              <a:cs typeface="+mn-cs"/>
            </a:endParaRPr>
          </a:p>
        </p:txBody>
      </p:sp>
      <p:sp>
        <p:nvSpPr>
          <p:cNvPr id="14" name="TextBox 13">
            <a:extLst>
              <a:ext uri="{FF2B5EF4-FFF2-40B4-BE49-F238E27FC236}">
                <a16:creationId xmlns:a16="http://schemas.microsoft.com/office/drawing/2014/main" id="{22E4D657-851B-3431-9D99-FDD215CC8C5F}"/>
              </a:ext>
            </a:extLst>
          </p:cNvPr>
          <p:cNvSpPr txBox="1"/>
          <p:nvPr/>
        </p:nvSpPr>
        <p:spPr>
          <a:xfrm>
            <a:off x="1434588" y="2269512"/>
            <a:ext cx="4835797" cy="369332"/>
          </a:xfrm>
          <a:prstGeom prst="rect">
            <a:avLst/>
          </a:prstGeom>
          <a:noFill/>
        </p:spPr>
        <p:txBody>
          <a:bodyPr wrap="square" rtlCol="0">
            <a:spAutoFit/>
          </a:bodyPr>
          <a:lstStyle/>
          <a:p>
            <a:r>
              <a:rPr lang="en-US" altLang="ko-KR">
                <a:solidFill>
                  <a:prstClr val="white"/>
                </a:solidFill>
                <a:latin typeface="Arial" pitchFamily="34" charset="0"/>
                <a:cs typeface="Arial" pitchFamily="34" charset="0"/>
              </a:rPr>
              <a:t>Kiểm tra chất lượng bề mặt</a:t>
            </a:r>
            <a:endParaRPr lang="ko-KR" altLang="en-US" dirty="0">
              <a:solidFill>
                <a:prstClr val="white"/>
              </a:solidFill>
              <a:latin typeface="Arial" pitchFamily="34" charset="0"/>
              <a:cs typeface="Arial" pitchFamily="34" charset="0"/>
            </a:endParaRPr>
          </a:p>
        </p:txBody>
      </p:sp>
      <p:sp>
        <p:nvSpPr>
          <p:cNvPr id="19" name="TextBox 18">
            <a:extLst>
              <a:ext uri="{FF2B5EF4-FFF2-40B4-BE49-F238E27FC236}">
                <a16:creationId xmlns:a16="http://schemas.microsoft.com/office/drawing/2014/main" id="{E6229433-10B9-CA1D-E250-AC57BF926DEE}"/>
              </a:ext>
            </a:extLst>
          </p:cNvPr>
          <p:cNvSpPr txBox="1"/>
          <p:nvPr/>
        </p:nvSpPr>
        <p:spPr>
          <a:xfrm>
            <a:off x="1434588" y="3452580"/>
            <a:ext cx="4835797" cy="369332"/>
          </a:xfrm>
          <a:prstGeom prst="rect">
            <a:avLst/>
          </a:prstGeom>
          <a:noFill/>
        </p:spPr>
        <p:txBody>
          <a:bodyPr wrap="square" rtlCol="0">
            <a:spAutoFit/>
          </a:bodyPr>
          <a:lstStyle/>
          <a:p>
            <a:r>
              <a:rPr lang="en-US" altLang="ko-KR">
                <a:solidFill>
                  <a:prstClr val="white"/>
                </a:solidFill>
                <a:latin typeface="Arial" pitchFamily="34" charset="0"/>
                <a:cs typeface="Arial" pitchFamily="34" charset="0"/>
              </a:rPr>
              <a:t>Chiếu sáng nghệ thuật</a:t>
            </a:r>
            <a:endParaRPr lang="ko-KR" altLang="en-US" dirty="0">
              <a:solidFill>
                <a:prstClr val="white"/>
              </a:solidFill>
              <a:latin typeface="Arial" pitchFamily="34" charset="0"/>
              <a:cs typeface="Arial" pitchFamily="34" charset="0"/>
            </a:endParaRPr>
          </a:p>
        </p:txBody>
      </p:sp>
      <p:pic>
        <p:nvPicPr>
          <p:cNvPr id="24" name="Picture 23">
            <a:extLst>
              <a:ext uri="{FF2B5EF4-FFF2-40B4-BE49-F238E27FC236}">
                <a16:creationId xmlns:a16="http://schemas.microsoft.com/office/drawing/2014/main" id="{84797206-85CD-EDBA-6417-9C361238BB4E}"/>
              </a:ext>
            </a:extLst>
          </p:cNvPr>
          <p:cNvPicPr>
            <a:picLocks noChangeAspect="1"/>
          </p:cNvPicPr>
          <p:nvPr/>
        </p:nvPicPr>
        <p:blipFill>
          <a:blip r:embed="rId3"/>
          <a:stretch>
            <a:fillRect/>
          </a:stretch>
        </p:blipFill>
        <p:spPr>
          <a:xfrm>
            <a:off x="5766322" y="835573"/>
            <a:ext cx="5966634" cy="2413514"/>
          </a:xfrm>
          <a:prstGeom prst="rect">
            <a:avLst/>
          </a:prstGeom>
        </p:spPr>
      </p:pic>
      <p:graphicFrame>
        <p:nvGraphicFramePr>
          <p:cNvPr id="25" name="Object 24">
            <a:extLst>
              <a:ext uri="{FF2B5EF4-FFF2-40B4-BE49-F238E27FC236}">
                <a16:creationId xmlns:a16="http://schemas.microsoft.com/office/drawing/2014/main" id="{35323222-3C2D-2BA6-53B1-71C17A09E705}"/>
              </a:ext>
            </a:extLst>
          </p:cNvPr>
          <p:cNvGraphicFramePr>
            <a:graphicFrameLocks noChangeAspect="1"/>
          </p:cNvGraphicFramePr>
          <p:nvPr>
            <p:extLst>
              <p:ext uri="{D42A27DB-BD31-4B8C-83A1-F6EECF244321}">
                <p14:modId xmlns:p14="http://schemas.microsoft.com/office/powerpoint/2010/main" val="1840954336"/>
              </p:ext>
            </p:extLst>
          </p:nvPr>
        </p:nvGraphicFramePr>
        <p:xfrm>
          <a:off x="7740887" y="144445"/>
          <a:ext cx="710565" cy="629985"/>
        </p:xfrm>
        <a:graphic>
          <a:graphicData uri="http://schemas.openxmlformats.org/presentationml/2006/ole">
            <mc:AlternateContent xmlns:mc="http://schemas.openxmlformats.org/markup-compatibility/2006">
              <mc:Choice xmlns:v="urn:schemas-microsoft-com:vml" Requires="v">
                <p:oleObj name="Equation" r:id="rId4" imgW="444240" imgH="393480" progId="Equation.DSMT4">
                  <p:embed/>
                </p:oleObj>
              </mc:Choice>
              <mc:Fallback>
                <p:oleObj name="Equation" r:id="rId4" imgW="444240" imgH="393480" progId="Equation.DSMT4">
                  <p:embed/>
                  <p:pic>
                    <p:nvPicPr>
                      <p:cNvPr id="25" name="Object 24">
                        <a:extLst>
                          <a:ext uri="{FF2B5EF4-FFF2-40B4-BE49-F238E27FC236}">
                            <a16:creationId xmlns:a16="http://schemas.microsoft.com/office/drawing/2014/main" id="{35323222-3C2D-2BA6-53B1-71C17A09E705}"/>
                          </a:ext>
                        </a:extLst>
                      </p:cNvPr>
                      <p:cNvPicPr/>
                      <p:nvPr/>
                    </p:nvPicPr>
                    <p:blipFill>
                      <a:blip r:embed="rId5"/>
                      <a:stretch>
                        <a:fillRect/>
                      </a:stretch>
                    </p:blipFill>
                    <p:spPr>
                      <a:xfrm>
                        <a:off x="7740887" y="144445"/>
                        <a:ext cx="710565" cy="629985"/>
                      </a:xfrm>
                      <a:prstGeom prst="rect">
                        <a:avLst/>
                      </a:prstGeom>
                      <a:ln w="28575">
                        <a:solidFill>
                          <a:srgbClr val="FF3399"/>
                        </a:solidFill>
                      </a:ln>
                    </p:spPr>
                  </p:pic>
                </p:oleObj>
              </mc:Fallback>
            </mc:AlternateContent>
          </a:graphicData>
        </a:graphic>
      </p:graphicFrame>
      <p:graphicFrame>
        <p:nvGraphicFramePr>
          <p:cNvPr id="26" name="Object 25">
            <a:extLst>
              <a:ext uri="{FF2B5EF4-FFF2-40B4-BE49-F238E27FC236}">
                <a16:creationId xmlns:a16="http://schemas.microsoft.com/office/drawing/2014/main" id="{EE47402E-4D64-F6AB-2C98-CCFDC541FBEB}"/>
              </a:ext>
            </a:extLst>
          </p:cNvPr>
          <p:cNvGraphicFramePr>
            <a:graphicFrameLocks noChangeAspect="1"/>
          </p:cNvGraphicFramePr>
          <p:nvPr>
            <p:extLst>
              <p:ext uri="{D42A27DB-BD31-4B8C-83A1-F6EECF244321}">
                <p14:modId xmlns:p14="http://schemas.microsoft.com/office/powerpoint/2010/main" val="1928499619"/>
              </p:ext>
            </p:extLst>
          </p:nvPr>
        </p:nvGraphicFramePr>
        <p:xfrm>
          <a:off x="8944962" y="91477"/>
          <a:ext cx="1696368" cy="682953"/>
        </p:xfrm>
        <a:graphic>
          <a:graphicData uri="http://schemas.openxmlformats.org/presentationml/2006/ole">
            <mc:AlternateContent xmlns:mc="http://schemas.openxmlformats.org/markup-compatibility/2006">
              <mc:Choice xmlns:v="urn:schemas-microsoft-com:vml" Requires="v">
                <p:oleObj name="Equation" r:id="rId6" imgW="977760" imgH="393480" progId="Equation.DSMT4">
                  <p:embed/>
                </p:oleObj>
              </mc:Choice>
              <mc:Fallback>
                <p:oleObj name="Equation" r:id="rId6" imgW="977760" imgH="393480" progId="Equation.DSMT4">
                  <p:embed/>
                  <p:pic>
                    <p:nvPicPr>
                      <p:cNvPr id="26" name="Object 25">
                        <a:extLst>
                          <a:ext uri="{FF2B5EF4-FFF2-40B4-BE49-F238E27FC236}">
                            <a16:creationId xmlns:a16="http://schemas.microsoft.com/office/drawing/2014/main" id="{EE47402E-4D64-F6AB-2C98-CCFDC541FBEB}"/>
                          </a:ext>
                        </a:extLst>
                      </p:cNvPr>
                      <p:cNvPicPr/>
                      <p:nvPr/>
                    </p:nvPicPr>
                    <p:blipFill>
                      <a:blip r:embed="rId7"/>
                      <a:stretch>
                        <a:fillRect/>
                      </a:stretch>
                    </p:blipFill>
                    <p:spPr>
                      <a:xfrm>
                        <a:off x="8944962" y="91477"/>
                        <a:ext cx="1696368" cy="682953"/>
                      </a:xfrm>
                      <a:prstGeom prst="rect">
                        <a:avLst/>
                      </a:prstGeom>
                      <a:ln w="28575">
                        <a:solidFill>
                          <a:srgbClr val="00B0F0"/>
                        </a:solidFill>
                      </a:ln>
                    </p:spPr>
                  </p:pic>
                </p:oleObj>
              </mc:Fallback>
            </mc:AlternateContent>
          </a:graphicData>
        </a:graphic>
      </p:graphicFrame>
      <p:pic>
        <p:nvPicPr>
          <p:cNvPr id="27" name="Picture 26">
            <a:extLst>
              <a:ext uri="{FF2B5EF4-FFF2-40B4-BE49-F238E27FC236}">
                <a16:creationId xmlns:a16="http://schemas.microsoft.com/office/drawing/2014/main" id="{4FE6C822-A40D-2D6C-ADB4-E89AAA625397}"/>
              </a:ext>
            </a:extLst>
          </p:cNvPr>
          <p:cNvPicPr>
            <a:picLocks noChangeAspect="1"/>
          </p:cNvPicPr>
          <p:nvPr/>
        </p:nvPicPr>
        <p:blipFill>
          <a:blip r:embed="rId8"/>
          <a:stretch>
            <a:fillRect/>
          </a:stretch>
        </p:blipFill>
        <p:spPr>
          <a:xfrm>
            <a:off x="9033692" y="3249087"/>
            <a:ext cx="2739156" cy="3513867"/>
          </a:xfrm>
          <a:prstGeom prst="rect">
            <a:avLst/>
          </a:prstGeom>
        </p:spPr>
      </p:pic>
      <p:pic>
        <p:nvPicPr>
          <p:cNvPr id="30" name="Picture 29">
            <a:extLst>
              <a:ext uri="{FF2B5EF4-FFF2-40B4-BE49-F238E27FC236}">
                <a16:creationId xmlns:a16="http://schemas.microsoft.com/office/drawing/2014/main" id="{D629129F-3B89-75CE-843C-51A0CA05B755}"/>
              </a:ext>
            </a:extLst>
          </p:cNvPr>
          <p:cNvPicPr>
            <a:picLocks noChangeAspect="1"/>
          </p:cNvPicPr>
          <p:nvPr/>
        </p:nvPicPr>
        <p:blipFill>
          <a:blip r:embed="rId9"/>
          <a:stretch>
            <a:fillRect/>
          </a:stretch>
        </p:blipFill>
        <p:spPr>
          <a:xfrm>
            <a:off x="6400581" y="3429000"/>
            <a:ext cx="2633111" cy="3284555"/>
          </a:xfrm>
          <a:prstGeom prst="rect">
            <a:avLst/>
          </a:prstGeom>
        </p:spPr>
      </p:pic>
      <p:pic>
        <p:nvPicPr>
          <p:cNvPr id="31" name="Picture 30">
            <a:extLst>
              <a:ext uri="{FF2B5EF4-FFF2-40B4-BE49-F238E27FC236}">
                <a16:creationId xmlns:a16="http://schemas.microsoft.com/office/drawing/2014/main" id="{FE140C6C-A5F6-8ACD-BC6E-4D2B78CE896B}"/>
              </a:ext>
            </a:extLst>
          </p:cNvPr>
          <p:cNvPicPr>
            <a:picLocks noChangeAspect="1"/>
          </p:cNvPicPr>
          <p:nvPr/>
        </p:nvPicPr>
        <p:blipFill>
          <a:blip r:embed="rId10"/>
          <a:stretch>
            <a:fillRect/>
          </a:stretch>
        </p:blipFill>
        <p:spPr>
          <a:xfrm>
            <a:off x="419152" y="4156720"/>
            <a:ext cx="5851233" cy="2607590"/>
          </a:xfrm>
          <a:prstGeom prst="rect">
            <a:avLst/>
          </a:prstGeom>
        </p:spPr>
      </p:pic>
    </p:spTree>
    <p:extLst>
      <p:ext uri="{BB962C8B-B14F-4D97-AF65-F5344CB8AC3E}">
        <p14:creationId xmlns:p14="http://schemas.microsoft.com/office/powerpoint/2010/main" val="25320685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25"/>
                                        </p:tgtEl>
                                        <p:attrNameLst>
                                          <p:attrName>style.visibility</p:attrName>
                                        </p:attrNameLst>
                                      </p:cBhvr>
                                      <p:to>
                                        <p:strVal val="visible"/>
                                      </p:to>
                                    </p:set>
                                    <p:animEffect transition="in" filter="fade">
                                      <p:cBhvr>
                                        <p:cTn id="7" dur="1000"/>
                                        <p:tgtEl>
                                          <p:spTgt spid="25"/>
                                        </p:tgtEl>
                                      </p:cBhvr>
                                    </p:animEffect>
                                    <p:anim calcmode="lin" valueType="num">
                                      <p:cBhvr>
                                        <p:cTn id="8" dur="1000" fill="hold"/>
                                        <p:tgtEl>
                                          <p:spTgt spid="25"/>
                                        </p:tgtEl>
                                        <p:attrNameLst>
                                          <p:attrName>ppt_x</p:attrName>
                                        </p:attrNameLst>
                                      </p:cBhvr>
                                      <p:tavLst>
                                        <p:tav tm="0">
                                          <p:val>
                                            <p:strVal val="#ppt_x"/>
                                          </p:val>
                                        </p:tav>
                                        <p:tav tm="100000">
                                          <p:val>
                                            <p:strVal val="#ppt_x"/>
                                          </p:val>
                                        </p:tav>
                                      </p:tavLst>
                                    </p:anim>
                                    <p:anim calcmode="lin" valueType="num">
                                      <p:cBhvr>
                                        <p:cTn id="9" dur="1000" fill="hold"/>
                                        <p:tgtEl>
                                          <p:spTgt spid="25"/>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26"/>
                                        </p:tgtEl>
                                        <p:attrNameLst>
                                          <p:attrName>style.visibility</p:attrName>
                                        </p:attrNameLst>
                                      </p:cBhvr>
                                      <p:to>
                                        <p:strVal val="visible"/>
                                      </p:to>
                                    </p:set>
                                    <p:animEffect transition="in" filter="fade">
                                      <p:cBhvr>
                                        <p:cTn id="14" dur="1000"/>
                                        <p:tgtEl>
                                          <p:spTgt spid="26"/>
                                        </p:tgtEl>
                                      </p:cBhvr>
                                    </p:animEffect>
                                    <p:anim calcmode="lin" valueType="num">
                                      <p:cBhvr>
                                        <p:cTn id="15" dur="1000" fill="hold"/>
                                        <p:tgtEl>
                                          <p:spTgt spid="26"/>
                                        </p:tgtEl>
                                        <p:attrNameLst>
                                          <p:attrName>ppt_x</p:attrName>
                                        </p:attrNameLst>
                                      </p:cBhvr>
                                      <p:tavLst>
                                        <p:tav tm="0">
                                          <p:val>
                                            <p:strVal val="#ppt_x"/>
                                          </p:val>
                                        </p:tav>
                                        <p:tav tm="100000">
                                          <p:val>
                                            <p:strVal val="#ppt_x"/>
                                          </p:val>
                                        </p:tav>
                                      </p:tavLst>
                                    </p:anim>
                                    <p:anim calcmode="lin" valueType="num">
                                      <p:cBhvr>
                                        <p:cTn id="16" dur="1000" fill="hold"/>
                                        <p:tgtEl>
                                          <p:spTgt spid="26"/>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A5B7DD4-94BD-976C-6958-51310B89A3EE}"/>
            </a:ext>
          </a:extLst>
        </p:cNvPr>
        <p:cNvGrpSpPr/>
        <p:nvPr/>
      </p:nvGrpSpPr>
      <p:grpSpPr>
        <a:xfrm>
          <a:off x="0" y="0"/>
          <a:ext cx="0" cy="0"/>
          <a:chOff x="0" y="0"/>
          <a:chExt cx="0" cy="0"/>
        </a:xfrm>
      </p:grpSpPr>
      <p:sp>
        <p:nvSpPr>
          <p:cNvPr id="12" name="자유형 25">
            <a:extLst>
              <a:ext uri="{FF2B5EF4-FFF2-40B4-BE49-F238E27FC236}">
                <a16:creationId xmlns:a16="http://schemas.microsoft.com/office/drawing/2014/main" id="{8D87D03D-E0EE-911D-3C64-66B23D453A8E}"/>
              </a:ext>
            </a:extLst>
          </p:cNvPr>
          <p:cNvSpPr/>
          <p:nvPr/>
        </p:nvSpPr>
        <p:spPr>
          <a:xfrm flipV="1">
            <a:off x="652893" y="3187732"/>
            <a:ext cx="5068445" cy="45719"/>
          </a:xfrm>
          <a:custGeom>
            <a:avLst/>
            <a:gdLst>
              <a:gd name="connsiteX0" fmla="*/ 0 w 7226300"/>
              <a:gd name="connsiteY0" fmla="*/ 0 h 0"/>
              <a:gd name="connsiteX1" fmla="*/ 7226300 w 7226300"/>
              <a:gd name="connsiteY1" fmla="*/ 0 h 0"/>
            </a:gdLst>
            <a:ahLst/>
            <a:cxnLst>
              <a:cxn ang="0">
                <a:pos x="connsiteX0" y="connsiteY0"/>
              </a:cxn>
              <a:cxn ang="0">
                <a:pos x="connsiteX1" y="connsiteY1"/>
              </a:cxn>
            </a:cxnLst>
            <a:rect l="l" t="t" r="r" b="b"/>
            <a:pathLst>
              <a:path w="7226300">
                <a:moveTo>
                  <a:pt x="0" y="0"/>
                </a:moveTo>
                <a:lnTo>
                  <a:pt x="7226300" y="0"/>
                </a:lnTo>
              </a:path>
            </a:pathLst>
          </a:custGeom>
          <a:noFill/>
          <a:ln w="19050" cap="flat" cmpd="sng" algn="ctr">
            <a:solidFill>
              <a:sysClr val="window" lastClr="FFFFFF">
                <a:lumMod val="65000"/>
              </a:sysClr>
            </a:solidFill>
            <a:prstDash val="sysDot"/>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ko-KR" altLang="en-US" sz="2700" b="0" i="0" u="none" strike="noStrike" kern="0" cap="none" spc="0" normalizeH="0" baseline="0" noProof="0">
              <a:ln>
                <a:noFill/>
              </a:ln>
              <a:solidFill>
                <a:prstClr val="black"/>
              </a:solidFill>
              <a:effectLst/>
              <a:uLnTx/>
              <a:uFillTx/>
              <a:latin typeface="Arial"/>
              <a:cs typeface="+mn-cs"/>
            </a:endParaRPr>
          </a:p>
        </p:txBody>
      </p:sp>
      <p:sp>
        <p:nvSpPr>
          <p:cNvPr id="13" name="자유형 27">
            <a:extLst>
              <a:ext uri="{FF2B5EF4-FFF2-40B4-BE49-F238E27FC236}">
                <a16:creationId xmlns:a16="http://schemas.microsoft.com/office/drawing/2014/main" id="{2ABBCB33-5080-E507-FDF8-09E365AA3741}"/>
              </a:ext>
            </a:extLst>
          </p:cNvPr>
          <p:cNvSpPr/>
          <p:nvPr/>
        </p:nvSpPr>
        <p:spPr>
          <a:xfrm>
            <a:off x="703638" y="4082294"/>
            <a:ext cx="5068445" cy="45719"/>
          </a:xfrm>
          <a:custGeom>
            <a:avLst/>
            <a:gdLst>
              <a:gd name="connsiteX0" fmla="*/ 0 w 7226300"/>
              <a:gd name="connsiteY0" fmla="*/ 0 h 0"/>
              <a:gd name="connsiteX1" fmla="*/ 7226300 w 7226300"/>
              <a:gd name="connsiteY1" fmla="*/ 0 h 0"/>
            </a:gdLst>
            <a:ahLst/>
            <a:cxnLst>
              <a:cxn ang="0">
                <a:pos x="connsiteX0" y="connsiteY0"/>
              </a:cxn>
              <a:cxn ang="0">
                <a:pos x="connsiteX1" y="connsiteY1"/>
              </a:cxn>
            </a:cxnLst>
            <a:rect l="l" t="t" r="r" b="b"/>
            <a:pathLst>
              <a:path w="7226300">
                <a:moveTo>
                  <a:pt x="0" y="0"/>
                </a:moveTo>
                <a:lnTo>
                  <a:pt x="7226300" y="0"/>
                </a:lnTo>
              </a:path>
            </a:pathLst>
          </a:custGeom>
          <a:noFill/>
          <a:ln w="19050" cap="flat" cmpd="sng" algn="ctr">
            <a:solidFill>
              <a:sysClr val="window" lastClr="FFFFFF">
                <a:lumMod val="65000"/>
              </a:sysClr>
            </a:solidFill>
            <a:prstDash val="sysDot"/>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ko-KR" altLang="en-US" sz="2700" b="0" i="0" u="none" strike="noStrike" kern="0" cap="none" spc="0" normalizeH="0" baseline="0" noProof="0">
              <a:ln>
                <a:noFill/>
              </a:ln>
              <a:solidFill>
                <a:prstClr val="black"/>
              </a:solidFill>
              <a:effectLst/>
              <a:uLnTx/>
              <a:uFillTx/>
              <a:latin typeface="Arial"/>
              <a:cs typeface="+mn-cs"/>
            </a:endParaRPr>
          </a:p>
        </p:txBody>
      </p:sp>
      <p:sp>
        <p:nvSpPr>
          <p:cNvPr id="14" name="자유형 29">
            <a:extLst>
              <a:ext uri="{FF2B5EF4-FFF2-40B4-BE49-F238E27FC236}">
                <a16:creationId xmlns:a16="http://schemas.microsoft.com/office/drawing/2014/main" id="{772ED7B6-9807-0A35-6E06-8088E09A80F0}"/>
              </a:ext>
            </a:extLst>
          </p:cNvPr>
          <p:cNvSpPr/>
          <p:nvPr/>
        </p:nvSpPr>
        <p:spPr>
          <a:xfrm flipV="1">
            <a:off x="703638" y="4798456"/>
            <a:ext cx="5146807" cy="91438"/>
          </a:xfrm>
          <a:custGeom>
            <a:avLst/>
            <a:gdLst>
              <a:gd name="connsiteX0" fmla="*/ 0 w 7226300"/>
              <a:gd name="connsiteY0" fmla="*/ 0 h 0"/>
              <a:gd name="connsiteX1" fmla="*/ 7226300 w 7226300"/>
              <a:gd name="connsiteY1" fmla="*/ 0 h 0"/>
            </a:gdLst>
            <a:ahLst/>
            <a:cxnLst>
              <a:cxn ang="0">
                <a:pos x="connsiteX0" y="connsiteY0"/>
              </a:cxn>
              <a:cxn ang="0">
                <a:pos x="connsiteX1" y="connsiteY1"/>
              </a:cxn>
            </a:cxnLst>
            <a:rect l="l" t="t" r="r" b="b"/>
            <a:pathLst>
              <a:path w="7226300">
                <a:moveTo>
                  <a:pt x="0" y="0"/>
                </a:moveTo>
                <a:lnTo>
                  <a:pt x="7226300" y="0"/>
                </a:lnTo>
              </a:path>
            </a:pathLst>
          </a:custGeom>
          <a:noFill/>
          <a:ln w="19050" cap="flat" cmpd="sng" algn="ctr">
            <a:solidFill>
              <a:sysClr val="window" lastClr="FFFFFF">
                <a:lumMod val="65000"/>
              </a:sysClr>
            </a:solidFill>
            <a:prstDash val="sysDot"/>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ko-KR" altLang="en-US" sz="2700" b="0" i="0" u="none" strike="noStrike" kern="0" cap="none" spc="0" normalizeH="0" baseline="0" noProof="0">
              <a:ln>
                <a:noFill/>
              </a:ln>
              <a:solidFill>
                <a:prstClr val="black"/>
              </a:solidFill>
              <a:effectLst/>
              <a:uLnTx/>
              <a:uFillTx/>
              <a:latin typeface="Arial"/>
              <a:cs typeface="+mn-cs"/>
            </a:endParaRPr>
          </a:p>
        </p:txBody>
      </p:sp>
      <p:sp>
        <p:nvSpPr>
          <p:cNvPr id="16" name="Oval 10">
            <a:extLst>
              <a:ext uri="{FF2B5EF4-FFF2-40B4-BE49-F238E27FC236}">
                <a16:creationId xmlns:a16="http://schemas.microsoft.com/office/drawing/2014/main" id="{70A4CFDF-B26E-BA1A-ED5B-FB2B571EDFAB}"/>
              </a:ext>
            </a:extLst>
          </p:cNvPr>
          <p:cNvSpPr/>
          <p:nvPr/>
        </p:nvSpPr>
        <p:spPr>
          <a:xfrm>
            <a:off x="652893" y="3465097"/>
            <a:ext cx="573285" cy="573285"/>
          </a:xfrm>
          <a:prstGeom prst="ellipse">
            <a:avLst/>
          </a:prstGeom>
          <a:solidFill>
            <a:srgbClr val="7344AE"/>
          </a:solidFill>
          <a:ln w="15875" cap="flat" cmpd="sng" algn="ctr">
            <a:solidFill>
              <a:sysClr val="window" lastClr="FFFFFF"/>
            </a:solid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JM" sz="2700" b="0" i="0" u="none" strike="noStrike" kern="0" cap="none" spc="0" normalizeH="0" baseline="0" noProof="0" dirty="0">
                <a:ln>
                  <a:noFill/>
                </a:ln>
                <a:solidFill>
                  <a:prstClr val="white"/>
                </a:solidFill>
                <a:effectLst/>
                <a:uLnTx/>
                <a:uFillTx/>
                <a:latin typeface="Arial"/>
                <a:cs typeface="+mn-cs"/>
              </a:rPr>
              <a:t>2</a:t>
            </a:r>
          </a:p>
        </p:txBody>
      </p:sp>
      <p:sp>
        <p:nvSpPr>
          <p:cNvPr id="17" name="Oval 10">
            <a:extLst>
              <a:ext uri="{FF2B5EF4-FFF2-40B4-BE49-F238E27FC236}">
                <a16:creationId xmlns:a16="http://schemas.microsoft.com/office/drawing/2014/main" id="{42B921AD-E64D-DB42-9F55-50A8ECA1C635}"/>
              </a:ext>
            </a:extLst>
          </p:cNvPr>
          <p:cNvSpPr/>
          <p:nvPr/>
        </p:nvSpPr>
        <p:spPr>
          <a:xfrm>
            <a:off x="625212" y="4250747"/>
            <a:ext cx="573285" cy="573285"/>
          </a:xfrm>
          <a:prstGeom prst="ellipse">
            <a:avLst/>
          </a:prstGeom>
          <a:solidFill>
            <a:srgbClr val="FF5030"/>
          </a:solidFill>
          <a:ln w="15875" cap="flat" cmpd="sng" algn="ctr">
            <a:solidFill>
              <a:sysClr val="window" lastClr="FFFFFF"/>
            </a:solid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JM" sz="2700" b="0" i="0" u="none" strike="noStrike" kern="0" cap="none" spc="0" normalizeH="0" baseline="0" noProof="0" dirty="0">
                <a:ln>
                  <a:noFill/>
                </a:ln>
                <a:solidFill>
                  <a:prstClr val="white"/>
                </a:solidFill>
                <a:effectLst/>
                <a:uLnTx/>
                <a:uFillTx/>
                <a:latin typeface="Arial"/>
                <a:cs typeface="+mn-cs"/>
              </a:rPr>
              <a:t>3</a:t>
            </a:r>
          </a:p>
        </p:txBody>
      </p:sp>
      <p:sp>
        <p:nvSpPr>
          <p:cNvPr id="19" name="Oval 10">
            <a:extLst>
              <a:ext uri="{FF2B5EF4-FFF2-40B4-BE49-F238E27FC236}">
                <a16:creationId xmlns:a16="http://schemas.microsoft.com/office/drawing/2014/main" id="{9944AEF4-3455-2D76-462C-64FFE237A83E}"/>
              </a:ext>
            </a:extLst>
          </p:cNvPr>
          <p:cNvSpPr/>
          <p:nvPr/>
        </p:nvSpPr>
        <p:spPr>
          <a:xfrm>
            <a:off x="594330" y="2606384"/>
            <a:ext cx="573285" cy="573285"/>
          </a:xfrm>
          <a:prstGeom prst="ellipse">
            <a:avLst/>
          </a:prstGeom>
          <a:solidFill>
            <a:srgbClr val="FF5030"/>
          </a:solidFill>
          <a:ln w="15875" cap="flat" cmpd="sng" algn="ctr">
            <a:solidFill>
              <a:sysClr val="window" lastClr="FFFFFF"/>
            </a:solid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JM" sz="2700" b="0" i="0" u="none" strike="noStrike" kern="0" cap="none" spc="0" normalizeH="0" baseline="0" noProof="0" dirty="0">
                <a:ln>
                  <a:noFill/>
                </a:ln>
                <a:solidFill>
                  <a:prstClr val="white"/>
                </a:solidFill>
                <a:effectLst/>
                <a:uLnTx/>
                <a:uFillTx/>
                <a:latin typeface="Arial"/>
                <a:cs typeface="+mn-cs"/>
              </a:rPr>
              <a:t>1</a:t>
            </a:r>
          </a:p>
        </p:txBody>
      </p:sp>
      <p:sp>
        <p:nvSpPr>
          <p:cNvPr id="23" name="TextBox 22">
            <a:extLst>
              <a:ext uri="{FF2B5EF4-FFF2-40B4-BE49-F238E27FC236}">
                <a16:creationId xmlns:a16="http://schemas.microsoft.com/office/drawing/2014/main" id="{F60C66F1-3B3F-D517-AACA-D9B6DC74588A}"/>
              </a:ext>
            </a:extLst>
          </p:cNvPr>
          <p:cNvSpPr txBox="1"/>
          <p:nvPr/>
        </p:nvSpPr>
        <p:spPr>
          <a:xfrm>
            <a:off x="1167615" y="2758013"/>
            <a:ext cx="4773640" cy="307777"/>
          </a:xfrm>
          <a:prstGeom prst="rect">
            <a:avLst/>
          </a:prstGeom>
          <a:noFill/>
        </p:spPr>
        <p:txBody>
          <a:bodyPr wrap="square" rtlCol="0">
            <a:spAutoFit/>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kumimoji="0" lang="en-US" altLang="ko-KR" sz="1400" b="1" i="0" u="none" strike="noStrike" kern="0" cap="none" spc="0" normalizeH="0" baseline="0" noProof="0">
                <a:ln>
                  <a:noFill/>
                </a:ln>
                <a:solidFill>
                  <a:srgbClr val="8AC7D3">
                    <a:lumMod val="75000"/>
                  </a:srgbClr>
                </a:solidFill>
                <a:effectLst/>
                <a:uLnTx/>
                <a:uFillTx/>
                <a:latin typeface="Arial"/>
                <a:cs typeface="+mn-cs"/>
              </a:rPr>
              <a:t>Nhiễu xạ của sóng cầu qua một lỗ tròn</a:t>
            </a:r>
            <a:endParaRPr kumimoji="0" lang="en-US" altLang="ko-KR" sz="1400" b="1" i="0" u="none" strike="noStrike" kern="0" cap="none" spc="0" normalizeH="0" baseline="0" noProof="0" dirty="0">
              <a:ln>
                <a:noFill/>
              </a:ln>
              <a:solidFill>
                <a:srgbClr val="8AC7D3">
                  <a:lumMod val="75000"/>
                </a:srgbClr>
              </a:solidFill>
              <a:effectLst/>
              <a:uLnTx/>
              <a:uFillTx/>
              <a:latin typeface="Arial"/>
              <a:cs typeface="+mn-cs"/>
            </a:endParaRPr>
          </a:p>
        </p:txBody>
      </p:sp>
      <p:sp>
        <p:nvSpPr>
          <p:cNvPr id="28" name="TextBox 27">
            <a:extLst>
              <a:ext uri="{FF2B5EF4-FFF2-40B4-BE49-F238E27FC236}">
                <a16:creationId xmlns:a16="http://schemas.microsoft.com/office/drawing/2014/main" id="{80179795-A52D-A28A-0055-7E105F662CF7}"/>
              </a:ext>
            </a:extLst>
          </p:cNvPr>
          <p:cNvSpPr txBox="1"/>
          <p:nvPr/>
        </p:nvSpPr>
        <p:spPr>
          <a:xfrm>
            <a:off x="1240888" y="3528784"/>
            <a:ext cx="4699514" cy="307777"/>
          </a:xfrm>
          <a:prstGeom prst="rect">
            <a:avLst/>
          </a:prstGeom>
          <a:noFill/>
        </p:spPr>
        <p:txBody>
          <a:bodyPr wrap="square" rtlCol="0">
            <a:spAutoFit/>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kumimoji="0" lang="en-US" altLang="ko-KR" sz="1400" b="1" i="0" u="none" strike="noStrike" kern="0" cap="none" spc="0" normalizeH="0" baseline="0" noProof="0">
                <a:ln>
                  <a:noFill/>
                </a:ln>
                <a:solidFill>
                  <a:srgbClr val="8AC7D3">
                    <a:lumMod val="75000"/>
                  </a:srgbClr>
                </a:solidFill>
                <a:effectLst/>
                <a:uLnTx/>
                <a:uFillTx/>
                <a:latin typeface="Arial"/>
                <a:cs typeface="+mn-cs"/>
              </a:rPr>
              <a:t>Nhiễu xạ sóng phẳng qua một khe hẹp </a:t>
            </a:r>
            <a:endParaRPr kumimoji="0" lang="en-US" altLang="ko-KR" sz="1400" b="1" i="0" u="none" strike="noStrike" kern="0" cap="none" spc="0" normalizeH="0" baseline="0" noProof="0" dirty="0">
              <a:ln>
                <a:noFill/>
              </a:ln>
              <a:solidFill>
                <a:srgbClr val="8AC7D3">
                  <a:lumMod val="75000"/>
                </a:srgbClr>
              </a:solidFill>
              <a:effectLst/>
              <a:uLnTx/>
              <a:uFillTx/>
              <a:latin typeface="Arial"/>
              <a:cs typeface="+mn-cs"/>
            </a:endParaRPr>
          </a:p>
        </p:txBody>
      </p:sp>
      <p:sp>
        <p:nvSpPr>
          <p:cNvPr id="29" name="TextBox 28">
            <a:extLst>
              <a:ext uri="{FF2B5EF4-FFF2-40B4-BE49-F238E27FC236}">
                <a16:creationId xmlns:a16="http://schemas.microsoft.com/office/drawing/2014/main" id="{64B75257-F04C-9DB3-DFC5-B6C692A8D8B8}"/>
              </a:ext>
            </a:extLst>
          </p:cNvPr>
          <p:cNvSpPr txBox="1"/>
          <p:nvPr/>
        </p:nvSpPr>
        <p:spPr>
          <a:xfrm>
            <a:off x="1212343" y="4407374"/>
            <a:ext cx="4392784" cy="307777"/>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ko-KR" sz="1400" b="1" i="0" u="none" strike="noStrike" kern="0" cap="none" spc="0" normalizeH="0" baseline="0" noProof="0">
                <a:ln>
                  <a:noFill/>
                </a:ln>
                <a:solidFill>
                  <a:srgbClr val="8AC7D3">
                    <a:lumMod val="75000"/>
                  </a:srgbClr>
                </a:solidFill>
                <a:effectLst/>
                <a:uLnTx/>
                <a:uFillTx/>
                <a:latin typeface="Arial"/>
                <a:cs typeface="+mn-cs"/>
              </a:rPr>
              <a:t>Nhiễu xạ sóng phẳng qua nhiều khe hẹp. Cách tử</a:t>
            </a:r>
            <a:endParaRPr kumimoji="0" lang="en-US" altLang="ko-KR" sz="1400" b="1" i="0" u="none" strike="noStrike" kern="0" cap="none" spc="0" normalizeH="0" baseline="0" noProof="0" dirty="0">
              <a:ln>
                <a:noFill/>
              </a:ln>
              <a:solidFill>
                <a:srgbClr val="8AC7D3">
                  <a:lumMod val="75000"/>
                </a:srgbClr>
              </a:solidFill>
              <a:effectLst/>
              <a:uLnTx/>
              <a:uFillTx/>
              <a:latin typeface="Arial"/>
              <a:cs typeface="+mn-cs"/>
            </a:endParaRPr>
          </a:p>
        </p:txBody>
      </p:sp>
      <p:grpSp>
        <p:nvGrpSpPr>
          <p:cNvPr id="10" name="Group 11">
            <a:extLst>
              <a:ext uri="{FF2B5EF4-FFF2-40B4-BE49-F238E27FC236}">
                <a16:creationId xmlns:a16="http://schemas.microsoft.com/office/drawing/2014/main" id="{E28FBDA0-9EDE-45E7-E37E-F478BD0D9B66}"/>
              </a:ext>
            </a:extLst>
          </p:cNvPr>
          <p:cNvGrpSpPr/>
          <p:nvPr/>
        </p:nvGrpSpPr>
        <p:grpSpPr>
          <a:xfrm>
            <a:off x="362717" y="1164338"/>
            <a:ext cx="6391247" cy="1286087"/>
            <a:chOff x="4780727" y="1350371"/>
            <a:chExt cx="6391247" cy="1286087"/>
          </a:xfrm>
        </p:grpSpPr>
        <p:sp>
          <p:nvSpPr>
            <p:cNvPr id="11" name="Rectangle 12">
              <a:extLst>
                <a:ext uri="{FF2B5EF4-FFF2-40B4-BE49-F238E27FC236}">
                  <a16:creationId xmlns:a16="http://schemas.microsoft.com/office/drawing/2014/main" id="{9B30F01B-AD7E-611D-4D37-0C02AE7EE5D7}"/>
                </a:ext>
              </a:extLst>
            </p:cNvPr>
            <p:cNvSpPr/>
            <p:nvPr/>
          </p:nvSpPr>
          <p:spPr>
            <a:xfrm>
              <a:off x="4780727" y="2051242"/>
              <a:ext cx="6391247" cy="585216"/>
            </a:xfrm>
            <a:prstGeom prst="rect">
              <a:avLst/>
            </a:prstGeom>
            <a:solidFill>
              <a:srgbClr val="F07624">
                <a:lumMod val="75000"/>
              </a:srgb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Arial"/>
                <a:cs typeface="+mn-cs"/>
              </a:endParaRPr>
            </a:p>
          </p:txBody>
        </p:sp>
        <p:sp>
          <p:nvSpPr>
            <p:cNvPr id="20" name="Arrow: Pentagon 13">
              <a:extLst>
                <a:ext uri="{FF2B5EF4-FFF2-40B4-BE49-F238E27FC236}">
                  <a16:creationId xmlns:a16="http://schemas.microsoft.com/office/drawing/2014/main" id="{96BDBA4B-5DDB-640B-2533-CD780CF57C2D}"/>
                </a:ext>
              </a:extLst>
            </p:cNvPr>
            <p:cNvSpPr/>
            <p:nvPr/>
          </p:nvSpPr>
          <p:spPr>
            <a:xfrm>
              <a:off x="5504979" y="1350372"/>
              <a:ext cx="1104522" cy="588476"/>
            </a:xfrm>
            <a:prstGeom prst="homePlate">
              <a:avLst/>
            </a:prstGeom>
            <a:solidFill>
              <a:srgbClr val="F07624"/>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Arial"/>
                <a:cs typeface="+mn-cs"/>
              </a:endParaRPr>
            </a:p>
          </p:txBody>
        </p:sp>
        <p:sp>
          <p:nvSpPr>
            <p:cNvPr id="21" name="TextBox 20">
              <a:extLst>
                <a:ext uri="{FF2B5EF4-FFF2-40B4-BE49-F238E27FC236}">
                  <a16:creationId xmlns:a16="http://schemas.microsoft.com/office/drawing/2014/main" id="{F6E45238-38F7-BC1B-EC64-87C1254DEBB9}"/>
                </a:ext>
              </a:extLst>
            </p:cNvPr>
            <p:cNvSpPr txBox="1"/>
            <p:nvPr/>
          </p:nvSpPr>
          <p:spPr>
            <a:xfrm>
              <a:off x="5477956" y="2097050"/>
              <a:ext cx="5608674" cy="523220"/>
            </a:xfrm>
            <a:prstGeom prst="rect">
              <a:avLst/>
            </a:prstGeom>
            <a:noFill/>
          </p:spPr>
          <p:txBody>
            <a:bodyPr wrap="squar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altLang="ko-KR" sz="1400" b="0" i="0" u="none" strike="noStrike" kern="0" cap="none" spc="0" normalizeH="0" baseline="0" noProof="0">
                  <a:ln>
                    <a:noFill/>
                  </a:ln>
                  <a:solidFill>
                    <a:prstClr val="white"/>
                  </a:solidFill>
                  <a:effectLst/>
                  <a:uLnTx/>
                  <a:uFillTx/>
                  <a:cs typeface="Arial" pitchFamily="34" charset="0"/>
                </a:rPr>
                <a:t>Nhiễu xạ ánh sáng qua khe hẹp, qua lỗ tròn cũng tạo ra những hệ vân sáng-tối xen kẽ rất đặc biệt.</a:t>
              </a:r>
              <a:endParaRPr kumimoji="0" lang="ko-KR" altLang="en-US" sz="1400" b="0" i="0" u="none" strike="noStrike" kern="0" cap="none" spc="0" normalizeH="0" baseline="0" noProof="0" dirty="0">
                <a:ln>
                  <a:noFill/>
                </a:ln>
                <a:solidFill>
                  <a:prstClr val="white"/>
                </a:solidFill>
                <a:effectLst/>
                <a:uLnTx/>
                <a:uFillTx/>
              </a:endParaRPr>
            </a:p>
          </p:txBody>
        </p:sp>
        <p:sp>
          <p:nvSpPr>
            <p:cNvPr id="22" name="Parallelogram 15">
              <a:extLst>
                <a:ext uri="{FF2B5EF4-FFF2-40B4-BE49-F238E27FC236}">
                  <a16:creationId xmlns:a16="http://schemas.microsoft.com/office/drawing/2014/main" id="{3BBE510F-A24E-E731-DDA8-6F188D938F43}"/>
                </a:ext>
              </a:extLst>
            </p:cNvPr>
            <p:cNvSpPr/>
            <p:nvPr/>
          </p:nvSpPr>
          <p:spPr>
            <a:xfrm rot="5400000" flipH="1">
              <a:off x="4504583" y="1626517"/>
              <a:ext cx="1276539" cy="724247"/>
            </a:xfrm>
            <a:prstGeom prst="parallelogram">
              <a:avLst>
                <a:gd name="adj" fmla="val 96198"/>
              </a:avLst>
            </a:prstGeom>
            <a:solidFill>
              <a:srgbClr val="F07624">
                <a:lumMod val="60000"/>
                <a:lumOff val="40000"/>
              </a:srgb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Arial"/>
                <a:cs typeface="+mn-cs"/>
              </a:endParaRPr>
            </a:p>
          </p:txBody>
        </p:sp>
        <p:sp>
          <p:nvSpPr>
            <p:cNvPr id="24" name="TextBox 23">
              <a:extLst>
                <a:ext uri="{FF2B5EF4-FFF2-40B4-BE49-F238E27FC236}">
                  <a16:creationId xmlns:a16="http://schemas.microsoft.com/office/drawing/2014/main" id="{5EA380E7-0644-EDF0-1AF0-8A1414BA6DCF}"/>
                </a:ext>
              </a:extLst>
            </p:cNvPr>
            <p:cNvSpPr txBox="1"/>
            <p:nvPr/>
          </p:nvSpPr>
          <p:spPr>
            <a:xfrm>
              <a:off x="5504976" y="1406201"/>
              <a:ext cx="779665" cy="461665"/>
            </a:xfrm>
            <a:prstGeom prst="rect">
              <a:avLst/>
            </a:prstGeom>
            <a:noFill/>
          </p:spPr>
          <p:txBody>
            <a:bodyPr wrap="square" rtlCol="0">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lang="en-US" altLang="ko-KR" sz="2400" b="1" kern="0">
                  <a:solidFill>
                    <a:prstClr val="white"/>
                  </a:solidFill>
                  <a:cs typeface="Arial" pitchFamily="34" charset="0"/>
                </a:rPr>
                <a:t>5.</a:t>
              </a:r>
              <a:r>
                <a:rPr kumimoji="0" lang="en-US" altLang="ko-KR" sz="2400" b="1" i="0" u="none" strike="noStrike" kern="0" cap="none" spc="0" normalizeH="0" baseline="0" noProof="0">
                  <a:ln>
                    <a:noFill/>
                  </a:ln>
                  <a:solidFill>
                    <a:prstClr val="white"/>
                  </a:solidFill>
                  <a:effectLst/>
                  <a:uLnTx/>
                  <a:uFillTx/>
                  <a:cs typeface="Arial" pitchFamily="34" charset="0"/>
                </a:rPr>
                <a:t>2</a:t>
              </a:r>
              <a:endParaRPr kumimoji="0" lang="ko-KR" altLang="en-US" sz="2400" b="1" i="0" u="none" strike="noStrike" kern="0" cap="none" spc="0" normalizeH="0" baseline="0" noProof="0" dirty="0">
                <a:ln>
                  <a:noFill/>
                </a:ln>
                <a:solidFill>
                  <a:prstClr val="white"/>
                </a:solidFill>
                <a:effectLst/>
                <a:uLnTx/>
                <a:uFillTx/>
                <a:cs typeface="Arial" pitchFamily="34" charset="0"/>
              </a:endParaRPr>
            </a:p>
          </p:txBody>
        </p:sp>
      </p:grpSp>
      <p:sp>
        <p:nvSpPr>
          <p:cNvPr id="25" name="TextBox 24">
            <a:extLst>
              <a:ext uri="{FF2B5EF4-FFF2-40B4-BE49-F238E27FC236}">
                <a16:creationId xmlns:a16="http://schemas.microsoft.com/office/drawing/2014/main" id="{A5EEB5F1-CBB8-D0B6-440E-9877B1DE32DB}"/>
              </a:ext>
            </a:extLst>
          </p:cNvPr>
          <p:cNvSpPr txBox="1"/>
          <p:nvPr/>
        </p:nvSpPr>
        <p:spPr>
          <a:xfrm>
            <a:off x="2191489" y="1196936"/>
            <a:ext cx="4354244" cy="523220"/>
          </a:xfrm>
          <a:prstGeom prst="rect">
            <a:avLst/>
          </a:prstGeom>
          <a:noFill/>
        </p:spPr>
        <p:txBody>
          <a:bodyPr wrap="square" rtlCol="0">
            <a:spAutoFit/>
          </a:bodyPr>
          <a:lstStyle/>
          <a:p>
            <a:r>
              <a:rPr lang="en-US" sz="2800" b="1">
                <a:solidFill>
                  <a:srgbClr val="CC3300"/>
                </a:solidFill>
              </a:rPr>
              <a:t>NHIỄU XẠ ÁNH SÁNG</a:t>
            </a:r>
          </a:p>
        </p:txBody>
      </p:sp>
      <p:pic>
        <p:nvPicPr>
          <p:cNvPr id="26" name="Picture 25">
            <a:extLst>
              <a:ext uri="{FF2B5EF4-FFF2-40B4-BE49-F238E27FC236}">
                <a16:creationId xmlns:a16="http://schemas.microsoft.com/office/drawing/2014/main" id="{DEA1990E-3B4C-EE40-BC68-97911D59ED50}"/>
              </a:ext>
            </a:extLst>
          </p:cNvPr>
          <p:cNvPicPr>
            <a:picLocks noChangeAspect="1"/>
          </p:cNvPicPr>
          <p:nvPr/>
        </p:nvPicPr>
        <p:blipFill>
          <a:blip r:embed="rId2"/>
          <a:stretch>
            <a:fillRect/>
          </a:stretch>
        </p:blipFill>
        <p:spPr>
          <a:xfrm>
            <a:off x="6069394" y="3187388"/>
            <a:ext cx="5759889" cy="3424264"/>
          </a:xfrm>
          <a:prstGeom prst="rect">
            <a:avLst/>
          </a:prstGeom>
        </p:spPr>
      </p:pic>
      <p:pic>
        <p:nvPicPr>
          <p:cNvPr id="27" name="Picture 26">
            <a:extLst>
              <a:ext uri="{FF2B5EF4-FFF2-40B4-BE49-F238E27FC236}">
                <a16:creationId xmlns:a16="http://schemas.microsoft.com/office/drawing/2014/main" id="{75BC0D83-B2F2-1EF9-AAD5-7A9E91339DDD}"/>
              </a:ext>
            </a:extLst>
          </p:cNvPr>
          <p:cNvPicPr>
            <a:picLocks noChangeAspect="1"/>
          </p:cNvPicPr>
          <p:nvPr/>
        </p:nvPicPr>
        <p:blipFill>
          <a:blip r:embed="rId3"/>
          <a:stretch>
            <a:fillRect/>
          </a:stretch>
        </p:blipFill>
        <p:spPr>
          <a:xfrm>
            <a:off x="7170180" y="167324"/>
            <a:ext cx="4863140" cy="3195276"/>
          </a:xfrm>
          <a:prstGeom prst="rect">
            <a:avLst/>
          </a:prstGeom>
        </p:spPr>
      </p:pic>
    </p:spTree>
    <p:extLst>
      <p:ext uri="{BB962C8B-B14F-4D97-AF65-F5344CB8AC3E}">
        <p14:creationId xmlns:p14="http://schemas.microsoft.com/office/powerpoint/2010/main" val="50069167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52D356E8-CDA3-F5A9-CF45-0C80D2D9EC5B}"/>
              </a:ext>
            </a:extLst>
          </p:cNvPr>
          <p:cNvSpPr txBox="1"/>
          <p:nvPr/>
        </p:nvSpPr>
        <p:spPr>
          <a:xfrm>
            <a:off x="200267" y="110660"/>
            <a:ext cx="6626649" cy="369332"/>
          </a:xfrm>
          <a:prstGeom prst="rect">
            <a:avLst/>
          </a:prstGeom>
          <a:noFill/>
        </p:spPr>
        <p:txBody>
          <a:bodyPr wrap="square" rtlCol="0">
            <a:spAutoFit/>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kumimoji="0" lang="en-US" altLang="ko-KR" b="1" i="0" u="none" strike="noStrike" kern="0" cap="none" spc="0" normalizeH="0" baseline="0" noProof="0">
                <a:ln>
                  <a:noFill/>
                </a:ln>
                <a:solidFill>
                  <a:srgbClr val="FF0000"/>
                </a:solidFill>
                <a:effectLst/>
                <a:uLnTx/>
                <a:uFillTx/>
                <a:latin typeface="Arial" panose="020B0604020202020204" pitchFamily="34" charset="0"/>
                <a:cs typeface="Arial" panose="020B0604020202020204" pitchFamily="34" charset="0"/>
              </a:rPr>
              <a:t>5.2.1. Nhiễu xạ của sóng cầu qua một lỗ tròn</a:t>
            </a:r>
            <a:endParaRPr kumimoji="0" lang="en-US" altLang="ko-KR" b="1" i="0" u="none" strike="noStrike" kern="0" cap="none" spc="0" normalizeH="0" baseline="0" noProof="0" dirty="0">
              <a:ln>
                <a:noFill/>
              </a:ln>
              <a:solidFill>
                <a:srgbClr val="FF0000"/>
              </a:solidFill>
              <a:effectLst/>
              <a:uLnTx/>
              <a:uFillTx/>
              <a:latin typeface="Arial" panose="020B0604020202020204" pitchFamily="34" charset="0"/>
              <a:cs typeface="Arial" panose="020B0604020202020204" pitchFamily="34" charset="0"/>
            </a:endParaRPr>
          </a:p>
        </p:txBody>
      </p:sp>
      <p:sp>
        <p:nvSpPr>
          <p:cNvPr id="4" name="TextBox 3">
            <a:extLst>
              <a:ext uri="{FF2B5EF4-FFF2-40B4-BE49-F238E27FC236}">
                <a16:creationId xmlns:a16="http://schemas.microsoft.com/office/drawing/2014/main" id="{8FCD3B8E-4611-671D-8C21-E1CD0E0DFF54}"/>
              </a:ext>
            </a:extLst>
          </p:cNvPr>
          <p:cNvSpPr txBox="1"/>
          <p:nvPr/>
        </p:nvSpPr>
        <p:spPr>
          <a:xfrm>
            <a:off x="204276" y="429797"/>
            <a:ext cx="6810134" cy="338554"/>
          </a:xfrm>
          <a:prstGeom prst="rect">
            <a:avLst/>
          </a:prstGeom>
          <a:noFill/>
        </p:spPr>
        <p:txBody>
          <a:bodyPr wrap="square" rtlCol="0">
            <a:spAutoFit/>
          </a:bodyPr>
          <a:lstStyle/>
          <a:p>
            <a:pPr algn="just"/>
            <a:r>
              <a:rPr lang="en-US" sz="1600" b="1">
                <a:solidFill>
                  <a:srgbClr val="0070C0"/>
                </a:solidFill>
                <a:latin typeface="Arial" panose="020B0604020202020204" pitchFamily="34" charset="0"/>
                <a:cs typeface="Arial" panose="020B0604020202020204" pitchFamily="34" charset="0"/>
                <a:sym typeface="Wingdings" panose="05000000000000000000" pitchFamily="2" charset="2"/>
              </a:rPr>
              <a:t>a) </a:t>
            </a:r>
            <a:r>
              <a:rPr lang="en-US" sz="1600" b="1" i="1">
                <a:solidFill>
                  <a:srgbClr val="0070C0"/>
                </a:solidFill>
                <a:latin typeface="Arial" panose="020B0604020202020204" pitchFamily="34" charset="0"/>
                <a:cs typeface="Arial" panose="020B0604020202020204" pitchFamily="34" charset="0"/>
              </a:rPr>
              <a:t>Thí nghiệm nhiễu xạ sóng cầu qua một lỗ tròn</a:t>
            </a:r>
          </a:p>
        </p:txBody>
      </p:sp>
      <p:grpSp>
        <p:nvGrpSpPr>
          <p:cNvPr id="24" name="Group 23">
            <a:extLst>
              <a:ext uri="{FF2B5EF4-FFF2-40B4-BE49-F238E27FC236}">
                <a16:creationId xmlns:a16="http://schemas.microsoft.com/office/drawing/2014/main" id="{6BB1D4F5-B540-69A1-6EA1-F2A3C3F64FF2}"/>
              </a:ext>
            </a:extLst>
          </p:cNvPr>
          <p:cNvGrpSpPr/>
          <p:nvPr/>
        </p:nvGrpSpPr>
        <p:grpSpPr>
          <a:xfrm>
            <a:off x="7921050" y="164794"/>
            <a:ext cx="4066673" cy="2646493"/>
            <a:chOff x="7649230" y="216568"/>
            <a:chExt cx="4338493" cy="3424243"/>
          </a:xfrm>
        </p:grpSpPr>
        <p:grpSp>
          <p:nvGrpSpPr>
            <p:cNvPr id="15" name="Group 14">
              <a:extLst>
                <a:ext uri="{FF2B5EF4-FFF2-40B4-BE49-F238E27FC236}">
                  <a16:creationId xmlns:a16="http://schemas.microsoft.com/office/drawing/2014/main" id="{91E6050E-F942-0C74-4ED9-AF48BA0D5BA4}"/>
                </a:ext>
              </a:extLst>
            </p:cNvPr>
            <p:cNvGrpSpPr/>
            <p:nvPr/>
          </p:nvGrpSpPr>
          <p:grpSpPr>
            <a:xfrm>
              <a:off x="7649230" y="216568"/>
              <a:ext cx="4338493" cy="3424243"/>
              <a:chOff x="7649230" y="216568"/>
              <a:chExt cx="4338493" cy="3424243"/>
            </a:xfrm>
          </p:grpSpPr>
          <p:grpSp>
            <p:nvGrpSpPr>
              <p:cNvPr id="8" name="Group 7">
                <a:extLst>
                  <a:ext uri="{FF2B5EF4-FFF2-40B4-BE49-F238E27FC236}">
                    <a16:creationId xmlns:a16="http://schemas.microsoft.com/office/drawing/2014/main" id="{6B9B384C-10F9-8331-50AA-5A8B32EC7978}"/>
                  </a:ext>
                </a:extLst>
              </p:cNvPr>
              <p:cNvGrpSpPr/>
              <p:nvPr/>
            </p:nvGrpSpPr>
            <p:grpSpPr>
              <a:xfrm>
                <a:off x="7649230" y="216568"/>
                <a:ext cx="4338493" cy="3200677"/>
                <a:chOff x="7853507" y="0"/>
                <a:chExt cx="4338493" cy="3200677"/>
              </a:xfrm>
            </p:grpSpPr>
            <p:pic>
              <p:nvPicPr>
                <p:cNvPr id="2" name="Picture 1">
                  <a:extLst>
                    <a:ext uri="{FF2B5EF4-FFF2-40B4-BE49-F238E27FC236}">
                      <a16:creationId xmlns:a16="http://schemas.microsoft.com/office/drawing/2014/main" id="{83CD932E-D22C-5104-B56D-44F58AE88427}"/>
                    </a:ext>
                  </a:extLst>
                </p:cNvPr>
                <p:cNvPicPr>
                  <a:picLocks noChangeAspect="1"/>
                </p:cNvPicPr>
                <p:nvPr/>
              </p:nvPicPr>
              <p:blipFill>
                <a:blip r:embed="rId2"/>
                <a:stretch>
                  <a:fillRect/>
                </a:stretch>
              </p:blipFill>
              <p:spPr>
                <a:xfrm>
                  <a:off x="7853507" y="0"/>
                  <a:ext cx="4338493" cy="3200677"/>
                </a:xfrm>
                <a:prstGeom prst="rect">
                  <a:avLst/>
                </a:prstGeom>
              </p:spPr>
            </p:pic>
            <p:sp>
              <p:nvSpPr>
                <p:cNvPr id="5" name="TextBox 4">
                  <a:extLst>
                    <a:ext uri="{FF2B5EF4-FFF2-40B4-BE49-F238E27FC236}">
                      <a16:creationId xmlns:a16="http://schemas.microsoft.com/office/drawing/2014/main" id="{D79C5F35-752D-DBB7-0B30-3E3B6A9D71B4}"/>
                    </a:ext>
                  </a:extLst>
                </p:cNvPr>
                <p:cNvSpPr txBox="1"/>
                <p:nvPr/>
              </p:nvSpPr>
              <p:spPr>
                <a:xfrm>
                  <a:off x="8643959" y="1048188"/>
                  <a:ext cx="637675" cy="400110"/>
                </a:xfrm>
                <a:prstGeom prst="rect">
                  <a:avLst/>
                </a:prstGeom>
                <a:noFill/>
              </p:spPr>
              <p:txBody>
                <a:bodyPr wrap="square" rtlCol="0">
                  <a:spAutoFit/>
                </a:bodyPr>
                <a:lstStyle/>
                <a:p>
                  <a:r>
                    <a:rPr lang="en-US" sz="2000">
                      <a:latin typeface="Arial" panose="020B0604020202020204" pitchFamily="34" charset="0"/>
                      <a:cs typeface="Arial" panose="020B0604020202020204" pitchFamily="34" charset="0"/>
                    </a:rPr>
                    <a:t>K</a:t>
                  </a:r>
                </a:p>
              </p:txBody>
            </p:sp>
            <p:sp>
              <p:nvSpPr>
                <p:cNvPr id="6" name="TextBox 5">
                  <a:extLst>
                    <a:ext uri="{FF2B5EF4-FFF2-40B4-BE49-F238E27FC236}">
                      <a16:creationId xmlns:a16="http://schemas.microsoft.com/office/drawing/2014/main" id="{13CE0C03-4322-4DFA-16D1-3266B001E9E4}"/>
                    </a:ext>
                  </a:extLst>
                </p:cNvPr>
                <p:cNvSpPr txBox="1"/>
                <p:nvPr/>
              </p:nvSpPr>
              <p:spPr>
                <a:xfrm>
                  <a:off x="8784060" y="2602405"/>
                  <a:ext cx="637675" cy="400110"/>
                </a:xfrm>
                <a:prstGeom prst="rect">
                  <a:avLst/>
                </a:prstGeom>
                <a:noFill/>
              </p:spPr>
              <p:txBody>
                <a:bodyPr wrap="square" rtlCol="0">
                  <a:spAutoFit/>
                </a:bodyPr>
                <a:lstStyle/>
                <a:p>
                  <a:r>
                    <a:rPr lang="en-US" sz="2000">
                      <a:latin typeface="Arial" panose="020B0604020202020204" pitchFamily="34" charset="0"/>
                      <a:cs typeface="Arial" panose="020B0604020202020204" pitchFamily="34" charset="0"/>
                    </a:rPr>
                    <a:t>P</a:t>
                  </a:r>
                </a:p>
              </p:txBody>
            </p:sp>
          </p:grpSp>
          <p:sp>
            <p:nvSpPr>
              <p:cNvPr id="13" name="TextBox 12">
                <a:extLst>
                  <a:ext uri="{FF2B5EF4-FFF2-40B4-BE49-F238E27FC236}">
                    <a16:creationId xmlns:a16="http://schemas.microsoft.com/office/drawing/2014/main" id="{E2B36B70-9422-756C-4167-440E492598CF}"/>
                  </a:ext>
                </a:extLst>
              </p:cNvPr>
              <p:cNvSpPr txBox="1"/>
              <p:nvPr/>
            </p:nvSpPr>
            <p:spPr>
              <a:xfrm>
                <a:off x="10724405" y="3240701"/>
                <a:ext cx="637675" cy="400110"/>
              </a:xfrm>
              <a:prstGeom prst="rect">
                <a:avLst/>
              </a:prstGeom>
              <a:noFill/>
            </p:spPr>
            <p:txBody>
              <a:bodyPr wrap="square" rtlCol="0">
                <a:spAutoFit/>
              </a:bodyPr>
              <a:lstStyle/>
              <a:p>
                <a:r>
                  <a:rPr lang="en-US" sz="2000">
                    <a:latin typeface="Arial" panose="020B0604020202020204" pitchFamily="34" charset="0"/>
                    <a:cs typeface="Arial" panose="020B0604020202020204" pitchFamily="34" charset="0"/>
                  </a:rPr>
                  <a:t>Q</a:t>
                </a:r>
              </a:p>
            </p:txBody>
          </p:sp>
          <p:sp>
            <p:nvSpPr>
              <p:cNvPr id="14" name="TextBox 13">
                <a:extLst>
                  <a:ext uri="{FF2B5EF4-FFF2-40B4-BE49-F238E27FC236}">
                    <a16:creationId xmlns:a16="http://schemas.microsoft.com/office/drawing/2014/main" id="{59815F57-0C5B-C26E-F296-5112402AB165}"/>
                  </a:ext>
                </a:extLst>
              </p:cNvPr>
              <p:cNvSpPr txBox="1"/>
              <p:nvPr/>
            </p:nvSpPr>
            <p:spPr>
              <a:xfrm>
                <a:off x="10982373" y="1520353"/>
                <a:ext cx="637675" cy="400110"/>
              </a:xfrm>
              <a:prstGeom prst="rect">
                <a:avLst/>
              </a:prstGeom>
              <a:noFill/>
            </p:spPr>
            <p:txBody>
              <a:bodyPr wrap="square" rtlCol="0">
                <a:spAutoFit/>
              </a:bodyPr>
              <a:lstStyle/>
              <a:p>
                <a:r>
                  <a:rPr lang="en-US" sz="2000" b="1">
                    <a:solidFill>
                      <a:schemeClr val="bg1"/>
                    </a:solidFill>
                    <a:latin typeface="Arial" panose="020B0604020202020204" pitchFamily="34" charset="0"/>
                    <a:cs typeface="Arial" panose="020B0604020202020204" pitchFamily="34" charset="0"/>
                  </a:rPr>
                  <a:t>M</a:t>
                </a:r>
              </a:p>
            </p:txBody>
          </p:sp>
        </p:grpSp>
        <p:sp>
          <p:nvSpPr>
            <p:cNvPr id="23" name="TextBox 22">
              <a:extLst>
                <a:ext uri="{FF2B5EF4-FFF2-40B4-BE49-F238E27FC236}">
                  <a16:creationId xmlns:a16="http://schemas.microsoft.com/office/drawing/2014/main" id="{83EFB229-551A-495A-3A68-CDAD9CBA4FC8}"/>
                </a:ext>
              </a:extLst>
            </p:cNvPr>
            <p:cNvSpPr txBox="1"/>
            <p:nvPr/>
          </p:nvSpPr>
          <p:spPr>
            <a:xfrm>
              <a:off x="7684428" y="1193446"/>
              <a:ext cx="637675" cy="400110"/>
            </a:xfrm>
            <a:prstGeom prst="rect">
              <a:avLst/>
            </a:prstGeom>
            <a:noFill/>
          </p:spPr>
          <p:txBody>
            <a:bodyPr wrap="square" rtlCol="0">
              <a:spAutoFit/>
            </a:bodyPr>
            <a:lstStyle/>
            <a:p>
              <a:r>
                <a:rPr lang="en-US" sz="2000">
                  <a:latin typeface="Arial" panose="020B0604020202020204" pitchFamily="34" charset="0"/>
                  <a:cs typeface="Arial" panose="020B0604020202020204" pitchFamily="34" charset="0"/>
                </a:rPr>
                <a:t>O</a:t>
              </a:r>
            </a:p>
          </p:txBody>
        </p:sp>
      </p:grpSp>
      <p:sp>
        <p:nvSpPr>
          <p:cNvPr id="25" name="TextBox 24">
            <a:extLst>
              <a:ext uri="{FF2B5EF4-FFF2-40B4-BE49-F238E27FC236}">
                <a16:creationId xmlns:a16="http://schemas.microsoft.com/office/drawing/2014/main" id="{C8E0151F-81BA-A801-FA14-CB7DFE73ECF8}"/>
              </a:ext>
            </a:extLst>
          </p:cNvPr>
          <p:cNvSpPr txBox="1"/>
          <p:nvPr/>
        </p:nvSpPr>
        <p:spPr>
          <a:xfrm>
            <a:off x="200267" y="806252"/>
            <a:ext cx="7511975" cy="523220"/>
          </a:xfrm>
          <a:prstGeom prst="rect">
            <a:avLst/>
          </a:prstGeom>
          <a:noFill/>
        </p:spPr>
        <p:txBody>
          <a:bodyPr wrap="square">
            <a:spAutoFit/>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prstClr val="black"/>
                </a:solidFill>
                <a:effectLst/>
                <a:uLnTx/>
                <a:uFillTx/>
                <a:latin typeface="Arial" panose="020B0604020202020204" pitchFamily="34" charset="0"/>
                <a:cs typeface="Arial" panose="020B0604020202020204" pitchFamily="34" charset="0"/>
              </a:rPr>
              <a:t>- Cho một chùm sáng laser màu đỏ chiếu qua một lỗ tròn K trên màn chắn P. Phía sau màn chắn P đặt một màn quan sát Q. Kích thước lỗ tròn K có thể thay đổi được.</a:t>
            </a:r>
          </a:p>
        </p:txBody>
      </p:sp>
      <p:sp>
        <p:nvSpPr>
          <p:cNvPr id="26" name="TextBox 25">
            <a:extLst>
              <a:ext uri="{FF2B5EF4-FFF2-40B4-BE49-F238E27FC236}">
                <a16:creationId xmlns:a16="http://schemas.microsoft.com/office/drawing/2014/main" id="{4668614F-ADFB-AC6E-B1FF-7AFBA6FED85B}"/>
              </a:ext>
            </a:extLst>
          </p:cNvPr>
          <p:cNvSpPr txBox="1"/>
          <p:nvPr/>
        </p:nvSpPr>
        <p:spPr>
          <a:xfrm>
            <a:off x="200267" y="1352607"/>
            <a:ext cx="7511974" cy="523220"/>
          </a:xfrm>
          <a:prstGeom prst="rect">
            <a:avLst/>
          </a:prstGeom>
          <a:noFill/>
        </p:spPr>
        <p:txBody>
          <a:bodyPr wrap="square">
            <a:spAutoFit/>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prstClr val="black"/>
                </a:solidFill>
                <a:effectLst/>
                <a:uLnTx/>
                <a:uFillTx/>
                <a:latin typeface="Arial" panose="020B0604020202020204" pitchFamily="34" charset="0"/>
                <a:cs typeface="Arial" panose="020B0604020202020204" pitchFamily="34" charset="0"/>
              </a:rPr>
              <a:t>- Khi kích</a:t>
            </a:r>
            <a:r>
              <a:rPr kumimoji="0" lang="en-US" sz="1400" b="0" i="0" u="none" strike="noStrike" kern="1200" cap="none" spc="0" normalizeH="0" noProof="0">
                <a:ln>
                  <a:noFill/>
                </a:ln>
                <a:solidFill>
                  <a:prstClr val="black"/>
                </a:solidFill>
                <a:effectLst/>
                <a:uLnTx/>
                <a:uFillTx/>
                <a:latin typeface="Arial" panose="020B0604020202020204" pitchFamily="34" charset="0"/>
                <a:cs typeface="Arial" panose="020B0604020202020204" pitchFamily="34" charset="0"/>
              </a:rPr>
              <a:t> thước của lỗ tròn K đủ lớn trên màn quan sát Q ta thu được một vòng tròn sáng theo định luật truyền thẳng của ánh sáng</a:t>
            </a:r>
            <a:r>
              <a:rPr kumimoji="0" lang="en-US" sz="1400" b="0" i="0" u="none" strike="noStrike" kern="1200" cap="none" spc="0" normalizeH="0" baseline="0" noProof="0">
                <a:ln>
                  <a:noFill/>
                </a:ln>
                <a:solidFill>
                  <a:prstClr val="black"/>
                </a:solidFill>
                <a:effectLst/>
                <a:uLnTx/>
                <a:uFillTx/>
                <a:latin typeface="Arial" panose="020B0604020202020204" pitchFamily="34" charset="0"/>
                <a:cs typeface="Arial" panose="020B0604020202020204" pitchFamily="34" charset="0"/>
              </a:rPr>
              <a:t>.</a:t>
            </a:r>
          </a:p>
        </p:txBody>
      </p:sp>
      <p:sp>
        <p:nvSpPr>
          <p:cNvPr id="27" name="TextBox 26">
            <a:extLst>
              <a:ext uri="{FF2B5EF4-FFF2-40B4-BE49-F238E27FC236}">
                <a16:creationId xmlns:a16="http://schemas.microsoft.com/office/drawing/2014/main" id="{DC426D2D-4567-D723-01E6-E3A800B74251}"/>
              </a:ext>
            </a:extLst>
          </p:cNvPr>
          <p:cNvSpPr txBox="1"/>
          <p:nvPr/>
        </p:nvSpPr>
        <p:spPr>
          <a:xfrm>
            <a:off x="200266" y="1885486"/>
            <a:ext cx="7511973" cy="1169551"/>
          </a:xfrm>
          <a:prstGeom prst="rect">
            <a:avLst/>
          </a:prstGeom>
          <a:noFill/>
        </p:spPr>
        <p:txBody>
          <a:bodyPr wrap="square">
            <a:spAutoFit/>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prstClr val="black"/>
                </a:solidFill>
                <a:effectLst/>
                <a:uLnTx/>
                <a:uFillTx/>
                <a:latin typeface="Arial" panose="020B0604020202020204" pitchFamily="34" charset="0"/>
                <a:cs typeface="Arial" panose="020B0604020202020204" pitchFamily="34" charset="0"/>
              </a:rPr>
              <a:t>- Khi kích</a:t>
            </a:r>
            <a:r>
              <a:rPr kumimoji="0" lang="en-US" sz="1400" b="0" i="0" u="none" strike="noStrike" kern="1200" cap="none" spc="0" normalizeH="0" noProof="0">
                <a:ln>
                  <a:noFill/>
                </a:ln>
                <a:solidFill>
                  <a:prstClr val="black"/>
                </a:solidFill>
                <a:effectLst/>
                <a:uLnTx/>
                <a:uFillTx/>
                <a:latin typeface="Arial" panose="020B0604020202020204" pitchFamily="34" charset="0"/>
                <a:cs typeface="Arial" panose="020B0604020202020204" pitchFamily="34" charset="0"/>
              </a:rPr>
              <a:t> thước của lỗ tròn K rất nhỏ (vào cỡ bước sóng) thì trên màn Q xuất hiện một hệ vân hình vành khan sáng – tối xen kẽ. Đặc biệt M chính giữa màn Q lại có thể sáng hơn hoặc tối hơn so với khi không có màn P, tùy theo kích thước của lỗ tròn O và khoảng cách từ nó đến màn Q. </a:t>
            </a:r>
            <a:r>
              <a:rPr kumimoji="0" lang="en-US" sz="1400" b="1" i="1" u="none" strike="noStrike" kern="1200" cap="none" spc="0" normalizeH="0" noProof="0">
                <a:ln>
                  <a:noFill/>
                </a:ln>
                <a:solidFill>
                  <a:srgbClr val="FF0000"/>
                </a:solidFill>
                <a:effectLst/>
                <a:uLnTx/>
                <a:uFillTx/>
                <a:latin typeface="Arial" panose="020B0604020202020204" pitchFamily="34" charset="0"/>
                <a:cs typeface="Arial" panose="020B0604020202020204" pitchFamily="34" charset="0"/>
              </a:rPr>
              <a:t>Hiện tượng này chứng tỏ ánh sáng không truyền thẳng khi đi qua lỗ nhỏ có kích thước vào cỡ bước sóng và gọi là nhiễu xạ ánh sáng.</a:t>
            </a:r>
            <a:endParaRPr kumimoji="0" lang="en-US" sz="1400" b="1" i="1" u="none" strike="noStrike" kern="1200" cap="none" spc="0" normalizeH="0" baseline="0" noProof="0">
              <a:ln>
                <a:noFill/>
              </a:ln>
              <a:solidFill>
                <a:srgbClr val="FF0000"/>
              </a:solidFill>
              <a:effectLst/>
              <a:uLnTx/>
              <a:uFillTx/>
              <a:latin typeface="Arial" panose="020B0604020202020204" pitchFamily="34" charset="0"/>
              <a:cs typeface="Arial" panose="020B0604020202020204" pitchFamily="34" charset="0"/>
            </a:endParaRPr>
          </a:p>
        </p:txBody>
      </p:sp>
      <p:sp>
        <p:nvSpPr>
          <p:cNvPr id="29" name="TextBox 28">
            <a:extLst>
              <a:ext uri="{FF2B5EF4-FFF2-40B4-BE49-F238E27FC236}">
                <a16:creationId xmlns:a16="http://schemas.microsoft.com/office/drawing/2014/main" id="{F4291AD5-A530-6503-BD2C-C985705D920D}"/>
              </a:ext>
            </a:extLst>
          </p:cNvPr>
          <p:cNvSpPr txBox="1"/>
          <p:nvPr/>
        </p:nvSpPr>
        <p:spPr>
          <a:xfrm>
            <a:off x="238601" y="3047520"/>
            <a:ext cx="5764647" cy="338554"/>
          </a:xfrm>
          <a:prstGeom prst="rect">
            <a:avLst/>
          </a:prstGeom>
          <a:noFill/>
        </p:spPr>
        <p:txBody>
          <a:bodyPr wrap="square" rtlCol="0">
            <a:spAutoFit/>
          </a:bodyPr>
          <a:lstStyle/>
          <a:p>
            <a:pPr algn="just"/>
            <a:r>
              <a:rPr lang="en-US" sz="1600" b="1">
                <a:solidFill>
                  <a:srgbClr val="0070C0"/>
                </a:solidFill>
                <a:latin typeface="Arial" panose="020B0604020202020204" pitchFamily="34" charset="0"/>
                <a:cs typeface="Arial" panose="020B0604020202020204" pitchFamily="34" charset="0"/>
                <a:sym typeface="Wingdings" panose="05000000000000000000" pitchFamily="2" charset="2"/>
              </a:rPr>
              <a:t>b) </a:t>
            </a:r>
            <a:r>
              <a:rPr lang="en-US" sz="1600" b="1" i="1">
                <a:solidFill>
                  <a:srgbClr val="0070C0"/>
                </a:solidFill>
                <a:latin typeface="Arial" panose="020B0604020202020204" pitchFamily="34" charset="0"/>
                <a:cs typeface="Arial" panose="020B0604020202020204" pitchFamily="34" charset="0"/>
              </a:rPr>
              <a:t>Phương pháp đới cầu Fresnel</a:t>
            </a:r>
          </a:p>
        </p:txBody>
      </p:sp>
      <p:grpSp>
        <p:nvGrpSpPr>
          <p:cNvPr id="32" name="Group 31">
            <a:extLst>
              <a:ext uri="{FF2B5EF4-FFF2-40B4-BE49-F238E27FC236}">
                <a16:creationId xmlns:a16="http://schemas.microsoft.com/office/drawing/2014/main" id="{1CADE1EB-FE72-4AA6-9FA1-F4B0E2071E7B}"/>
              </a:ext>
            </a:extLst>
          </p:cNvPr>
          <p:cNvGrpSpPr/>
          <p:nvPr/>
        </p:nvGrpSpPr>
        <p:grpSpPr>
          <a:xfrm>
            <a:off x="238601" y="3485755"/>
            <a:ext cx="3103501" cy="2296182"/>
            <a:chOff x="385011" y="3805489"/>
            <a:chExt cx="3539069" cy="2835943"/>
          </a:xfrm>
        </p:grpSpPr>
        <p:pic>
          <p:nvPicPr>
            <p:cNvPr id="28" name="Picture 27">
              <a:extLst>
                <a:ext uri="{FF2B5EF4-FFF2-40B4-BE49-F238E27FC236}">
                  <a16:creationId xmlns:a16="http://schemas.microsoft.com/office/drawing/2014/main" id="{87C40EA2-2420-892D-0636-D2D629E9C78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85011" y="3805489"/>
              <a:ext cx="3539069" cy="28359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1" name="TextBox 30">
              <a:extLst>
                <a:ext uri="{FF2B5EF4-FFF2-40B4-BE49-F238E27FC236}">
                  <a16:creationId xmlns:a16="http://schemas.microsoft.com/office/drawing/2014/main" id="{37BC868A-33C2-68D3-2F3E-98B5BF4C6575}"/>
                </a:ext>
              </a:extLst>
            </p:cNvPr>
            <p:cNvSpPr txBox="1"/>
            <p:nvPr/>
          </p:nvSpPr>
          <p:spPr>
            <a:xfrm>
              <a:off x="2330374" y="4847414"/>
              <a:ext cx="637675" cy="369332"/>
            </a:xfrm>
            <a:prstGeom prst="rect">
              <a:avLst/>
            </a:prstGeom>
            <a:noFill/>
          </p:spPr>
          <p:txBody>
            <a:bodyPr wrap="square" rtlCol="0">
              <a:spAutoFit/>
            </a:bodyPr>
            <a:lstStyle/>
            <a:p>
              <a:r>
                <a:rPr lang="en-US">
                  <a:latin typeface="Arial" panose="020B0604020202020204" pitchFamily="34" charset="0"/>
                  <a:cs typeface="Arial" panose="020B0604020202020204" pitchFamily="34" charset="0"/>
                </a:rPr>
                <a:t>K</a:t>
              </a:r>
            </a:p>
          </p:txBody>
        </p:sp>
      </p:grpSp>
      <p:sp>
        <p:nvSpPr>
          <p:cNvPr id="33" name="TextBox 32">
            <a:extLst>
              <a:ext uri="{FF2B5EF4-FFF2-40B4-BE49-F238E27FC236}">
                <a16:creationId xmlns:a16="http://schemas.microsoft.com/office/drawing/2014/main" id="{2E1EE43C-B67D-8EE2-8EC5-4614DDEC7C66}"/>
              </a:ext>
            </a:extLst>
          </p:cNvPr>
          <p:cNvSpPr txBox="1"/>
          <p:nvPr/>
        </p:nvSpPr>
        <p:spPr>
          <a:xfrm>
            <a:off x="4076086" y="3103713"/>
            <a:ext cx="7993239" cy="1169551"/>
          </a:xfrm>
          <a:prstGeom prst="rect">
            <a:avLst/>
          </a:prstGeom>
          <a:noFill/>
        </p:spPr>
        <p:txBody>
          <a:bodyPr wrap="square">
            <a:spAutoFit/>
          </a:bodyPr>
          <a:lstStyle/>
          <a:p>
            <a:pPr lvl="0" algn="just">
              <a:defRPr/>
            </a:pPr>
            <a:r>
              <a:rPr kumimoji="0" lang="en-US" sz="1400" b="0" i="0" u="none" strike="noStrike" kern="1200" cap="none" spc="0" normalizeH="0" baseline="0" noProof="0">
                <a:ln>
                  <a:noFill/>
                </a:ln>
                <a:solidFill>
                  <a:prstClr val="black"/>
                </a:solidFill>
                <a:effectLst/>
                <a:uLnTx/>
                <a:uFillTx/>
                <a:latin typeface="Arial" panose="020B0604020202020204" pitchFamily="34" charset="0"/>
                <a:cs typeface="Arial" panose="020B0604020202020204" pitchFamily="34" charset="0"/>
              </a:rPr>
              <a:t>- Dựng</a:t>
            </a:r>
            <a:r>
              <a:rPr kumimoji="0" lang="en-US" sz="1400" b="0" i="0" u="none" strike="noStrike" kern="1200" cap="none" spc="0" normalizeH="0" noProof="0">
                <a:ln>
                  <a:noFill/>
                </a:ln>
                <a:solidFill>
                  <a:prstClr val="black"/>
                </a:solidFill>
                <a:effectLst/>
                <a:uLnTx/>
                <a:uFillTx/>
                <a:latin typeface="Arial" panose="020B0604020202020204" pitchFamily="34" charset="0"/>
                <a:cs typeface="Arial" panose="020B0604020202020204" pitchFamily="34" charset="0"/>
              </a:rPr>
              <a:t> mặt cầu S tâm O tại nguồn sáng laser tựa vào lỗ K. Lấy M làm tâm vẽ các mặt cầu </a:t>
            </a:r>
            <a:r>
              <a:rPr lang="en-US" sz="1400" b="1">
                <a:latin typeface="Arial" panose="020B0604020202020204" pitchFamily="34" charset="0"/>
                <a:cs typeface="Arial" panose="020B0604020202020204" pitchFamily="34" charset="0"/>
                <a:sym typeface="Symbol" panose="05050102010706020507" pitchFamily="18" charset="2"/>
              </a:rPr>
              <a:t></a:t>
            </a:r>
            <a:r>
              <a:rPr lang="en-US" sz="1400" b="1" baseline="-25000">
                <a:latin typeface="Arial" panose="020B0604020202020204" pitchFamily="34" charset="0"/>
                <a:cs typeface="Arial" panose="020B0604020202020204" pitchFamily="34" charset="0"/>
              </a:rPr>
              <a:t>o</a:t>
            </a:r>
            <a:r>
              <a:rPr lang="en-US" sz="1400" b="1">
                <a:latin typeface="Arial" panose="020B0604020202020204" pitchFamily="34" charset="0"/>
                <a:cs typeface="Arial" panose="020B0604020202020204" pitchFamily="34" charset="0"/>
              </a:rPr>
              <a:t>, </a:t>
            </a:r>
            <a:r>
              <a:rPr lang="en-US" sz="1400" b="1">
                <a:latin typeface="Arial" panose="020B0604020202020204" pitchFamily="34" charset="0"/>
                <a:cs typeface="Arial" panose="020B0604020202020204" pitchFamily="34" charset="0"/>
                <a:sym typeface="Symbol" panose="05050102010706020507" pitchFamily="18" charset="2"/>
              </a:rPr>
              <a:t></a:t>
            </a:r>
            <a:r>
              <a:rPr lang="en-US" sz="1400" b="1" baseline="-25000">
                <a:latin typeface="Arial" panose="020B0604020202020204" pitchFamily="34" charset="0"/>
                <a:cs typeface="Arial" panose="020B0604020202020204" pitchFamily="34" charset="0"/>
              </a:rPr>
              <a:t>1</a:t>
            </a:r>
            <a:r>
              <a:rPr lang="en-US" sz="1400" b="1">
                <a:latin typeface="Arial" panose="020B0604020202020204" pitchFamily="34" charset="0"/>
                <a:cs typeface="Arial" panose="020B0604020202020204" pitchFamily="34" charset="0"/>
              </a:rPr>
              <a:t>, </a:t>
            </a:r>
            <a:r>
              <a:rPr lang="en-US" sz="1400" b="1">
                <a:latin typeface="Arial" panose="020B0604020202020204" pitchFamily="34" charset="0"/>
                <a:cs typeface="Arial" panose="020B0604020202020204" pitchFamily="34" charset="0"/>
                <a:sym typeface="Symbol" panose="05050102010706020507" pitchFamily="18" charset="2"/>
              </a:rPr>
              <a:t></a:t>
            </a:r>
            <a:r>
              <a:rPr lang="en-US" sz="1400" b="1" baseline="-25000">
                <a:latin typeface="Arial" panose="020B0604020202020204" pitchFamily="34" charset="0"/>
                <a:cs typeface="Arial" panose="020B0604020202020204" pitchFamily="34" charset="0"/>
              </a:rPr>
              <a:t>2</a:t>
            </a:r>
            <a:r>
              <a:rPr lang="en-US" sz="1400" b="1">
                <a:latin typeface="Arial" panose="020B0604020202020204" pitchFamily="34" charset="0"/>
                <a:cs typeface="Arial" panose="020B0604020202020204" pitchFamily="34" charset="0"/>
              </a:rPr>
              <a:t>, . . . </a:t>
            </a:r>
            <a:r>
              <a:rPr kumimoji="0" lang="en-US" sz="1400" b="0" i="0" u="none" strike="noStrike" kern="1200" cap="none" spc="0" normalizeH="0" noProof="0">
                <a:ln>
                  <a:noFill/>
                </a:ln>
                <a:solidFill>
                  <a:prstClr val="black"/>
                </a:solidFill>
                <a:effectLst/>
                <a:uLnTx/>
                <a:uFillTx/>
                <a:latin typeface="Arial" panose="020B0604020202020204" pitchFamily="34" charset="0"/>
                <a:cs typeface="Arial" panose="020B0604020202020204" pitchFamily="34" charset="0"/>
              </a:rPr>
              <a:t> có bán kính lần lượt là b = MK; b +</a:t>
            </a:r>
            <a:r>
              <a:rPr kumimoji="0" lang="en-US" sz="1400" b="0" i="0" u="none" strike="noStrike" kern="1200" cap="none" spc="0" normalizeH="0" noProof="0">
                <a:ln>
                  <a:noFill/>
                </a:ln>
                <a:solidFill>
                  <a:prstClr val="black"/>
                </a:solidFill>
                <a:effectLst/>
                <a:uLnTx/>
                <a:uFillTx/>
                <a:latin typeface="Arial" panose="020B0604020202020204" pitchFamily="34" charset="0"/>
                <a:cs typeface="Arial" panose="020B0604020202020204" pitchFamily="34" charset="0"/>
                <a:sym typeface="Symbol" panose="05050102010706020507" pitchFamily="18" charset="2"/>
              </a:rPr>
              <a:t>/2; </a:t>
            </a:r>
            <a:r>
              <a:rPr lang="en-US" sz="1400">
                <a:solidFill>
                  <a:prstClr val="black"/>
                </a:solidFill>
                <a:latin typeface="Arial" panose="020B0604020202020204" pitchFamily="34" charset="0"/>
                <a:cs typeface="Arial" panose="020B0604020202020204" pitchFamily="34" charset="0"/>
              </a:rPr>
              <a:t>b +2</a:t>
            </a:r>
            <a:r>
              <a:rPr lang="en-US" sz="1400">
                <a:solidFill>
                  <a:prstClr val="black"/>
                </a:solidFill>
                <a:latin typeface="Arial" panose="020B0604020202020204" pitchFamily="34" charset="0"/>
                <a:cs typeface="Arial" panose="020B0604020202020204" pitchFamily="34" charset="0"/>
                <a:sym typeface="Symbol" panose="05050102010706020507" pitchFamily="18" charset="2"/>
              </a:rPr>
              <a:t>/2; </a:t>
            </a:r>
            <a:r>
              <a:rPr lang="en-US" sz="1400">
                <a:solidFill>
                  <a:prstClr val="black"/>
                </a:solidFill>
                <a:latin typeface="Arial" panose="020B0604020202020204" pitchFamily="34" charset="0"/>
                <a:cs typeface="Arial" panose="020B0604020202020204" pitchFamily="34" charset="0"/>
              </a:rPr>
              <a:t>b +3</a:t>
            </a:r>
            <a:r>
              <a:rPr lang="en-US" sz="1400">
                <a:solidFill>
                  <a:prstClr val="black"/>
                </a:solidFill>
                <a:latin typeface="Arial" panose="020B0604020202020204" pitchFamily="34" charset="0"/>
                <a:cs typeface="Arial" panose="020B0604020202020204" pitchFamily="34" charset="0"/>
                <a:sym typeface="Symbol" panose="05050102010706020507" pitchFamily="18" charset="2"/>
              </a:rPr>
              <a:t>/2 … Những mặt cầu này cắt mặt cầu S thành các đới cầu gọi là đới cầu Fresnel. Đới cầu thứ k có bán kính r</a:t>
            </a:r>
            <a:r>
              <a:rPr lang="en-US" sz="1400" baseline="-25000">
                <a:solidFill>
                  <a:prstClr val="black"/>
                </a:solidFill>
                <a:latin typeface="Arial" panose="020B0604020202020204" pitchFamily="34" charset="0"/>
                <a:cs typeface="Arial" panose="020B0604020202020204" pitchFamily="34" charset="0"/>
                <a:sym typeface="Symbol" panose="05050102010706020507" pitchFamily="18" charset="2"/>
              </a:rPr>
              <a:t>k</a:t>
            </a:r>
            <a:r>
              <a:rPr lang="en-US" sz="1400">
                <a:solidFill>
                  <a:prstClr val="black"/>
                </a:solidFill>
                <a:latin typeface="Arial" panose="020B0604020202020204" pitchFamily="34" charset="0"/>
                <a:cs typeface="Arial" panose="020B0604020202020204" pitchFamily="34" charset="0"/>
                <a:sym typeface="Symbol" panose="05050102010706020507" pitchFamily="18" charset="2"/>
              </a:rPr>
              <a:t> và có cùng diện tích S. Biên độ dao động tại M do đới thứ k gửi đến bằng trung bình cộng biên độ của hai đới liền kề. Dao động sáng do hai đới kế tiếp gửi đến M thì ngược pha nhau.</a:t>
            </a:r>
            <a:endParaRPr kumimoji="0" lang="en-US" sz="1400" b="0" i="0" u="none" strike="noStrike" kern="1200" cap="none" spc="0" normalizeH="0" baseline="0" noProof="0">
              <a:ln>
                <a:noFill/>
              </a:ln>
              <a:solidFill>
                <a:prstClr val="black"/>
              </a:solidFill>
              <a:effectLst/>
              <a:uLnTx/>
              <a:uFillTx/>
              <a:latin typeface="Arial" panose="020B0604020202020204" pitchFamily="34" charset="0"/>
              <a:cs typeface="Arial" panose="020B0604020202020204" pitchFamily="34" charset="0"/>
            </a:endParaRPr>
          </a:p>
        </p:txBody>
      </p:sp>
      <p:graphicFrame>
        <p:nvGraphicFramePr>
          <p:cNvPr id="36" name="Object 35">
            <a:extLst>
              <a:ext uri="{FF2B5EF4-FFF2-40B4-BE49-F238E27FC236}">
                <a16:creationId xmlns:a16="http://schemas.microsoft.com/office/drawing/2014/main" id="{85F33A5A-7167-9DBD-B852-96BD2C3643F1}"/>
              </a:ext>
            </a:extLst>
          </p:cNvPr>
          <p:cNvGraphicFramePr>
            <a:graphicFrameLocks noChangeAspect="1"/>
          </p:cNvGraphicFramePr>
          <p:nvPr>
            <p:extLst>
              <p:ext uri="{D42A27DB-BD31-4B8C-83A1-F6EECF244321}">
                <p14:modId xmlns:p14="http://schemas.microsoft.com/office/powerpoint/2010/main" val="2719824345"/>
              </p:ext>
            </p:extLst>
          </p:nvPr>
        </p:nvGraphicFramePr>
        <p:xfrm>
          <a:off x="5596382" y="4279081"/>
          <a:ext cx="1526312" cy="670436"/>
        </p:xfrm>
        <a:graphic>
          <a:graphicData uri="http://schemas.openxmlformats.org/presentationml/2006/ole">
            <mc:AlternateContent xmlns:mc="http://schemas.openxmlformats.org/markup-compatibility/2006">
              <mc:Choice xmlns:v="urn:schemas-microsoft-com:vml" Requires="v">
                <p:oleObj name="Equation" r:id="rId4" imgW="1015559" imgH="444307" progId="Equation.DSMT4">
                  <p:embed/>
                </p:oleObj>
              </mc:Choice>
              <mc:Fallback>
                <p:oleObj name="Equation" r:id="rId4" imgW="1015559" imgH="444307" progId="Equation.DSMT4">
                  <p:embed/>
                  <p:pic>
                    <p:nvPicPr>
                      <p:cNvPr id="36" name="Object 35">
                        <a:extLst>
                          <a:ext uri="{FF2B5EF4-FFF2-40B4-BE49-F238E27FC236}">
                            <a16:creationId xmlns:a16="http://schemas.microsoft.com/office/drawing/2014/main" id="{85F33A5A-7167-9DBD-B852-96BD2C3643F1}"/>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596382" y="4279081"/>
                        <a:ext cx="1526312" cy="670436"/>
                      </a:xfrm>
                      <a:prstGeom prst="rect">
                        <a:avLst/>
                      </a:prstGeom>
                      <a:noFill/>
                      <a:ln w="28575">
                        <a:solidFill>
                          <a:srgbClr val="00B0F0"/>
                        </a:solidFill>
                      </a:ln>
                    </p:spPr>
                  </p:pic>
                </p:oleObj>
              </mc:Fallback>
            </mc:AlternateContent>
          </a:graphicData>
        </a:graphic>
      </p:graphicFrame>
      <p:graphicFrame>
        <p:nvGraphicFramePr>
          <p:cNvPr id="37" name="Object 36">
            <a:extLst>
              <a:ext uri="{FF2B5EF4-FFF2-40B4-BE49-F238E27FC236}">
                <a16:creationId xmlns:a16="http://schemas.microsoft.com/office/drawing/2014/main" id="{A955B9DB-B2B2-E57D-141F-B2A6D64D37AA}"/>
              </a:ext>
            </a:extLst>
          </p:cNvPr>
          <p:cNvGraphicFramePr>
            <a:graphicFrameLocks noChangeAspect="1"/>
          </p:cNvGraphicFramePr>
          <p:nvPr>
            <p:extLst>
              <p:ext uri="{D42A27DB-BD31-4B8C-83A1-F6EECF244321}">
                <p14:modId xmlns:p14="http://schemas.microsoft.com/office/powerpoint/2010/main" val="528433200"/>
              </p:ext>
            </p:extLst>
          </p:nvPr>
        </p:nvGraphicFramePr>
        <p:xfrm>
          <a:off x="7717153" y="4263546"/>
          <a:ext cx="1373732" cy="709762"/>
        </p:xfrm>
        <a:graphic>
          <a:graphicData uri="http://schemas.openxmlformats.org/presentationml/2006/ole">
            <mc:AlternateContent xmlns:mc="http://schemas.openxmlformats.org/markup-compatibility/2006">
              <mc:Choice xmlns:v="urn:schemas-microsoft-com:vml" Requires="v">
                <p:oleObj name="Equation" r:id="rId6" imgW="761760" imgH="393480" progId="Equation.DSMT4">
                  <p:embed/>
                </p:oleObj>
              </mc:Choice>
              <mc:Fallback>
                <p:oleObj name="Equation" r:id="rId6" imgW="761760" imgH="393480" progId="Equation.DSMT4">
                  <p:embed/>
                  <p:pic>
                    <p:nvPicPr>
                      <p:cNvPr id="37" name="Object 36">
                        <a:extLst>
                          <a:ext uri="{FF2B5EF4-FFF2-40B4-BE49-F238E27FC236}">
                            <a16:creationId xmlns:a16="http://schemas.microsoft.com/office/drawing/2014/main" id="{A955B9DB-B2B2-E57D-141F-B2A6D64D37AA}"/>
                          </a:ext>
                        </a:extLst>
                      </p:cNvPr>
                      <p:cNvPicPr/>
                      <p:nvPr/>
                    </p:nvPicPr>
                    <p:blipFill>
                      <a:blip r:embed="rId7"/>
                      <a:stretch>
                        <a:fillRect/>
                      </a:stretch>
                    </p:blipFill>
                    <p:spPr>
                      <a:xfrm>
                        <a:off x="7717153" y="4263546"/>
                        <a:ext cx="1373732" cy="709762"/>
                      </a:xfrm>
                      <a:prstGeom prst="rect">
                        <a:avLst/>
                      </a:prstGeom>
                      <a:ln w="28575">
                        <a:solidFill>
                          <a:srgbClr val="FF3399"/>
                        </a:solidFill>
                      </a:ln>
                    </p:spPr>
                  </p:pic>
                </p:oleObj>
              </mc:Fallback>
            </mc:AlternateContent>
          </a:graphicData>
        </a:graphic>
      </p:graphicFrame>
      <p:graphicFrame>
        <p:nvGraphicFramePr>
          <p:cNvPr id="39" name="Object 38">
            <a:extLst>
              <a:ext uri="{FF2B5EF4-FFF2-40B4-BE49-F238E27FC236}">
                <a16:creationId xmlns:a16="http://schemas.microsoft.com/office/drawing/2014/main" id="{B9A86B45-A001-F6E0-8619-8C8B5804938F}"/>
              </a:ext>
            </a:extLst>
          </p:cNvPr>
          <p:cNvGraphicFramePr>
            <a:graphicFrameLocks noChangeAspect="1"/>
          </p:cNvGraphicFramePr>
          <p:nvPr>
            <p:extLst>
              <p:ext uri="{D42A27DB-BD31-4B8C-83A1-F6EECF244321}">
                <p14:modId xmlns:p14="http://schemas.microsoft.com/office/powerpoint/2010/main" val="2481444428"/>
              </p:ext>
            </p:extLst>
          </p:nvPr>
        </p:nvGraphicFramePr>
        <p:xfrm>
          <a:off x="9474901" y="4259419"/>
          <a:ext cx="2037701" cy="709761"/>
        </p:xfrm>
        <a:graphic>
          <a:graphicData uri="http://schemas.openxmlformats.org/presentationml/2006/ole">
            <mc:AlternateContent xmlns:mc="http://schemas.openxmlformats.org/markup-compatibility/2006">
              <mc:Choice xmlns:v="urn:schemas-microsoft-com:vml" Requires="v">
                <p:oleObj name="Equation" r:id="rId8" imgW="1130040" imgH="393480" progId="Equation.DSMT4">
                  <p:embed/>
                </p:oleObj>
              </mc:Choice>
              <mc:Fallback>
                <p:oleObj name="Equation" r:id="rId8" imgW="1130040" imgH="393480" progId="Equation.DSMT4">
                  <p:embed/>
                  <p:pic>
                    <p:nvPicPr>
                      <p:cNvPr id="39" name="Object 38">
                        <a:extLst>
                          <a:ext uri="{FF2B5EF4-FFF2-40B4-BE49-F238E27FC236}">
                            <a16:creationId xmlns:a16="http://schemas.microsoft.com/office/drawing/2014/main" id="{B9A86B45-A001-F6E0-8619-8C8B5804938F}"/>
                          </a:ext>
                        </a:extLst>
                      </p:cNvPr>
                      <p:cNvPicPr/>
                      <p:nvPr/>
                    </p:nvPicPr>
                    <p:blipFill>
                      <a:blip r:embed="rId9"/>
                      <a:stretch>
                        <a:fillRect/>
                      </a:stretch>
                    </p:blipFill>
                    <p:spPr>
                      <a:xfrm>
                        <a:off x="9474901" y="4259419"/>
                        <a:ext cx="2037701" cy="709761"/>
                      </a:xfrm>
                      <a:prstGeom prst="rect">
                        <a:avLst/>
                      </a:prstGeom>
                      <a:ln w="28575">
                        <a:solidFill>
                          <a:srgbClr val="00B050"/>
                        </a:solidFill>
                      </a:ln>
                    </p:spPr>
                  </p:pic>
                </p:oleObj>
              </mc:Fallback>
            </mc:AlternateContent>
          </a:graphicData>
        </a:graphic>
      </p:graphicFrame>
      <p:sp>
        <p:nvSpPr>
          <p:cNvPr id="40" name="TextBox 39">
            <a:extLst>
              <a:ext uri="{FF2B5EF4-FFF2-40B4-BE49-F238E27FC236}">
                <a16:creationId xmlns:a16="http://schemas.microsoft.com/office/drawing/2014/main" id="{03F6D50F-8A1D-E782-7BDE-144FA07B8B5D}"/>
              </a:ext>
            </a:extLst>
          </p:cNvPr>
          <p:cNvSpPr txBox="1"/>
          <p:nvPr/>
        </p:nvSpPr>
        <p:spPr>
          <a:xfrm>
            <a:off x="4047865" y="5183196"/>
            <a:ext cx="4141888" cy="523220"/>
          </a:xfrm>
          <a:prstGeom prst="rect">
            <a:avLst/>
          </a:prstGeom>
          <a:noFill/>
        </p:spPr>
        <p:txBody>
          <a:bodyPr wrap="square">
            <a:spAutoFit/>
          </a:bodyPr>
          <a:lstStyle/>
          <a:p>
            <a:pPr lvl="0" algn="just">
              <a:defRPr/>
            </a:pPr>
            <a:r>
              <a:rPr kumimoji="0" lang="en-US" sz="1400" b="0" i="0" u="none" strike="noStrike" kern="1200" cap="none" spc="0" normalizeH="0" baseline="0" noProof="0">
                <a:ln>
                  <a:noFill/>
                </a:ln>
                <a:solidFill>
                  <a:prstClr val="black"/>
                </a:solidFill>
                <a:effectLst/>
                <a:uLnTx/>
                <a:uFillTx/>
                <a:latin typeface="Arial" panose="020B0604020202020204" pitchFamily="34" charset="0"/>
                <a:cs typeface="Arial" panose="020B0604020202020204" pitchFamily="34" charset="0"/>
              </a:rPr>
              <a:t>- Gọi</a:t>
            </a:r>
            <a:r>
              <a:rPr kumimoji="0" lang="en-US" sz="1400" b="0" i="0" u="none" strike="noStrike" kern="1200" cap="none" spc="0" normalizeH="0" noProof="0">
                <a:ln>
                  <a:noFill/>
                </a:ln>
                <a:solidFill>
                  <a:prstClr val="black"/>
                </a:solidFill>
                <a:effectLst/>
                <a:uLnTx/>
                <a:uFillTx/>
                <a:latin typeface="Arial" panose="020B0604020202020204" pitchFamily="34" charset="0"/>
                <a:cs typeface="Arial" panose="020B0604020202020204" pitchFamily="34" charset="0"/>
              </a:rPr>
              <a:t> I</a:t>
            </a:r>
            <a:r>
              <a:rPr kumimoji="0" lang="en-US" sz="1400" b="0" i="0" u="none" strike="noStrike" kern="1200" cap="none" spc="0" normalizeH="0" baseline="-25000" noProof="0">
                <a:ln>
                  <a:noFill/>
                </a:ln>
                <a:solidFill>
                  <a:prstClr val="black"/>
                </a:solidFill>
                <a:effectLst/>
                <a:uLnTx/>
                <a:uFillTx/>
                <a:latin typeface="Arial" panose="020B0604020202020204" pitchFamily="34" charset="0"/>
                <a:cs typeface="Arial" panose="020B0604020202020204" pitchFamily="34" charset="0"/>
              </a:rPr>
              <a:t>0</a:t>
            </a:r>
            <a:r>
              <a:rPr kumimoji="0" lang="en-US" sz="1400" b="0" i="0" u="none" strike="noStrike" kern="1200" cap="none" spc="0" normalizeH="0" noProof="0">
                <a:ln>
                  <a:noFill/>
                </a:ln>
                <a:solidFill>
                  <a:prstClr val="black"/>
                </a:solidFill>
                <a:effectLst/>
                <a:uLnTx/>
                <a:uFillTx/>
                <a:latin typeface="Arial" panose="020B0604020202020204" pitchFamily="34" charset="0"/>
                <a:cs typeface="Arial" panose="020B0604020202020204" pitchFamily="34" charset="0"/>
              </a:rPr>
              <a:t> là cường độ sáng trước lỗ K. Khi</a:t>
            </a:r>
            <a:r>
              <a:rPr kumimoji="0" lang="en-US" sz="1400" b="0" i="0" u="none" strike="noStrike" kern="1200" cap="none" spc="0" normalizeH="0" baseline="0" noProof="0">
                <a:ln>
                  <a:noFill/>
                </a:ln>
                <a:solidFill>
                  <a:prstClr val="black"/>
                </a:solidFill>
                <a:effectLst/>
                <a:uLnTx/>
                <a:uFillTx/>
                <a:latin typeface="Arial" panose="020B0604020202020204" pitchFamily="34" charset="0"/>
                <a:cs typeface="Arial" panose="020B0604020202020204" pitchFamily="34" charset="0"/>
              </a:rPr>
              <a:t> không</a:t>
            </a:r>
            <a:r>
              <a:rPr kumimoji="0" lang="en-US" sz="1400" b="0" i="0" u="none" strike="noStrike" kern="1200" cap="none" spc="0" normalizeH="0" noProof="0">
                <a:ln>
                  <a:noFill/>
                </a:ln>
                <a:solidFill>
                  <a:prstClr val="black"/>
                </a:solidFill>
                <a:effectLst/>
                <a:uLnTx/>
                <a:uFillTx/>
                <a:latin typeface="Arial" panose="020B0604020202020204" pitchFamily="34" charset="0"/>
                <a:cs typeface="Arial" panose="020B0604020202020204" pitchFamily="34" charset="0"/>
              </a:rPr>
              <a:t> có màn chắn P hoặc kích thước lỗ K lớn:</a:t>
            </a:r>
            <a:endParaRPr kumimoji="0" lang="en-US" sz="1400" b="0" i="0" u="none" strike="noStrike" kern="1200" cap="none" spc="0" normalizeH="0" baseline="0" noProof="0">
              <a:ln>
                <a:noFill/>
              </a:ln>
              <a:solidFill>
                <a:prstClr val="black"/>
              </a:solidFill>
              <a:effectLst/>
              <a:uLnTx/>
              <a:uFillTx/>
              <a:latin typeface="Arial" panose="020B0604020202020204" pitchFamily="34" charset="0"/>
              <a:cs typeface="Arial" panose="020B0604020202020204" pitchFamily="34" charset="0"/>
            </a:endParaRPr>
          </a:p>
        </p:txBody>
      </p:sp>
      <p:pic>
        <p:nvPicPr>
          <p:cNvPr id="41" name="Picture 2">
            <a:extLst>
              <a:ext uri="{FF2B5EF4-FFF2-40B4-BE49-F238E27FC236}">
                <a16:creationId xmlns:a16="http://schemas.microsoft.com/office/drawing/2014/main" id="{40B55952-B8B7-72AA-89AF-5DD951D20D05}"/>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8216465" y="5173086"/>
            <a:ext cx="1596048" cy="5663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3" name="TextBox 42">
            <a:extLst>
              <a:ext uri="{FF2B5EF4-FFF2-40B4-BE49-F238E27FC236}">
                <a16:creationId xmlns:a16="http://schemas.microsoft.com/office/drawing/2014/main" id="{2571B027-8722-BAC4-B27D-E4CDB1F28923}"/>
              </a:ext>
            </a:extLst>
          </p:cNvPr>
          <p:cNvSpPr txBox="1"/>
          <p:nvPr/>
        </p:nvSpPr>
        <p:spPr>
          <a:xfrm>
            <a:off x="10035967" y="5194646"/>
            <a:ext cx="1476635" cy="523220"/>
          </a:xfrm>
          <a:prstGeom prst="rect">
            <a:avLst/>
          </a:prstGeom>
          <a:noFill/>
        </p:spPr>
        <p:txBody>
          <a:bodyPr wrap="square">
            <a:spAutoFit/>
          </a:bodyPr>
          <a:lstStyle/>
          <a:p>
            <a:pPr lvl="0" algn="just">
              <a:defRPr/>
            </a:pPr>
            <a:r>
              <a:rPr lang="en-US" sz="1400">
                <a:solidFill>
                  <a:prstClr val="black"/>
                </a:solidFill>
                <a:latin typeface="Arial" panose="020B0604020202020204" pitchFamily="34" charset="0"/>
                <a:cs typeface="Arial" panose="020B0604020202020204" pitchFamily="34" charset="0"/>
              </a:rPr>
              <a:t>Điểm M sáng bình thường</a:t>
            </a:r>
            <a:endParaRPr kumimoji="0" lang="en-US" sz="1400" b="0" i="0" u="none" strike="noStrike" kern="1200" cap="none" spc="0" normalizeH="0" baseline="0" noProof="0">
              <a:ln>
                <a:noFill/>
              </a:ln>
              <a:solidFill>
                <a:prstClr val="black"/>
              </a:solidFill>
              <a:effectLst/>
              <a:uLnTx/>
              <a:uFillTx/>
              <a:latin typeface="Arial" panose="020B0604020202020204" pitchFamily="34" charset="0"/>
              <a:cs typeface="Arial" panose="020B0604020202020204" pitchFamily="34" charset="0"/>
            </a:endParaRPr>
          </a:p>
        </p:txBody>
      </p:sp>
      <p:sp>
        <p:nvSpPr>
          <p:cNvPr id="45" name="TextBox 44">
            <a:extLst>
              <a:ext uri="{FF2B5EF4-FFF2-40B4-BE49-F238E27FC236}">
                <a16:creationId xmlns:a16="http://schemas.microsoft.com/office/drawing/2014/main" id="{EEF9C4C7-1CC9-A236-98F5-F88AB7E5D66C}"/>
              </a:ext>
            </a:extLst>
          </p:cNvPr>
          <p:cNvSpPr txBox="1"/>
          <p:nvPr/>
        </p:nvSpPr>
        <p:spPr>
          <a:xfrm>
            <a:off x="0" y="5994959"/>
            <a:ext cx="4141888" cy="307777"/>
          </a:xfrm>
          <a:prstGeom prst="rect">
            <a:avLst/>
          </a:prstGeom>
          <a:noFill/>
        </p:spPr>
        <p:txBody>
          <a:bodyPr wrap="square">
            <a:spAutoFit/>
          </a:bodyPr>
          <a:lstStyle/>
          <a:p>
            <a:pPr lvl="0" algn="just">
              <a:defRPr/>
            </a:pPr>
            <a:r>
              <a:rPr kumimoji="0" lang="en-US" sz="1400" b="0" i="0" u="none" strike="noStrike" kern="1200" cap="none" spc="0" normalizeH="0" baseline="0" noProof="0">
                <a:ln>
                  <a:noFill/>
                </a:ln>
                <a:solidFill>
                  <a:prstClr val="black"/>
                </a:solidFill>
                <a:effectLst/>
                <a:uLnTx/>
                <a:uFillTx/>
                <a:latin typeface="Arial" panose="020B0604020202020204" pitchFamily="34" charset="0"/>
                <a:cs typeface="Arial" panose="020B0604020202020204" pitchFamily="34" charset="0"/>
              </a:rPr>
              <a:t>- </a:t>
            </a:r>
            <a:r>
              <a:rPr kumimoji="0" lang="en-US" sz="1400" b="0" i="0" u="none" strike="noStrike" kern="1200" cap="none" spc="0" normalizeH="0" noProof="0">
                <a:ln>
                  <a:noFill/>
                </a:ln>
                <a:solidFill>
                  <a:prstClr val="black"/>
                </a:solidFill>
                <a:effectLst/>
                <a:uLnTx/>
                <a:uFillTx/>
                <a:latin typeface="Arial" panose="020B0604020202020204" pitchFamily="34" charset="0"/>
                <a:cs typeface="Arial" panose="020B0604020202020204" pitchFamily="34" charset="0"/>
              </a:rPr>
              <a:t>Khi</a:t>
            </a:r>
            <a:r>
              <a:rPr kumimoji="0" lang="en-US" sz="1400" b="0" i="0" u="none" strike="noStrike" kern="1200" cap="none" spc="0" normalizeH="0" baseline="0" noProof="0">
                <a:ln>
                  <a:noFill/>
                </a:ln>
                <a:solidFill>
                  <a:prstClr val="black"/>
                </a:solidFill>
                <a:effectLst/>
                <a:uLnTx/>
                <a:uFillTx/>
                <a:latin typeface="Arial" panose="020B0604020202020204" pitchFamily="34" charset="0"/>
                <a:cs typeface="Arial" panose="020B0604020202020204" pitchFamily="34" charset="0"/>
              </a:rPr>
              <a:t> lỗ</a:t>
            </a:r>
            <a:r>
              <a:rPr kumimoji="0" lang="en-US" sz="1400" b="0" i="0" u="none" strike="noStrike" kern="1200" cap="none" spc="0" normalizeH="0" noProof="0">
                <a:ln>
                  <a:noFill/>
                </a:ln>
                <a:solidFill>
                  <a:prstClr val="black"/>
                </a:solidFill>
                <a:effectLst/>
                <a:uLnTx/>
                <a:uFillTx/>
                <a:latin typeface="Arial" panose="020B0604020202020204" pitchFamily="34" charset="0"/>
                <a:cs typeface="Arial" panose="020B0604020202020204" pitchFamily="34" charset="0"/>
              </a:rPr>
              <a:t> chứa lẻ đới</a:t>
            </a:r>
            <a:endParaRPr kumimoji="0" lang="en-US" sz="1400" b="0" i="0" u="none" strike="noStrike" kern="1200" cap="none" spc="0" normalizeH="0" baseline="0" noProof="0">
              <a:ln>
                <a:noFill/>
              </a:ln>
              <a:solidFill>
                <a:prstClr val="black"/>
              </a:solidFill>
              <a:effectLst/>
              <a:uLnTx/>
              <a:uFillTx/>
              <a:latin typeface="Arial" panose="020B0604020202020204" pitchFamily="34" charset="0"/>
              <a:cs typeface="Arial" panose="020B0604020202020204" pitchFamily="34" charset="0"/>
            </a:endParaRPr>
          </a:p>
        </p:txBody>
      </p:sp>
      <p:pic>
        <p:nvPicPr>
          <p:cNvPr id="48" name="Picture 4">
            <a:extLst>
              <a:ext uri="{FF2B5EF4-FFF2-40B4-BE49-F238E27FC236}">
                <a16:creationId xmlns:a16="http://schemas.microsoft.com/office/drawing/2014/main" id="{46EEFBDE-D50C-7655-4BB9-D2A650A66082}"/>
              </a:ext>
            </a:extLst>
          </p:cNvPr>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1638116" y="5848563"/>
            <a:ext cx="1676952" cy="5749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0" name="TextBox 49">
            <a:extLst>
              <a:ext uri="{FF2B5EF4-FFF2-40B4-BE49-F238E27FC236}">
                <a16:creationId xmlns:a16="http://schemas.microsoft.com/office/drawing/2014/main" id="{EFF2C217-C97C-5E00-BEB4-03B6C66989FB}"/>
              </a:ext>
            </a:extLst>
          </p:cNvPr>
          <p:cNvSpPr txBox="1"/>
          <p:nvPr/>
        </p:nvSpPr>
        <p:spPr>
          <a:xfrm>
            <a:off x="8744771" y="5831564"/>
            <a:ext cx="1676952" cy="523220"/>
          </a:xfrm>
          <a:prstGeom prst="rect">
            <a:avLst/>
          </a:prstGeom>
          <a:noFill/>
        </p:spPr>
        <p:txBody>
          <a:bodyPr wrap="square">
            <a:spAutoFit/>
          </a:bodyPr>
          <a:lstStyle/>
          <a:p>
            <a:pPr lvl="0" algn="just">
              <a:defRPr/>
            </a:pPr>
            <a:r>
              <a:rPr lang="en-US" sz="1400">
                <a:solidFill>
                  <a:prstClr val="black"/>
                </a:solidFill>
                <a:latin typeface="Arial" panose="020B0604020202020204" pitchFamily="34" charset="0"/>
                <a:cs typeface="Arial" panose="020B0604020202020204" pitchFamily="34" charset="0"/>
              </a:rPr>
              <a:t>Điểm M tối hơn bình thường</a:t>
            </a:r>
            <a:endParaRPr kumimoji="0" lang="en-US" sz="1400" b="0" i="0" u="none" strike="noStrike" kern="1200" cap="none" spc="0" normalizeH="0" baseline="0" noProof="0">
              <a:ln>
                <a:noFill/>
              </a:ln>
              <a:solidFill>
                <a:prstClr val="black"/>
              </a:solidFill>
              <a:effectLst/>
              <a:uLnTx/>
              <a:uFillTx/>
              <a:latin typeface="Arial" panose="020B0604020202020204" pitchFamily="34" charset="0"/>
              <a:cs typeface="Arial" panose="020B0604020202020204" pitchFamily="34" charset="0"/>
            </a:endParaRPr>
          </a:p>
        </p:txBody>
      </p:sp>
      <p:sp>
        <p:nvSpPr>
          <p:cNvPr id="52" name="TextBox 51">
            <a:extLst>
              <a:ext uri="{FF2B5EF4-FFF2-40B4-BE49-F238E27FC236}">
                <a16:creationId xmlns:a16="http://schemas.microsoft.com/office/drawing/2014/main" id="{4582AEED-E4EA-6FDA-5F5A-B3E710BE6A4D}"/>
              </a:ext>
            </a:extLst>
          </p:cNvPr>
          <p:cNvSpPr txBox="1"/>
          <p:nvPr/>
        </p:nvSpPr>
        <p:spPr>
          <a:xfrm>
            <a:off x="3342102" y="5891722"/>
            <a:ext cx="1676952" cy="523220"/>
          </a:xfrm>
          <a:prstGeom prst="rect">
            <a:avLst/>
          </a:prstGeom>
          <a:noFill/>
        </p:spPr>
        <p:txBody>
          <a:bodyPr wrap="square">
            <a:spAutoFit/>
          </a:bodyPr>
          <a:lstStyle/>
          <a:p>
            <a:pPr lvl="0" algn="just">
              <a:defRPr/>
            </a:pPr>
            <a:r>
              <a:rPr lang="en-US" sz="1400">
                <a:solidFill>
                  <a:prstClr val="black"/>
                </a:solidFill>
                <a:latin typeface="Arial" panose="020B0604020202020204" pitchFamily="34" charset="0"/>
                <a:cs typeface="Arial" panose="020B0604020202020204" pitchFamily="34" charset="0"/>
              </a:rPr>
              <a:t>Điểm M sáng hơn bình thường</a:t>
            </a:r>
            <a:endParaRPr kumimoji="0" lang="en-US" sz="1400" b="0" i="0" u="none" strike="noStrike" kern="1200" cap="none" spc="0" normalizeH="0" baseline="0" noProof="0">
              <a:ln>
                <a:noFill/>
              </a:ln>
              <a:solidFill>
                <a:prstClr val="black"/>
              </a:solidFill>
              <a:effectLst/>
              <a:uLnTx/>
              <a:uFillTx/>
              <a:latin typeface="Arial" panose="020B0604020202020204" pitchFamily="34" charset="0"/>
              <a:cs typeface="Arial" panose="020B0604020202020204" pitchFamily="34" charset="0"/>
            </a:endParaRPr>
          </a:p>
        </p:txBody>
      </p:sp>
      <p:sp>
        <p:nvSpPr>
          <p:cNvPr id="53" name="TextBox 52">
            <a:extLst>
              <a:ext uri="{FF2B5EF4-FFF2-40B4-BE49-F238E27FC236}">
                <a16:creationId xmlns:a16="http://schemas.microsoft.com/office/drawing/2014/main" id="{537A459C-A953-6DA6-7D03-4552A838972B}"/>
              </a:ext>
            </a:extLst>
          </p:cNvPr>
          <p:cNvSpPr txBox="1"/>
          <p:nvPr/>
        </p:nvSpPr>
        <p:spPr>
          <a:xfrm>
            <a:off x="5402669" y="5934801"/>
            <a:ext cx="4141888" cy="307777"/>
          </a:xfrm>
          <a:prstGeom prst="rect">
            <a:avLst/>
          </a:prstGeom>
          <a:noFill/>
        </p:spPr>
        <p:txBody>
          <a:bodyPr wrap="square">
            <a:spAutoFit/>
          </a:bodyPr>
          <a:lstStyle/>
          <a:p>
            <a:pPr lvl="0" algn="just">
              <a:defRPr/>
            </a:pPr>
            <a:r>
              <a:rPr kumimoji="0" lang="en-US" sz="1400" b="0" i="0" u="none" strike="noStrike" kern="1200" cap="none" spc="0" normalizeH="0" baseline="0" noProof="0">
                <a:ln>
                  <a:noFill/>
                </a:ln>
                <a:solidFill>
                  <a:prstClr val="black"/>
                </a:solidFill>
                <a:effectLst/>
                <a:uLnTx/>
                <a:uFillTx/>
                <a:latin typeface="Arial" panose="020B0604020202020204" pitchFamily="34" charset="0"/>
                <a:cs typeface="Arial" panose="020B0604020202020204" pitchFamily="34" charset="0"/>
              </a:rPr>
              <a:t>- </a:t>
            </a:r>
            <a:r>
              <a:rPr kumimoji="0" lang="en-US" sz="1400" b="0" i="0" u="none" strike="noStrike" kern="1200" cap="none" spc="0" normalizeH="0" noProof="0">
                <a:ln>
                  <a:noFill/>
                </a:ln>
                <a:solidFill>
                  <a:prstClr val="black"/>
                </a:solidFill>
                <a:effectLst/>
                <a:uLnTx/>
                <a:uFillTx/>
                <a:latin typeface="Arial" panose="020B0604020202020204" pitchFamily="34" charset="0"/>
                <a:cs typeface="Arial" panose="020B0604020202020204" pitchFamily="34" charset="0"/>
              </a:rPr>
              <a:t>Khi</a:t>
            </a:r>
            <a:r>
              <a:rPr kumimoji="0" lang="en-US" sz="1400" b="0" i="0" u="none" strike="noStrike" kern="1200" cap="none" spc="0" normalizeH="0" baseline="0" noProof="0">
                <a:ln>
                  <a:noFill/>
                </a:ln>
                <a:solidFill>
                  <a:prstClr val="black"/>
                </a:solidFill>
                <a:effectLst/>
                <a:uLnTx/>
                <a:uFillTx/>
                <a:latin typeface="Arial" panose="020B0604020202020204" pitchFamily="34" charset="0"/>
                <a:cs typeface="Arial" panose="020B0604020202020204" pitchFamily="34" charset="0"/>
              </a:rPr>
              <a:t> lỗ</a:t>
            </a:r>
            <a:r>
              <a:rPr kumimoji="0" lang="en-US" sz="1400" b="0" i="0" u="none" strike="noStrike" kern="1200" cap="none" spc="0" normalizeH="0" noProof="0">
                <a:ln>
                  <a:noFill/>
                </a:ln>
                <a:solidFill>
                  <a:prstClr val="black"/>
                </a:solidFill>
                <a:effectLst/>
                <a:uLnTx/>
                <a:uFillTx/>
                <a:latin typeface="Arial" panose="020B0604020202020204" pitchFamily="34" charset="0"/>
                <a:cs typeface="Arial" panose="020B0604020202020204" pitchFamily="34" charset="0"/>
              </a:rPr>
              <a:t> chứa lẻ đới</a:t>
            </a:r>
            <a:endParaRPr kumimoji="0" lang="en-US" sz="1400" b="0" i="0" u="none" strike="noStrike" kern="1200" cap="none" spc="0" normalizeH="0" baseline="0" noProof="0">
              <a:ln>
                <a:noFill/>
              </a:ln>
              <a:solidFill>
                <a:prstClr val="black"/>
              </a:solidFill>
              <a:effectLst/>
              <a:uLnTx/>
              <a:uFillTx/>
              <a:latin typeface="Arial" panose="020B0604020202020204" pitchFamily="34" charset="0"/>
              <a:cs typeface="Arial" panose="020B0604020202020204" pitchFamily="34" charset="0"/>
            </a:endParaRPr>
          </a:p>
        </p:txBody>
      </p:sp>
      <p:pic>
        <p:nvPicPr>
          <p:cNvPr id="54" name="Picture 5">
            <a:extLst>
              <a:ext uri="{FF2B5EF4-FFF2-40B4-BE49-F238E27FC236}">
                <a16:creationId xmlns:a16="http://schemas.microsoft.com/office/drawing/2014/main" id="{9B1B1764-7A32-4426-9A3D-FC05E2A38DCF}"/>
              </a:ext>
            </a:extLst>
          </p:cNvPr>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7092738" y="5804152"/>
            <a:ext cx="1444020" cy="6126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47300692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ntr" presetSubtype="16"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circle(in)">
                                      <p:cBhvr>
                                        <p:cTn id="7" dur="20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42" presetClass="entr" presetSubtype="0" fill="hold" nodeType="clickEffect">
                                  <p:stCondLst>
                                    <p:cond delay="0"/>
                                  </p:stCondLst>
                                  <p:childTnLst>
                                    <p:set>
                                      <p:cBhvr>
                                        <p:cTn id="11" dur="1" fill="hold">
                                          <p:stCondLst>
                                            <p:cond delay="0"/>
                                          </p:stCondLst>
                                        </p:cTn>
                                        <p:tgtEl>
                                          <p:spTgt spid="4">
                                            <p:txEl>
                                              <p:pRg st="0" end="0"/>
                                            </p:txEl>
                                          </p:spTgt>
                                        </p:tgtEl>
                                        <p:attrNameLst>
                                          <p:attrName>style.visibility</p:attrName>
                                        </p:attrNameLst>
                                      </p:cBhvr>
                                      <p:to>
                                        <p:strVal val="visible"/>
                                      </p:to>
                                    </p:set>
                                    <p:animEffect transition="in" filter="fade">
                                      <p:cBhvr>
                                        <p:cTn id="12" dur="1000"/>
                                        <p:tgtEl>
                                          <p:spTgt spid="4">
                                            <p:txEl>
                                              <p:pRg st="0" end="0"/>
                                            </p:txEl>
                                          </p:spTgt>
                                        </p:tgtEl>
                                      </p:cBhvr>
                                    </p:animEffect>
                                    <p:anim calcmode="lin" valueType="num">
                                      <p:cBhvr>
                                        <p:cTn id="13" dur="1000" fill="hold"/>
                                        <p:tgtEl>
                                          <p:spTgt spid="4">
                                            <p:txEl>
                                              <p:pRg st="0" end="0"/>
                                            </p:txEl>
                                          </p:spTgt>
                                        </p:tgtEl>
                                        <p:attrNameLst>
                                          <p:attrName>ppt_x</p:attrName>
                                        </p:attrNameLst>
                                      </p:cBhvr>
                                      <p:tavLst>
                                        <p:tav tm="0">
                                          <p:val>
                                            <p:strVal val="#ppt_x"/>
                                          </p:val>
                                        </p:tav>
                                        <p:tav tm="100000">
                                          <p:val>
                                            <p:strVal val="#ppt_x"/>
                                          </p:val>
                                        </p:tav>
                                      </p:tavLst>
                                    </p:anim>
                                    <p:anim calcmode="lin" valueType="num">
                                      <p:cBhvr>
                                        <p:cTn id="14" dur="1000" fill="hold"/>
                                        <p:tgtEl>
                                          <p:spTgt spid="4">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6" presetClass="entr" presetSubtype="16" fill="hold" nodeType="clickEffect">
                                  <p:stCondLst>
                                    <p:cond delay="0"/>
                                  </p:stCondLst>
                                  <p:childTnLst>
                                    <p:set>
                                      <p:cBhvr>
                                        <p:cTn id="18" dur="1" fill="hold">
                                          <p:stCondLst>
                                            <p:cond delay="0"/>
                                          </p:stCondLst>
                                        </p:cTn>
                                        <p:tgtEl>
                                          <p:spTgt spid="24"/>
                                        </p:tgtEl>
                                        <p:attrNameLst>
                                          <p:attrName>style.visibility</p:attrName>
                                        </p:attrNameLst>
                                      </p:cBhvr>
                                      <p:to>
                                        <p:strVal val="visible"/>
                                      </p:to>
                                    </p:set>
                                    <p:animEffect transition="in" filter="circle(in)">
                                      <p:cBhvr>
                                        <p:cTn id="19" dur="2000"/>
                                        <p:tgtEl>
                                          <p:spTgt spid="24"/>
                                        </p:tgtEl>
                                      </p:cBhvr>
                                    </p:animEffect>
                                  </p:childTnLst>
                                </p:cTn>
                              </p:par>
                            </p:childTnLst>
                          </p:cTn>
                        </p:par>
                      </p:childTnLst>
                    </p:cTn>
                  </p:par>
                  <p:par>
                    <p:cTn id="20" fill="hold">
                      <p:stCondLst>
                        <p:cond delay="indefinite"/>
                      </p:stCondLst>
                      <p:childTnLst>
                        <p:par>
                          <p:cTn id="21" fill="hold">
                            <p:stCondLst>
                              <p:cond delay="0"/>
                            </p:stCondLst>
                            <p:childTnLst>
                              <p:par>
                                <p:cTn id="22" presetID="2" presetClass="entr" presetSubtype="4" fill="hold" grpId="0" nodeType="clickEffect">
                                  <p:stCondLst>
                                    <p:cond delay="0"/>
                                  </p:stCondLst>
                                  <p:childTnLst>
                                    <p:set>
                                      <p:cBhvr>
                                        <p:cTn id="23" dur="1" fill="hold">
                                          <p:stCondLst>
                                            <p:cond delay="0"/>
                                          </p:stCondLst>
                                        </p:cTn>
                                        <p:tgtEl>
                                          <p:spTgt spid="25"/>
                                        </p:tgtEl>
                                        <p:attrNameLst>
                                          <p:attrName>style.visibility</p:attrName>
                                        </p:attrNameLst>
                                      </p:cBhvr>
                                      <p:to>
                                        <p:strVal val="visible"/>
                                      </p:to>
                                    </p:set>
                                    <p:anim calcmode="lin" valueType="num">
                                      <p:cBhvr additive="base">
                                        <p:cTn id="24" dur="500" fill="hold"/>
                                        <p:tgtEl>
                                          <p:spTgt spid="25"/>
                                        </p:tgtEl>
                                        <p:attrNameLst>
                                          <p:attrName>ppt_x</p:attrName>
                                        </p:attrNameLst>
                                      </p:cBhvr>
                                      <p:tavLst>
                                        <p:tav tm="0">
                                          <p:val>
                                            <p:strVal val="#ppt_x"/>
                                          </p:val>
                                        </p:tav>
                                        <p:tav tm="100000">
                                          <p:val>
                                            <p:strVal val="#ppt_x"/>
                                          </p:val>
                                        </p:tav>
                                      </p:tavLst>
                                    </p:anim>
                                    <p:anim calcmode="lin" valueType="num">
                                      <p:cBhvr additive="base">
                                        <p:cTn id="25" dur="500" fill="hold"/>
                                        <p:tgtEl>
                                          <p:spTgt spid="25"/>
                                        </p:tgtEl>
                                        <p:attrNameLst>
                                          <p:attrName>ppt_y</p:attrName>
                                        </p:attrNameLst>
                                      </p:cBhvr>
                                      <p:tavLst>
                                        <p:tav tm="0">
                                          <p:val>
                                            <p:strVal val="1+#ppt_h/2"/>
                                          </p:val>
                                        </p:tav>
                                        <p:tav tm="100000">
                                          <p:val>
                                            <p:strVal val="#ppt_y"/>
                                          </p:val>
                                        </p:tav>
                                      </p:tavLst>
                                    </p:anim>
                                  </p:childTnLst>
                                </p:cTn>
                              </p:par>
                            </p:childTnLst>
                          </p:cTn>
                        </p:par>
                      </p:childTnLst>
                    </p:cTn>
                  </p:par>
                  <p:par>
                    <p:cTn id="26" fill="hold">
                      <p:stCondLst>
                        <p:cond delay="indefinite"/>
                      </p:stCondLst>
                      <p:childTnLst>
                        <p:par>
                          <p:cTn id="27" fill="hold">
                            <p:stCondLst>
                              <p:cond delay="0"/>
                            </p:stCondLst>
                            <p:childTnLst>
                              <p:par>
                                <p:cTn id="28" presetID="2" presetClass="entr" presetSubtype="4" fill="hold" grpId="0" nodeType="clickEffect">
                                  <p:stCondLst>
                                    <p:cond delay="0"/>
                                  </p:stCondLst>
                                  <p:childTnLst>
                                    <p:set>
                                      <p:cBhvr>
                                        <p:cTn id="29" dur="1" fill="hold">
                                          <p:stCondLst>
                                            <p:cond delay="0"/>
                                          </p:stCondLst>
                                        </p:cTn>
                                        <p:tgtEl>
                                          <p:spTgt spid="26"/>
                                        </p:tgtEl>
                                        <p:attrNameLst>
                                          <p:attrName>style.visibility</p:attrName>
                                        </p:attrNameLst>
                                      </p:cBhvr>
                                      <p:to>
                                        <p:strVal val="visible"/>
                                      </p:to>
                                    </p:set>
                                    <p:anim calcmode="lin" valueType="num">
                                      <p:cBhvr additive="base">
                                        <p:cTn id="30" dur="500" fill="hold"/>
                                        <p:tgtEl>
                                          <p:spTgt spid="26"/>
                                        </p:tgtEl>
                                        <p:attrNameLst>
                                          <p:attrName>ppt_x</p:attrName>
                                        </p:attrNameLst>
                                      </p:cBhvr>
                                      <p:tavLst>
                                        <p:tav tm="0">
                                          <p:val>
                                            <p:strVal val="#ppt_x"/>
                                          </p:val>
                                        </p:tav>
                                        <p:tav tm="100000">
                                          <p:val>
                                            <p:strVal val="#ppt_x"/>
                                          </p:val>
                                        </p:tav>
                                      </p:tavLst>
                                    </p:anim>
                                    <p:anim calcmode="lin" valueType="num">
                                      <p:cBhvr additive="base">
                                        <p:cTn id="31" dur="500" fill="hold"/>
                                        <p:tgtEl>
                                          <p:spTgt spid="26"/>
                                        </p:tgtEl>
                                        <p:attrNameLst>
                                          <p:attrName>ppt_y</p:attrName>
                                        </p:attrNameLst>
                                      </p:cBhvr>
                                      <p:tavLst>
                                        <p:tav tm="0">
                                          <p:val>
                                            <p:strVal val="1+#ppt_h/2"/>
                                          </p:val>
                                        </p:tav>
                                        <p:tav tm="100000">
                                          <p:val>
                                            <p:strVal val="#ppt_y"/>
                                          </p:val>
                                        </p:tav>
                                      </p:tavLst>
                                    </p:anim>
                                  </p:childTnLst>
                                </p:cTn>
                              </p:par>
                            </p:childTnLst>
                          </p:cTn>
                        </p:par>
                      </p:childTnLst>
                    </p:cTn>
                  </p:par>
                  <p:par>
                    <p:cTn id="32" fill="hold">
                      <p:stCondLst>
                        <p:cond delay="indefinite"/>
                      </p:stCondLst>
                      <p:childTnLst>
                        <p:par>
                          <p:cTn id="33" fill="hold">
                            <p:stCondLst>
                              <p:cond delay="0"/>
                            </p:stCondLst>
                            <p:childTnLst>
                              <p:par>
                                <p:cTn id="34" presetID="2" presetClass="entr" presetSubtype="4" fill="hold" grpId="0" nodeType="clickEffect">
                                  <p:stCondLst>
                                    <p:cond delay="0"/>
                                  </p:stCondLst>
                                  <p:childTnLst>
                                    <p:set>
                                      <p:cBhvr>
                                        <p:cTn id="35" dur="1" fill="hold">
                                          <p:stCondLst>
                                            <p:cond delay="0"/>
                                          </p:stCondLst>
                                        </p:cTn>
                                        <p:tgtEl>
                                          <p:spTgt spid="27"/>
                                        </p:tgtEl>
                                        <p:attrNameLst>
                                          <p:attrName>style.visibility</p:attrName>
                                        </p:attrNameLst>
                                      </p:cBhvr>
                                      <p:to>
                                        <p:strVal val="visible"/>
                                      </p:to>
                                    </p:set>
                                    <p:anim calcmode="lin" valueType="num">
                                      <p:cBhvr additive="base">
                                        <p:cTn id="36" dur="500" fill="hold"/>
                                        <p:tgtEl>
                                          <p:spTgt spid="27"/>
                                        </p:tgtEl>
                                        <p:attrNameLst>
                                          <p:attrName>ppt_x</p:attrName>
                                        </p:attrNameLst>
                                      </p:cBhvr>
                                      <p:tavLst>
                                        <p:tav tm="0">
                                          <p:val>
                                            <p:strVal val="#ppt_x"/>
                                          </p:val>
                                        </p:tav>
                                        <p:tav tm="100000">
                                          <p:val>
                                            <p:strVal val="#ppt_x"/>
                                          </p:val>
                                        </p:tav>
                                      </p:tavLst>
                                    </p:anim>
                                    <p:anim calcmode="lin" valueType="num">
                                      <p:cBhvr additive="base">
                                        <p:cTn id="37" dur="500" fill="hold"/>
                                        <p:tgtEl>
                                          <p:spTgt spid="27"/>
                                        </p:tgtEl>
                                        <p:attrNameLst>
                                          <p:attrName>ppt_y</p:attrName>
                                        </p:attrNameLst>
                                      </p:cBhvr>
                                      <p:tavLst>
                                        <p:tav tm="0">
                                          <p:val>
                                            <p:strVal val="1+#ppt_h/2"/>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42" presetClass="entr" presetSubtype="0" fill="hold" nodeType="clickEffect">
                                  <p:stCondLst>
                                    <p:cond delay="0"/>
                                  </p:stCondLst>
                                  <p:childTnLst>
                                    <p:set>
                                      <p:cBhvr>
                                        <p:cTn id="41" dur="1" fill="hold">
                                          <p:stCondLst>
                                            <p:cond delay="0"/>
                                          </p:stCondLst>
                                        </p:cTn>
                                        <p:tgtEl>
                                          <p:spTgt spid="29">
                                            <p:txEl>
                                              <p:pRg st="0" end="0"/>
                                            </p:txEl>
                                          </p:spTgt>
                                        </p:tgtEl>
                                        <p:attrNameLst>
                                          <p:attrName>style.visibility</p:attrName>
                                        </p:attrNameLst>
                                      </p:cBhvr>
                                      <p:to>
                                        <p:strVal val="visible"/>
                                      </p:to>
                                    </p:set>
                                    <p:animEffect transition="in" filter="fade">
                                      <p:cBhvr>
                                        <p:cTn id="42" dur="1000"/>
                                        <p:tgtEl>
                                          <p:spTgt spid="29">
                                            <p:txEl>
                                              <p:pRg st="0" end="0"/>
                                            </p:txEl>
                                          </p:spTgt>
                                        </p:tgtEl>
                                      </p:cBhvr>
                                    </p:animEffect>
                                    <p:anim calcmode="lin" valueType="num">
                                      <p:cBhvr>
                                        <p:cTn id="43" dur="1000" fill="hold"/>
                                        <p:tgtEl>
                                          <p:spTgt spid="29">
                                            <p:txEl>
                                              <p:pRg st="0" end="0"/>
                                            </p:txEl>
                                          </p:spTgt>
                                        </p:tgtEl>
                                        <p:attrNameLst>
                                          <p:attrName>ppt_x</p:attrName>
                                        </p:attrNameLst>
                                      </p:cBhvr>
                                      <p:tavLst>
                                        <p:tav tm="0">
                                          <p:val>
                                            <p:strVal val="#ppt_x"/>
                                          </p:val>
                                        </p:tav>
                                        <p:tav tm="100000">
                                          <p:val>
                                            <p:strVal val="#ppt_x"/>
                                          </p:val>
                                        </p:tav>
                                      </p:tavLst>
                                    </p:anim>
                                    <p:anim calcmode="lin" valueType="num">
                                      <p:cBhvr>
                                        <p:cTn id="44" dur="1000" fill="hold"/>
                                        <p:tgtEl>
                                          <p:spTgt spid="29">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6" presetClass="entr" presetSubtype="16" fill="hold" nodeType="clickEffect">
                                  <p:stCondLst>
                                    <p:cond delay="0"/>
                                  </p:stCondLst>
                                  <p:childTnLst>
                                    <p:set>
                                      <p:cBhvr>
                                        <p:cTn id="48" dur="1" fill="hold">
                                          <p:stCondLst>
                                            <p:cond delay="0"/>
                                          </p:stCondLst>
                                        </p:cTn>
                                        <p:tgtEl>
                                          <p:spTgt spid="32"/>
                                        </p:tgtEl>
                                        <p:attrNameLst>
                                          <p:attrName>style.visibility</p:attrName>
                                        </p:attrNameLst>
                                      </p:cBhvr>
                                      <p:to>
                                        <p:strVal val="visible"/>
                                      </p:to>
                                    </p:set>
                                    <p:animEffect transition="in" filter="circle(in)">
                                      <p:cBhvr>
                                        <p:cTn id="49" dur="2000"/>
                                        <p:tgtEl>
                                          <p:spTgt spid="32"/>
                                        </p:tgtEl>
                                      </p:cBhvr>
                                    </p:animEffect>
                                  </p:childTnLst>
                                </p:cTn>
                              </p:par>
                            </p:childTnLst>
                          </p:cTn>
                        </p:par>
                      </p:childTnLst>
                    </p:cTn>
                  </p:par>
                  <p:par>
                    <p:cTn id="50" fill="hold">
                      <p:stCondLst>
                        <p:cond delay="indefinite"/>
                      </p:stCondLst>
                      <p:childTnLst>
                        <p:par>
                          <p:cTn id="51" fill="hold">
                            <p:stCondLst>
                              <p:cond delay="0"/>
                            </p:stCondLst>
                            <p:childTnLst>
                              <p:par>
                                <p:cTn id="52" presetID="2" presetClass="entr" presetSubtype="4" fill="hold" grpId="0" nodeType="clickEffect">
                                  <p:stCondLst>
                                    <p:cond delay="0"/>
                                  </p:stCondLst>
                                  <p:childTnLst>
                                    <p:set>
                                      <p:cBhvr>
                                        <p:cTn id="53" dur="1" fill="hold">
                                          <p:stCondLst>
                                            <p:cond delay="0"/>
                                          </p:stCondLst>
                                        </p:cTn>
                                        <p:tgtEl>
                                          <p:spTgt spid="33"/>
                                        </p:tgtEl>
                                        <p:attrNameLst>
                                          <p:attrName>style.visibility</p:attrName>
                                        </p:attrNameLst>
                                      </p:cBhvr>
                                      <p:to>
                                        <p:strVal val="visible"/>
                                      </p:to>
                                    </p:set>
                                    <p:anim calcmode="lin" valueType="num">
                                      <p:cBhvr additive="base">
                                        <p:cTn id="54" dur="500" fill="hold"/>
                                        <p:tgtEl>
                                          <p:spTgt spid="33"/>
                                        </p:tgtEl>
                                        <p:attrNameLst>
                                          <p:attrName>ppt_x</p:attrName>
                                        </p:attrNameLst>
                                      </p:cBhvr>
                                      <p:tavLst>
                                        <p:tav tm="0">
                                          <p:val>
                                            <p:strVal val="#ppt_x"/>
                                          </p:val>
                                        </p:tav>
                                        <p:tav tm="100000">
                                          <p:val>
                                            <p:strVal val="#ppt_x"/>
                                          </p:val>
                                        </p:tav>
                                      </p:tavLst>
                                    </p:anim>
                                    <p:anim calcmode="lin" valueType="num">
                                      <p:cBhvr additive="base">
                                        <p:cTn id="55" dur="500" fill="hold"/>
                                        <p:tgtEl>
                                          <p:spTgt spid="33"/>
                                        </p:tgtEl>
                                        <p:attrNameLst>
                                          <p:attrName>ppt_y</p:attrName>
                                        </p:attrNameLst>
                                      </p:cBhvr>
                                      <p:tavLst>
                                        <p:tav tm="0">
                                          <p:val>
                                            <p:strVal val="1+#ppt_h/2"/>
                                          </p:val>
                                        </p:tav>
                                        <p:tav tm="100000">
                                          <p:val>
                                            <p:strVal val="#ppt_y"/>
                                          </p:val>
                                        </p:tav>
                                      </p:tavLst>
                                    </p:anim>
                                  </p:childTnLst>
                                </p:cTn>
                              </p:par>
                            </p:childTnLst>
                          </p:cTn>
                        </p:par>
                      </p:childTnLst>
                    </p:cTn>
                  </p:par>
                  <p:par>
                    <p:cTn id="56" fill="hold">
                      <p:stCondLst>
                        <p:cond delay="indefinite"/>
                      </p:stCondLst>
                      <p:childTnLst>
                        <p:par>
                          <p:cTn id="57" fill="hold">
                            <p:stCondLst>
                              <p:cond delay="0"/>
                            </p:stCondLst>
                            <p:childTnLst>
                              <p:par>
                                <p:cTn id="58" presetID="42" presetClass="entr" presetSubtype="0" fill="hold" nodeType="clickEffect">
                                  <p:stCondLst>
                                    <p:cond delay="0"/>
                                  </p:stCondLst>
                                  <p:childTnLst>
                                    <p:set>
                                      <p:cBhvr>
                                        <p:cTn id="59" dur="1" fill="hold">
                                          <p:stCondLst>
                                            <p:cond delay="0"/>
                                          </p:stCondLst>
                                        </p:cTn>
                                        <p:tgtEl>
                                          <p:spTgt spid="36"/>
                                        </p:tgtEl>
                                        <p:attrNameLst>
                                          <p:attrName>style.visibility</p:attrName>
                                        </p:attrNameLst>
                                      </p:cBhvr>
                                      <p:to>
                                        <p:strVal val="visible"/>
                                      </p:to>
                                    </p:set>
                                    <p:animEffect transition="in" filter="fade">
                                      <p:cBhvr>
                                        <p:cTn id="60" dur="1000"/>
                                        <p:tgtEl>
                                          <p:spTgt spid="36"/>
                                        </p:tgtEl>
                                      </p:cBhvr>
                                    </p:animEffect>
                                    <p:anim calcmode="lin" valueType="num">
                                      <p:cBhvr>
                                        <p:cTn id="61" dur="1000" fill="hold"/>
                                        <p:tgtEl>
                                          <p:spTgt spid="36"/>
                                        </p:tgtEl>
                                        <p:attrNameLst>
                                          <p:attrName>ppt_x</p:attrName>
                                        </p:attrNameLst>
                                      </p:cBhvr>
                                      <p:tavLst>
                                        <p:tav tm="0">
                                          <p:val>
                                            <p:strVal val="#ppt_x"/>
                                          </p:val>
                                        </p:tav>
                                        <p:tav tm="100000">
                                          <p:val>
                                            <p:strVal val="#ppt_x"/>
                                          </p:val>
                                        </p:tav>
                                      </p:tavLst>
                                    </p:anim>
                                    <p:anim calcmode="lin" valueType="num">
                                      <p:cBhvr>
                                        <p:cTn id="62" dur="1000" fill="hold"/>
                                        <p:tgtEl>
                                          <p:spTgt spid="36"/>
                                        </p:tgtEl>
                                        <p:attrNameLst>
                                          <p:attrName>ppt_y</p:attrName>
                                        </p:attrNameLst>
                                      </p:cBhvr>
                                      <p:tavLst>
                                        <p:tav tm="0">
                                          <p:val>
                                            <p:strVal val="#ppt_y+.1"/>
                                          </p:val>
                                        </p:tav>
                                        <p:tav tm="100000">
                                          <p:val>
                                            <p:strVal val="#ppt_y"/>
                                          </p:val>
                                        </p:tav>
                                      </p:tavLst>
                                    </p:anim>
                                  </p:childTnLst>
                                </p:cTn>
                              </p:par>
                            </p:childTnLst>
                          </p:cTn>
                        </p:par>
                      </p:childTnLst>
                    </p:cTn>
                  </p:par>
                  <p:par>
                    <p:cTn id="63" fill="hold">
                      <p:stCondLst>
                        <p:cond delay="indefinite"/>
                      </p:stCondLst>
                      <p:childTnLst>
                        <p:par>
                          <p:cTn id="64" fill="hold">
                            <p:stCondLst>
                              <p:cond delay="0"/>
                            </p:stCondLst>
                            <p:childTnLst>
                              <p:par>
                                <p:cTn id="65" presetID="42" presetClass="entr" presetSubtype="0" fill="hold" nodeType="clickEffect">
                                  <p:stCondLst>
                                    <p:cond delay="0"/>
                                  </p:stCondLst>
                                  <p:childTnLst>
                                    <p:set>
                                      <p:cBhvr>
                                        <p:cTn id="66" dur="1" fill="hold">
                                          <p:stCondLst>
                                            <p:cond delay="0"/>
                                          </p:stCondLst>
                                        </p:cTn>
                                        <p:tgtEl>
                                          <p:spTgt spid="37"/>
                                        </p:tgtEl>
                                        <p:attrNameLst>
                                          <p:attrName>style.visibility</p:attrName>
                                        </p:attrNameLst>
                                      </p:cBhvr>
                                      <p:to>
                                        <p:strVal val="visible"/>
                                      </p:to>
                                    </p:set>
                                    <p:animEffect transition="in" filter="fade">
                                      <p:cBhvr>
                                        <p:cTn id="67" dur="1000"/>
                                        <p:tgtEl>
                                          <p:spTgt spid="37"/>
                                        </p:tgtEl>
                                      </p:cBhvr>
                                    </p:animEffect>
                                    <p:anim calcmode="lin" valueType="num">
                                      <p:cBhvr>
                                        <p:cTn id="68" dur="1000" fill="hold"/>
                                        <p:tgtEl>
                                          <p:spTgt spid="37"/>
                                        </p:tgtEl>
                                        <p:attrNameLst>
                                          <p:attrName>ppt_x</p:attrName>
                                        </p:attrNameLst>
                                      </p:cBhvr>
                                      <p:tavLst>
                                        <p:tav tm="0">
                                          <p:val>
                                            <p:strVal val="#ppt_x"/>
                                          </p:val>
                                        </p:tav>
                                        <p:tav tm="100000">
                                          <p:val>
                                            <p:strVal val="#ppt_x"/>
                                          </p:val>
                                        </p:tav>
                                      </p:tavLst>
                                    </p:anim>
                                    <p:anim calcmode="lin" valueType="num">
                                      <p:cBhvr>
                                        <p:cTn id="69" dur="1000" fill="hold"/>
                                        <p:tgtEl>
                                          <p:spTgt spid="37"/>
                                        </p:tgtEl>
                                        <p:attrNameLst>
                                          <p:attrName>ppt_y</p:attrName>
                                        </p:attrNameLst>
                                      </p:cBhvr>
                                      <p:tavLst>
                                        <p:tav tm="0">
                                          <p:val>
                                            <p:strVal val="#ppt_y+.1"/>
                                          </p:val>
                                        </p:tav>
                                        <p:tav tm="100000">
                                          <p:val>
                                            <p:strVal val="#ppt_y"/>
                                          </p:val>
                                        </p:tav>
                                      </p:tavLst>
                                    </p:anim>
                                  </p:childTnLst>
                                </p:cTn>
                              </p:par>
                            </p:childTnLst>
                          </p:cTn>
                        </p:par>
                      </p:childTnLst>
                    </p:cTn>
                  </p:par>
                  <p:par>
                    <p:cTn id="70" fill="hold">
                      <p:stCondLst>
                        <p:cond delay="indefinite"/>
                      </p:stCondLst>
                      <p:childTnLst>
                        <p:par>
                          <p:cTn id="71" fill="hold">
                            <p:stCondLst>
                              <p:cond delay="0"/>
                            </p:stCondLst>
                            <p:childTnLst>
                              <p:par>
                                <p:cTn id="72" presetID="42" presetClass="entr" presetSubtype="0" fill="hold" nodeType="clickEffect">
                                  <p:stCondLst>
                                    <p:cond delay="0"/>
                                  </p:stCondLst>
                                  <p:childTnLst>
                                    <p:set>
                                      <p:cBhvr>
                                        <p:cTn id="73" dur="1" fill="hold">
                                          <p:stCondLst>
                                            <p:cond delay="0"/>
                                          </p:stCondLst>
                                        </p:cTn>
                                        <p:tgtEl>
                                          <p:spTgt spid="39"/>
                                        </p:tgtEl>
                                        <p:attrNameLst>
                                          <p:attrName>style.visibility</p:attrName>
                                        </p:attrNameLst>
                                      </p:cBhvr>
                                      <p:to>
                                        <p:strVal val="visible"/>
                                      </p:to>
                                    </p:set>
                                    <p:animEffect transition="in" filter="fade">
                                      <p:cBhvr>
                                        <p:cTn id="74" dur="1000"/>
                                        <p:tgtEl>
                                          <p:spTgt spid="39"/>
                                        </p:tgtEl>
                                      </p:cBhvr>
                                    </p:animEffect>
                                    <p:anim calcmode="lin" valueType="num">
                                      <p:cBhvr>
                                        <p:cTn id="75" dur="1000" fill="hold"/>
                                        <p:tgtEl>
                                          <p:spTgt spid="39"/>
                                        </p:tgtEl>
                                        <p:attrNameLst>
                                          <p:attrName>ppt_x</p:attrName>
                                        </p:attrNameLst>
                                      </p:cBhvr>
                                      <p:tavLst>
                                        <p:tav tm="0">
                                          <p:val>
                                            <p:strVal val="#ppt_x"/>
                                          </p:val>
                                        </p:tav>
                                        <p:tav tm="100000">
                                          <p:val>
                                            <p:strVal val="#ppt_x"/>
                                          </p:val>
                                        </p:tav>
                                      </p:tavLst>
                                    </p:anim>
                                    <p:anim calcmode="lin" valueType="num">
                                      <p:cBhvr>
                                        <p:cTn id="76" dur="1000" fill="hold"/>
                                        <p:tgtEl>
                                          <p:spTgt spid="39"/>
                                        </p:tgtEl>
                                        <p:attrNameLst>
                                          <p:attrName>ppt_y</p:attrName>
                                        </p:attrNameLst>
                                      </p:cBhvr>
                                      <p:tavLst>
                                        <p:tav tm="0">
                                          <p:val>
                                            <p:strVal val="#ppt_y+.1"/>
                                          </p:val>
                                        </p:tav>
                                        <p:tav tm="100000">
                                          <p:val>
                                            <p:strVal val="#ppt_y"/>
                                          </p:val>
                                        </p:tav>
                                      </p:tavLst>
                                    </p:anim>
                                  </p:childTnLst>
                                </p:cTn>
                              </p:par>
                            </p:childTnLst>
                          </p:cTn>
                        </p:par>
                      </p:childTnLst>
                    </p:cTn>
                  </p:par>
                  <p:par>
                    <p:cTn id="77" fill="hold">
                      <p:stCondLst>
                        <p:cond delay="indefinite"/>
                      </p:stCondLst>
                      <p:childTnLst>
                        <p:par>
                          <p:cTn id="78" fill="hold">
                            <p:stCondLst>
                              <p:cond delay="0"/>
                            </p:stCondLst>
                            <p:childTnLst>
                              <p:par>
                                <p:cTn id="79" presetID="2" presetClass="entr" presetSubtype="4" fill="hold" grpId="0" nodeType="clickEffect">
                                  <p:stCondLst>
                                    <p:cond delay="0"/>
                                  </p:stCondLst>
                                  <p:childTnLst>
                                    <p:set>
                                      <p:cBhvr>
                                        <p:cTn id="80" dur="1" fill="hold">
                                          <p:stCondLst>
                                            <p:cond delay="0"/>
                                          </p:stCondLst>
                                        </p:cTn>
                                        <p:tgtEl>
                                          <p:spTgt spid="40"/>
                                        </p:tgtEl>
                                        <p:attrNameLst>
                                          <p:attrName>style.visibility</p:attrName>
                                        </p:attrNameLst>
                                      </p:cBhvr>
                                      <p:to>
                                        <p:strVal val="visible"/>
                                      </p:to>
                                    </p:set>
                                    <p:anim calcmode="lin" valueType="num">
                                      <p:cBhvr additive="base">
                                        <p:cTn id="81" dur="500" fill="hold"/>
                                        <p:tgtEl>
                                          <p:spTgt spid="40"/>
                                        </p:tgtEl>
                                        <p:attrNameLst>
                                          <p:attrName>ppt_x</p:attrName>
                                        </p:attrNameLst>
                                      </p:cBhvr>
                                      <p:tavLst>
                                        <p:tav tm="0">
                                          <p:val>
                                            <p:strVal val="#ppt_x"/>
                                          </p:val>
                                        </p:tav>
                                        <p:tav tm="100000">
                                          <p:val>
                                            <p:strVal val="#ppt_x"/>
                                          </p:val>
                                        </p:tav>
                                      </p:tavLst>
                                    </p:anim>
                                    <p:anim calcmode="lin" valueType="num">
                                      <p:cBhvr additive="base">
                                        <p:cTn id="82" dur="500" fill="hold"/>
                                        <p:tgtEl>
                                          <p:spTgt spid="40"/>
                                        </p:tgtEl>
                                        <p:attrNameLst>
                                          <p:attrName>ppt_y</p:attrName>
                                        </p:attrNameLst>
                                      </p:cBhvr>
                                      <p:tavLst>
                                        <p:tav tm="0">
                                          <p:val>
                                            <p:strVal val="1+#ppt_h/2"/>
                                          </p:val>
                                        </p:tav>
                                        <p:tav tm="100000">
                                          <p:val>
                                            <p:strVal val="#ppt_y"/>
                                          </p:val>
                                        </p:tav>
                                      </p:tavLst>
                                    </p:anim>
                                  </p:childTnLst>
                                </p:cTn>
                              </p:par>
                            </p:childTnLst>
                          </p:cTn>
                        </p:par>
                      </p:childTnLst>
                    </p:cTn>
                  </p:par>
                  <p:par>
                    <p:cTn id="83" fill="hold">
                      <p:stCondLst>
                        <p:cond delay="indefinite"/>
                      </p:stCondLst>
                      <p:childTnLst>
                        <p:par>
                          <p:cTn id="84" fill="hold">
                            <p:stCondLst>
                              <p:cond delay="0"/>
                            </p:stCondLst>
                            <p:childTnLst>
                              <p:par>
                                <p:cTn id="85" presetID="16" presetClass="entr" presetSubtype="21" fill="hold" nodeType="clickEffect">
                                  <p:stCondLst>
                                    <p:cond delay="0"/>
                                  </p:stCondLst>
                                  <p:childTnLst>
                                    <p:set>
                                      <p:cBhvr>
                                        <p:cTn id="86" dur="1" fill="hold">
                                          <p:stCondLst>
                                            <p:cond delay="0"/>
                                          </p:stCondLst>
                                        </p:cTn>
                                        <p:tgtEl>
                                          <p:spTgt spid="41"/>
                                        </p:tgtEl>
                                        <p:attrNameLst>
                                          <p:attrName>style.visibility</p:attrName>
                                        </p:attrNameLst>
                                      </p:cBhvr>
                                      <p:to>
                                        <p:strVal val="visible"/>
                                      </p:to>
                                    </p:set>
                                    <p:animEffect transition="in" filter="barn(inVertical)">
                                      <p:cBhvr>
                                        <p:cTn id="87" dur="500"/>
                                        <p:tgtEl>
                                          <p:spTgt spid="41"/>
                                        </p:tgtEl>
                                      </p:cBhvr>
                                    </p:animEffect>
                                  </p:childTnLst>
                                </p:cTn>
                              </p:par>
                            </p:childTnLst>
                          </p:cTn>
                        </p:par>
                      </p:childTnLst>
                    </p:cTn>
                  </p:par>
                  <p:par>
                    <p:cTn id="88" fill="hold">
                      <p:stCondLst>
                        <p:cond delay="indefinite"/>
                      </p:stCondLst>
                      <p:childTnLst>
                        <p:par>
                          <p:cTn id="89" fill="hold">
                            <p:stCondLst>
                              <p:cond delay="0"/>
                            </p:stCondLst>
                            <p:childTnLst>
                              <p:par>
                                <p:cTn id="90" presetID="2" presetClass="entr" presetSubtype="4" fill="hold" grpId="0" nodeType="clickEffect">
                                  <p:stCondLst>
                                    <p:cond delay="0"/>
                                  </p:stCondLst>
                                  <p:childTnLst>
                                    <p:set>
                                      <p:cBhvr>
                                        <p:cTn id="91" dur="1" fill="hold">
                                          <p:stCondLst>
                                            <p:cond delay="0"/>
                                          </p:stCondLst>
                                        </p:cTn>
                                        <p:tgtEl>
                                          <p:spTgt spid="43"/>
                                        </p:tgtEl>
                                        <p:attrNameLst>
                                          <p:attrName>style.visibility</p:attrName>
                                        </p:attrNameLst>
                                      </p:cBhvr>
                                      <p:to>
                                        <p:strVal val="visible"/>
                                      </p:to>
                                    </p:set>
                                    <p:anim calcmode="lin" valueType="num">
                                      <p:cBhvr additive="base">
                                        <p:cTn id="92" dur="500" fill="hold"/>
                                        <p:tgtEl>
                                          <p:spTgt spid="43"/>
                                        </p:tgtEl>
                                        <p:attrNameLst>
                                          <p:attrName>ppt_x</p:attrName>
                                        </p:attrNameLst>
                                      </p:cBhvr>
                                      <p:tavLst>
                                        <p:tav tm="0">
                                          <p:val>
                                            <p:strVal val="#ppt_x"/>
                                          </p:val>
                                        </p:tav>
                                        <p:tav tm="100000">
                                          <p:val>
                                            <p:strVal val="#ppt_x"/>
                                          </p:val>
                                        </p:tav>
                                      </p:tavLst>
                                    </p:anim>
                                    <p:anim calcmode="lin" valueType="num">
                                      <p:cBhvr additive="base">
                                        <p:cTn id="93" dur="500" fill="hold"/>
                                        <p:tgtEl>
                                          <p:spTgt spid="43"/>
                                        </p:tgtEl>
                                        <p:attrNameLst>
                                          <p:attrName>ppt_y</p:attrName>
                                        </p:attrNameLst>
                                      </p:cBhvr>
                                      <p:tavLst>
                                        <p:tav tm="0">
                                          <p:val>
                                            <p:strVal val="1+#ppt_h/2"/>
                                          </p:val>
                                        </p:tav>
                                        <p:tav tm="100000">
                                          <p:val>
                                            <p:strVal val="#ppt_y"/>
                                          </p:val>
                                        </p:tav>
                                      </p:tavLst>
                                    </p:anim>
                                  </p:childTnLst>
                                </p:cTn>
                              </p:par>
                            </p:childTnLst>
                          </p:cTn>
                        </p:par>
                      </p:childTnLst>
                    </p:cTn>
                  </p:par>
                  <p:par>
                    <p:cTn id="94" fill="hold">
                      <p:stCondLst>
                        <p:cond delay="indefinite"/>
                      </p:stCondLst>
                      <p:childTnLst>
                        <p:par>
                          <p:cTn id="95" fill="hold">
                            <p:stCondLst>
                              <p:cond delay="0"/>
                            </p:stCondLst>
                            <p:childTnLst>
                              <p:par>
                                <p:cTn id="96" presetID="2" presetClass="entr" presetSubtype="4" fill="hold" grpId="0" nodeType="clickEffect">
                                  <p:stCondLst>
                                    <p:cond delay="0"/>
                                  </p:stCondLst>
                                  <p:childTnLst>
                                    <p:set>
                                      <p:cBhvr>
                                        <p:cTn id="97" dur="1" fill="hold">
                                          <p:stCondLst>
                                            <p:cond delay="0"/>
                                          </p:stCondLst>
                                        </p:cTn>
                                        <p:tgtEl>
                                          <p:spTgt spid="45"/>
                                        </p:tgtEl>
                                        <p:attrNameLst>
                                          <p:attrName>style.visibility</p:attrName>
                                        </p:attrNameLst>
                                      </p:cBhvr>
                                      <p:to>
                                        <p:strVal val="visible"/>
                                      </p:to>
                                    </p:set>
                                    <p:anim calcmode="lin" valueType="num">
                                      <p:cBhvr additive="base">
                                        <p:cTn id="98" dur="500" fill="hold"/>
                                        <p:tgtEl>
                                          <p:spTgt spid="45"/>
                                        </p:tgtEl>
                                        <p:attrNameLst>
                                          <p:attrName>ppt_x</p:attrName>
                                        </p:attrNameLst>
                                      </p:cBhvr>
                                      <p:tavLst>
                                        <p:tav tm="0">
                                          <p:val>
                                            <p:strVal val="#ppt_x"/>
                                          </p:val>
                                        </p:tav>
                                        <p:tav tm="100000">
                                          <p:val>
                                            <p:strVal val="#ppt_x"/>
                                          </p:val>
                                        </p:tav>
                                      </p:tavLst>
                                    </p:anim>
                                    <p:anim calcmode="lin" valueType="num">
                                      <p:cBhvr additive="base">
                                        <p:cTn id="99" dur="500" fill="hold"/>
                                        <p:tgtEl>
                                          <p:spTgt spid="45"/>
                                        </p:tgtEl>
                                        <p:attrNameLst>
                                          <p:attrName>ppt_y</p:attrName>
                                        </p:attrNameLst>
                                      </p:cBhvr>
                                      <p:tavLst>
                                        <p:tav tm="0">
                                          <p:val>
                                            <p:strVal val="1+#ppt_h/2"/>
                                          </p:val>
                                        </p:tav>
                                        <p:tav tm="100000">
                                          <p:val>
                                            <p:strVal val="#ppt_y"/>
                                          </p:val>
                                        </p:tav>
                                      </p:tavLst>
                                    </p:anim>
                                  </p:childTnLst>
                                </p:cTn>
                              </p:par>
                            </p:childTnLst>
                          </p:cTn>
                        </p:par>
                      </p:childTnLst>
                    </p:cTn>
                  </p:par>
                  <p:par>
                    <p:cTn id="100" fill="hold">
                      <p:stCondLst>
                        <p:cond delay="indefinite"/>
                      </p:stCondLst>
                      <p:childTnLst>
                        <p:par>
                          <p:cTn id="101" fill="hold">
                            <p:stCondLst>
                              <p:cond delay="0"/>
                            </p:stCondLst>
                            <p:childTnLst>
                              <p:par>
                                <p:cTn id="102" presetID="2" presetClass="entr" presetSubtype="4" fill="hold" grpId="0" nodeType="clickEffect">
                                  <p:stCondLst>
                                    <p:cond delay="0"/>
                                  </p:stCondLst>
                                  <p:childTnLst>
                                    <p:set>
                                      <p:cBhvr>
                                        <p:cTn id="103" dur="1" fill="hold">
                                          <p:stCondLst>
                                            <p:cond delay="0"/>
                                          </p:stCondLst>
                                        </p:cTn>
                                        <p:tgtEl>
                                          <p:spTgt spid="50"/>
                                        </p:tgtEl>
                                        <p:attrNameLst>
                                          <p:attrName>style.visibility</p:attrName>
                                        </p:attrNameLst>
                                      </p:cBhvr>
                                      <p:to>
                                        <p:strVal val="visible"/>
                                      </p:to>
                                    </p:set>
                                    <p:anim calcmode="lin" valueType="num">
                                      <p:cBhvr additive="base">
                                        <p:cTn id="104" dur="500" fill="hold"/>
                                        <p:tgtEl>
                                          <p:spTgt spid="50"/>
                                        </p:tgtEl>
                                        <p:attrNameLst>
                                          <p:attrName>ppt_x</p:attrName>
                                        </p:attrNameLst>
                                      </p:cBhvr>
                                      <p:tavLst>
                                        <p:tav tm="0">
                                          <p:val>
                                            <p:strVal val="#ppt_x"/>
                                          </p:val>
                                        </p:tav>
                                        <p:tav tm="100000">
                                          <p:val>
                                            <p:strVal val="#ppt_x"/>
                                          </p:val>
                                        </p:tav>
                                      </p:tavLst>
                                    </p:anim>
                                    <p:anim calcmode="lin" valueType="num">
                                      <p:cBhvr additive="base">
                                        <p:cTn id="105" dur="500" fill="hold"/>
                                        <p:tgtEl>
                                          <p:spTgt spid="50"/>
                                        </p:tgtEl>
                                        <p:attrNameLst>
                                          <p:attrName>ppt_y</p:attrName>
                                        </p:attrNameLst>
                                      </p:cBhvr>
                                      <p:tavLst>
                                        <p:tav tm="0">
                                          <p:val>
                                            <p:strVal val="1+#ppt_h/2"/>
                                          </p:val>
                                        </p:tav>
                                        <p:tav tm="100000">
                                          <p:val>
                                            <p:strVal val="#ppt_y"/>
                                          </p:val>
                                        </p:tav>
                                      </p:tavLst>
                                    </p:anim>
                                  </p:childTnLst>
                                </p:cTn>
                              </p:par>
                            </p:childTnLst>
                          </p:cTn>
                        </p:par>
                      </p:childTnLst>
                    </p:cTn>
                  </p:par>
                  <p:par>
                    <p:cTn id="106" fill="hold">
                      <p:stCondLst>
                        <p:cond delay="indefinite"/>
                      </p:stCondLst>
                      <p:childTnLst>
                        <p:par>
                          <p:cTn id="107" fill="hold">
                            <p:stCondLst>
                              <p:cond delay="0"/>
                            </p:stCondLst>
                            <p:childTnLst>
                              <p:par>
                                <p:cTn id="108" presetID="42" presetClass="entr" presetSubtype="0" fill="hold" nodeType="clickEffect">
                                  <p:stCondLst>
                                    <p:cond delay="0"/>
                                  </p:stCondLst>
                                  <p:childTnLst>
                                    <p:set>
                                      <p:cBhvr>
                                        <p:cTn id="109" dur="1" fill="hold">
                                          <p:stCondLst>
                                            <p:cond delay="0"/>
                                          </p:stCondLst>
                                        </p:cTn>
                                        <p:tgtEl>
                                          <p:spTgt spid="48"/>
                                        </p:tgtEl>
                                        <p:attrNameLst>
                                          <p:attrName>style.visibility</p:attrName>
                                        </p:attrNameLst>
                                      </p:cBhvr>
                                      <p:to>
                                        <p:strVal val="visible"/>
                                      </p:to>
                                    </p:set>
                                    <p:animEffect transition="in" filter="fade">
                                      <p:cBhvr>
                                        <p:cTn id="110" dur="1000"/>
                                        <p:tgtEl>
                                          <p:spTgt spid="48"/>
                                        </p:tgtEl>
                                      </p:cBhvr>
                                    </p:animEffect>
                                    <p:anim calcmode="lin" valueType="num">
                                      <p:cBhvr>
                                        <p:cTn id="111" dur="1000" fill="hold"/>
                                        <p:tgtEl>
                                          <p:spTgt spid="48"/>
                                        </p:tgtEl>
                                        <p:attrNameLst>
                                          <p:attrName>ppt_x</p:attrName>
                                        </p:attrNameLst>
                                      </p:cBhvr>
                                      <p:tavLst>
                                        <p:tav tm="0">
                                          <p:val>
                                            <p:strVal val="#ppt_x"/>
                                          </p:val>
                                        </p:tav>
                                        <p:tav tm="100000">
                                          <p:val>
                                            <p:strVal val="#ppt_x"/>
                                          </p:val>
                                        </p:tav>
                                      </p:tavLst>
                                    </p:anim>
                                    <p:anim calcmode="lin" valueType="num">
                                      <p:cBhvr>
                                        <p:cTn id="112" dur="1000" fill="hold"/>
                                        <p:tgtEl>
                                          <p:spTgt spid="48"/>
                                        </p:tgtEl>
                                        <p:attrNameLst>
                                          <p:attrName>ppt_y</p:attrName>
                                        </p:attrNameLst>
                                      </p:cBhvr>
                                      <p:tavLst>
                                        <p:tav tm="0">
                                          <p:val>
                                            <p:strVal val="#ppt_y+.1"/>
                                          </p:val>
                                        </p:tav>
                                        <p:tav tm="100000">
                                          <p:val>
                                            <p:strVal val="#ppt_y"/>
                                          </p:val>
                                        </p:tav>
                                      </p:tavLst>
                                    </p:anim>
                                  </p:childTnLst>
                                </p:cTn>
                              </p:par>
                            </p:childTnLst>
                          </p:cTn>
                        </p:par>
                      </p:childTnLst>
                    </p:cTn>
                  </p:par>
                  <p:par>
                    <p:cTn id="113" fill="hold">
                      <p:stCondLst>
                        <p:cond delay="indefinite"/>
                      </p:stCondLst>
                      <p:childTnLst>
                        <p:par>
                          <p:cTn id="114" fill="hold">
                            <p:stCondLst>
                              <p:cond delay="0"/>
                            </p:stCondLst>
                            <p:childTnLst>
                              <p:par>
                                <p:cTn id="115" presetID="2" presetClass="entr" presetSubtype="4" fill="hold" grpId="0" nodeType="clickEffect">
                                  <p:stCondLst>
                                    <p:cond delay="0"/>
                                  </p:stCondLst>
                                  <p:childTnLst>
                                    <p:set>
                                      <p:cBhvr>
                                        <p:cTn id="116" dur="1" fill="hold">
                                          <p:stCondLst>
                                            <p:cond delay="0"/>
                                          </p:stCondLst>
                                        </p:cTn>
                                        <p:tgtEl>
                                          <p:spTgt spid="52"/>
                                        </p:tgtEl>
                                        <p:attrNameLst>
                                          <p:attrName>style.visibility</p:attrName>
                                        </p:attrNameLst>
                                      </p:cBhvr>
                                      <p:to>
                                        <p:strVal val="visible"/>
                                      </p:to>
                                    </p:set>
                                    <p:anim calcmode="lin" valueType="num">
                                      <p:cBhvr additive="base">
                                        <p:cTn id="117" dur="500" fill="hold"/>
                                        <p:tgtEl>
                                          <p:spTgt spid="52"/>
                                        </p:tgtEl>
                                        <p:attrNameLst>
                                          <p:attrName>ppt_x</p:attrName>
                                        </p:attrNameLst>
                                      </p:cBhvr>
                                      <p:tavLst>
                                        <p:tav tm="0">
                                          <p:val>
                                            <p:strVal val="#ppt_x"/>
                                          </p:val>
                                        </p:tav>
                                        <p:tav tm="100000">
                                          <p:val>
                                            <p:strVal val="#ppt_x"/>
                                          </p:val>
                                        </p:tav>
                                      </p:tavLst>
                                    </p:anim>
                                    <p:anim calcmode="lin" valueType="num">
                                      <p:cBhvr additive="base">
                                        <p:cTn id="118" dur="500" fill="hold"/>
                                        <p:tgtEl>
                                          <p:spTgt spid="52"/>
                                        </p:tgtEl>
                                        <p:attrNameLst>
                                          <p:attrName>ppt_y</p:attrName>
                                        </p:attrNameLst>
                                      </p:cBhvr>
                                      <p:tavLst>
                                        <p:tav tm="0">
                                          <p:val>
                                            <p:strVal val="1+#ppt_h/2"/>
                                          </p:val>
                                        </p:tav>
                                        <p:tav tm="100000">
                                          <p:val>
                                            <p:strVal val="#ppt_y"/>
                                          </p:val>
                                        </p:tav>
                                      </p:tavLst>
                                    </p:anim>
                                  </p:childTnLst>
                                </p:cTn>
                              </p:par>
                            </p:childTnLst>
                          </p:cTn>
                        </p:par>
                      </p:childTnLst>
                    </p:cTn>
                  </p:par>
                  <p:par>
                    <p:cTn id="119" fill="hold">
                      <p:stCondLst>
                        <p:cond delay="indefinite"/>
                      </p:stCondLst>
                      <p:childTnLst>
                        <p:par>
                          <p:cTn id="120" fill="hold">
                            <p:stCondLst>
                              <p:cond delay="0"/>
                            </p:stCondLst>
                            <p:childTnLst>
                              <p:par>
                                <p:cTn id="121" presetID="2" presetClass="entr" presetSubtype="4" fill="hold" grpId="0" nodeType="clickEffect">
                                  <p:stCondLst>
                                    <p:cond delay="0"/>
                                  </p:stCondLst>
                                  <p:childTnLst>
                                    <p:set>
                                      <p:cBhvr>
                                        <p:cTn id="122" dur="1" fill="hold">
                                          <p:stCondLst>
                                            <p:cond delay="0"/>
                                          </p:stCondLst>
                                        </p:cTn>
                                        <p:tgtEl>
                                          <p:spTgt spid="53"/>
                                        </p:tgtEl>
                                        <p:attrNameLst>
                                          <p:attrName>style.visibility</p:attrName>
                                        </p:attrNameLst>
                                      </p:cBhvr>
                                      <p:to>
                                        <p:strVal val="visible"/>
                                      </p:to>
                                    </p:set>
                                    <p:anim calcmode="lin" valueType="num">
                                      <p:cBhvr additive="base">
                                        <p:cTn id="123" dur="500" fill="hold"/>
                                        <p:tgtEl>
                                          <p:spTgt spid="53"/>
                                        </p:tgtEl>
                                        <p:attrNameLst>
                                          <p:attrName>ppt_x</p:attrName>
                                        </p:attrNameLst>
                                      </p:cBhvr>
                                      <p:tavLst>
                                        <p:tav tm="0">
                                          <p:val>
                                            <p:strVal val="#ppt_x"/>
                                          </p:val>
                                        </p:tav>
                                        <p:tav tm="100000">
                                          <p:val>
                                            <p:strVal val="#ppt_x"/>
                                          </p:val>
                                        </p:tav>
                                      </p:tavLst>
                                    </p:anim>
                                    <p:anim calcmode="lin" valueType="num">
                                      <p:cBhvr additive="base">
                                        <p:cTn id="124" dur="500" fill="hold"/>
                                        <p:tgtEl>
                                          <p:spTgt spid="53"/>
                                        </p:tgtEl>
                                        <p:attrNameLst>
                                          <p:attrName>ppt_y</p:attrName>
                                        </p:attrNameLst>
                                      </p:cBhvr>
                                      <p:tavLst>
                                        <p:tav tm="0">
                                          <p:val>
                                            <p:strVal val="1+#ppt_h/2"/>
                                          </p:val>
                                        </p:tav>
                                        <p:tav tm="100000">
                                          <p:val>
                                            <p:strVal val="#ppt_y"/>
                                          </p:val>
                                        </p:tav>
                                      </p:tavLst>
                                    </p:anim>
                                  </p:childTnLst>
                                </p:cTn>
                              </p:par>
                            </p:childTnLst>
                          </p:cTn>
                        </p:par>
                      </p:childTnLst>
                    </p:cTn>
                  </p:par>
                  <p:par>
                    <p:cTn id="125" fill="hold">
                      <p:stCondLst>
                        <p:cond delay="indefinite"/>
                      </p:stCondLst>
                      <p:childTnLst>
                        <p:par>
                          <p:cTn id="126" fill="hold">
                            <p:stCondLst>
                              <p:cond delay="0"/>
                            </p:stCondLst>
                            <p:childTnLst>
                              <p:par>
                                <p:cTn id="127" presetID="42" presetClass="entr" presetSubtype="0" fill="hold" nodeType="clickEffect">
                                  <p:stCondLst>
                                    <p:cond delay="0"/>
                                  </p:stCondLst>
                                  <p:childTnLst>
                                    <p:set>
                                      <p:cBhvr>
                                        <p:cTn id="128" dur="1" fill="hold">
                                          <p:stCondLst>
                                            <p:cond delay="0"/>
                                          </p:stCondLst>
                                        </p:cTn>
                                        <p:tgtEl>
                                          <p:spTgt spid="54"/>
                                        </p:tgtEl>
                                        <p:attrNameLst>
                                          <p:attrName>style.visibility</p:attrName>
                                        </p:attrNameLst>
                                      </p:cBhvr>
                                      <p:to>
                                        <p:strVal val="visible"/>
                                      </p:to>
                                    </p:set>
                                    <p:animEffect transition="in" filter="fade">
                                      <p:cBhvr>
                                        <p:cTn id="129" dur="1000"/>
                                        <p:tgtEl>
                                          <p:spTgt spid="54"/>
                                        </p:tgtEl>
                                      </p:cBhvr>
                                    </p:animEffect>
                                    <p:anim calcmode="lin" valueType="num">
                                      <p:cBhvr>
                                        <p:cTn id="130" dur="1000" fill="hold"/>
                                        <p:tgtEl>
                                          <p:spTgt spid="54"/>
                                        </p:tgtEl>
                                        <p:attrNameLst>
                                          <p:attrName>ppt_x</p:attrName>
                                        </p:attrNameLst>
                                      </p:cBhvr>
                                      <p:tavLst>
                                        <p:tav tm="0">
                                          <p:val>
                                            <p:strVal val="#ppt_x"/>
                                          </p:val>
                                        </p:tav>
                                        <p:tav tm="100000">
                                          <p:val>
                                            <p:strVal val="#ppt_x"/>
                                          </p:val>
                                        </p:tav>
                                      </p:tavLst>
                                    </p:anim>
                                    <p:anim calcmode="lin" valueType="num">
                                      <p:cBhvr>
                                        <p:cTn id="131" dur="1000" fill="hold"/>
                                        <p:tgtEl>
                                          <p:spTgt spid="5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25" grpId="0"/>
      <p:bldP spid="26" grpId="0"/>
      <p:bldP spid="27" grpId="0"/>
      <p:bldP spid="33" grpId="0"/>
      <p:bldP spid="40" grpId="0"/>
      <p:bldP spid="43" grpId="0"/>
      <p:bldP spid="45" grpId="0"/>
      <p:bldP spid="50" grpId="0"/>
      <p:bldP spid="52" grpId="0"/>
      <p:bldP spid="53" grpId="0"/>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A45BDEE0-09AA-2A12-3458-55751160D879}"/>
              </a:ext>
            </a:extLst>
          </p:cNvPr>
          <p:cNvSpPr txBox="1"/>
          <p:nvPr/>
        </p:nvSpPr>
        <p:spPr>
          <a:xfrm>
            <a:off x="200267" y="110660"/>
            <a:ext cx="6626649" cy="369332"/>
          </a:xfrm>
          <a:prstGeom prst="rect">
            <a:avLst/>
          </a:prstGeom>
          <a:noFill/>
        </p:spPr>
        <p:txBody>
          <a:bodyPr wrap="square" rtlCol="0">
            <a:spAutoFit/>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kumimoji="0" lang="en-US" altLang="ko-KR" b="1" i="0" u="none" strike="noStrike" kern="0" cap="none" spc="0" normalizeH="0" baseline="0" noProof="0">
                <a:ln>
                  <a:noFill/>
                </a:ln>
                <a:solidFill>
                  <a:srgbClr val="FF0000"/>
                </a:solidFill>
                <a:effectLst/>
                <a:uLnTx/>
                <a:uFillTx/>
                <a:latin typeface="Arial" panose="020B0604020202020204" pitchFamily="34" charset="0"/>
                <a:cs typeface="Arial" panose="020B0604020202020204" pitchFamily="34" charset="0"/>
              </a:rPr>
              <a:t>5.2.2. Nhiễu xạ của sóng phẳng</a:t>
            </a:r>
            <a:r>
              <a:rPr kumimoji="0" lang="en-US" altLang="ko-KR" b="1" i="0" u="none" strike="noStrike" kern="0" cap="none" spc="0" normalizeH="0" noProof="0">
                <a:ln>
                  <a:noFill/>
                </a:ln>
                <a:solidFill>
                  <a:srgbClr val="FF0000"/>
                </a:solidFill>
                <a:effectLst/>
                <a:uLnTx/>
                <a:uFillTx/>
                <a:latin typeface="Arial" panose="020B0604020202020204" pitchFamily="34" charset="0"/>
                <a:cs typeface="Arial" panose="020B0604020202020204" pitchFamily="34" charset="0"/>
              </a:rPr>
              <a:t> qua một khe hẹp</a:t>
            </a:r>
            <a:endParaRPr kumimoji="0" lang="en-US" altLang="ko-KR" b="1" i="0" u="none" strike="noStrike" kern="0" cap="none" spc="0" normalizeH="0" baseline="0" noProof="0" dirty="0">
              <a:ln>
                <a:noFill/>
              </a:ln>
              <a:solidFill>
                <a:srgbClr val="FF0000"/>
              </a:solidFill>
              <a:effectLst/>
              <a:uLnTx/>
              <a:uFillTx/>
              <a:latin typeface="Arial" panose="020B0604020202020204" pitchFamily="34" charset="0"/>
              <a:cs typeface="Arial" panose="020B0604020202020204" pitchFamily="34" charset="0"/>
            </a:endParaRPr>
          </a:p>
        </p:txBody>
      </p:sp>
      <p:pic>
        <p:nvPicPr>
          <p:cNvPr id="27" name="Picture 26">
            <a:extLst>
              <a:ext uri="{FF2B5EF4-FFF2-40B4-BE49-F238E27FC236}">
                <a16:creationId xmlns:a16="http://schemas.microsoft.com/office/drawing/2014/main" id="{9E1D65AB-FE30-C8E3-A1C6-CC828625DEC3}"/>
              </a:ext>
            </a:extLst>
          </p:cNvPr>
          <p:cNvPicPr>
            <a:picLocks noChangeAspect="1"/>
          </p:cNvPicPr>
          <p:nvPr/>
        </p:nvPicPr>
        <p:blipFill>
          <a:blip r:embed="rId2"/>
          <a:stretch>
            <a:fillRect/>
          </a:stretch>
        </p:blipFill>
        <p:spPr>
          <a:xfrm>
            <a:off x="9178932" y="3429000"/>
            <a:ext cx="2527794" cy="2886346"/>
          </a:xfrm>
          <a:prstGeom prst="rect">
            <a:avLst/>
          </a:prstGeom>
        </p:spPr>
      </p:pic>
      <p:grpSp>
        <p:nvGrpSpPr>
          <p:cNvPr id="30" name="Group 29">
            <a:extLst>
              <a:ext uri="{FF2B5EF4-FFF2-40B4-BE49-F238E27FC236}">
                <a16:creationId xmlns:a16="http://schemas.microsoft.com/office/drawing/2014/main" id="{4AF958CE-BFA4-A555-7EFE-DE955BF0E0EB}"/>
              </a:ext>
            </a:extLst>
          </p:cNvPr>
          <p:cNvGrpSpPr/>
          <p:nvPr/>
        </p:nvGrpSpPr>
        <p:grpSpPr>
          <a:xfrm>
            <a:off x="7163424" y="110660"/>
            <a:ext cx="4828309" cy="3162714"/>
            <a:chOff x="7066549" y="110660"/>
            <a:chExt cx="4828309" cy="3162714"/>
          </a:xfrm>
        </p:grpSpPr>
        <p:grpSp>
          <p:nvGrpSpPr>
            <p:cNvPr id="23" name="Group 22">
              <a:extLst>
                <a:ext uri="{FF2B5EF4-FFF2-40B4-BE49-F238E27FC236}">
                  <a16:creationId xmlns:a16="http://schemas.microsoft.com/office/drawing/2014/main" id="{677B0B5E-09F8-A8E8-F197-FC96FC185516}"/>
                </a:ext>
              </a:extLst>
            </p:cNvPr>
            <p:cNvGrpSpPr/>
            <p:nvPr/>
          </p:nvGrpSpPr>
          <p:grpSpPr>
            <a:xfrm>
              <a:off x="7066549" y="110660"/>
              <a:ext cx="4828309" cy="2987505"/>
              <a:chOff x="6777791" y="390267"/>
              <a:chExt cx="4828309" cy="2987505"/>
            </a:xfrm>
          </p:grpSpPr>
          <p:pic>
            <p:nvPicPr>
              <p:cNvPr id="20" name="Picture 19">
                <a:extLst>
                  <a:ext uri="{FF2B5EF4-FFF2-40B4-BE49-F238E27FC236}">
                    <a16:creationId xmlns:a16="http://schemas.microsoft.com/office/drawing/2014/main" id="{BB391FE6-FC21-6F15-359F-31DE397D9681}"/>
                  </a:ext>
                </a:extLst>
              </p:cNvPr>
              <p:cNvPicPr>
                <a:picLocks noChangeAspect="1"/>
              </p:cNvPicPr>
              <p:nvPr/>
            </p:nvPicPr>
            <p:blipFill>
              <a:blip r:embed="rId3"/>
              <a:stretch>
                <a:fillRect/>
              </a:stretch>
            </p:blipFill>
            <p:spPr>
              <a:xfrm>
                <a:off x="6777791" y="390267"/>
                <a:ext cx="4828309" cy="2987505"/>
              </a:xfrm>
              <a:prstGeom prst="rect">
                <a:avLst/>
              </a:prstGeom>
            </p:spPr>
          </p:pic>
          <p:sp>
            <p:nvSpPr>
              <p:cNvPr id="21" name="TextBox 20">
                <a:extLst>
                  <a:ext uri="{FF2B5EF4-FFF2-40B4-BE49-F238E27FC236}">
                    <a16:creationId xmlns:a16="http://schemas.microsoft.com/office/drawing/2014/main" id="{891D6C4C-D31C-E0F6-4AA3-55EAF8BA76D2}"/>
                  </a:ext>
                </a:extLst>
              </p:cNvPr>
              <p:cNvSpPr txBox="1"/>
              <p:nvPr/>
            </p:nvSpPr>
            <p:spPr>
              <a:xfrm>
                <a:off x="8542239" y="1257024"/>
                <a:ext cx="565666" cy="461665"/>
              </a:xfrm>
              <a:prstGeom prst="rect">
                <a:avLst/>
              </a:prstGeom>
              <a:noFill/>
            </p:spPr>
            <p:txBody>
              <a:bodyPr wrap="square" rtlCol="0">
                <a:spAutoFit/>
              </a:bodyPr>
              <a:lstStyle/>
              <a:p>
                <a:r>
                  <a:rPr lang="en-US" sz="2400">
                    <a:latin typeface="Times New Roman" panose="02020603050405020304" pitchFamily="18" charset="0"/>
                    <a:cs typeface="Times New Roman" panose="02020603050405020304" pitchFamily="18" charset="0"/>
                    <a:sym typeface="Symbol" panose="05050102010706020507" pitchFamily="18" charset="2"/>
                  </a:rPr>
                  <a:t></a:t>
                </a:r>
                <a:endParaRPr lang="en-US" sz="2400">
                  <a:latin typeface="Times New Roman" panose="02020603050405020304" pitchFamily="18" charset="0"/>
                  <a:cs typeface="Times New Roman" panose="02020603050405020304" pitchFamily="18" charset="0"/>
                </a:endParaRPr>
              </a:p>
            </p:txBody>
          </p:sp>
          <p:sp>
            <p:nvSpPr>
              <p:cNvPr id="22" name="TextBox 21">
                <a:extLst>
                  <a:ext uri="{FF2B5EF4-FFF2-40B4-BE49-F238E27FC236}">
                    <a16:creationId xmlns:a16="http://schemas.microsoft.com/office/drawing/2014/main" id="{48EC05EA-643C-E8D9-7DA2-EB31E9C882BC}"/>
                  </a:ext>
                </a:extLst>
              </p:cNvPr>
              <p:cNvSpPr txBox="1"/>
              <p:nvPr/>
            </p:nvSpPr>
            <p:spPr>
              <a:xfrm>
                <a:off x="7577616" y="1694625"/>
                <a:ext cx="565666" cy="369332"/>
              </a:xfrm>
              <a:prstGeom prst="rect">
                <a:avLst/>
              </a:prstGeom>
              <a:noFill/>
            </p:spPr>
            <p:txBody>
              <a:bodyPr wrap="square" rtlCol="0">
                <a:spAutoFit/>
              </a:bodyPr>
              <a:lstStyle/>
              <a:p>
                <a:r>
                  <a:rPr lang="en-US" i="1">
                    <a:latin typeface="Times New Roman" panose="02020603050405020304" pitchFamily="18" charset="0"/>
                    <a:cs typeface="Times New Roman" panose="02020603050405020304" pitchFamily="18" charset="0"/>
                    <a:sym typeface="Symbol" panose="05050102010706020507" pitchFamily="18" charset="2"/>
                  </a:rPr>
                  <a:t>b</a:t>
                </a:r>
                <a:endParaRPr lang="en-US" i="1">
                  <a:latin typeface="Times New Roman" panose="02020603050405020304" pitchFamily="18" charset="0"/>
                  <a:cs typeface="Times New Roman" panose="02020603050405020304" pitchFamily="18" charset="0"/>
                </a:endParaRPr>
              </a:p>
            </p:txBody>
          </p:sp>
        </p:grpSp>
        <p:sp>
          <p:nvSpPr>
            <p:cNvPr id="28" name="TextBox 27">
              <a:extLst>
                <a:ext uri="{FF2B5EF4-FFF2-40B4-BE49-F238E27FC236}">
                  <a16:creationId xmlns:a16="http://schemas.microsoft.com/office/drawing/2014/main" id="{9BBF714F-DC01-F9E7-267D-8196F039A594}"/>
                </a:ext>
              </a:extLst>
            </p:cNvPr>
            <p:cNvSpPr txBox="1"/>
            <p:nvPr/>
          </p:nvSpPr>
          <p:spPr>
            <a:xfrm>
              <a:off x="8033818" y="2904042"/>
              <a:ext cx="565666" cy="369332"/>
            </a:xfrm>
            <a:prstGeom prst="rect">
              <a:avLst/>
            </a:prstGeom>
            <a:noFill/>
          </p:spPr>
          <p:txBody>
            <a:bodyPr wrap="square" rtlCol="0">
              <a:spAutoFit/>
            </a:bodyPr>
            <a:lstStyle/>
            <a:p>
              <a:r>
                <a:rPr lang="en-US" i="1">
                  <a:latin typeface="Times New Roman" panose="02020603050405020304" pitchFamily="18" charset="0"/>
                  <a:cs typeface="Times New Roman" panose="02020603050405020304" pitchFamily="18" charset="0"/>
                </a:rPr>
                <a:t>P</a:t>
              </a:r>
            </a:p>
          </p:txBody>
        </p:sp>
        <p:sp>
          <p:nvSpPr>
            <p:cNvPr id="29" name="TextBox 28">
              <a:extLst>
                <a:ext uri="{FF2B5EF4-FFF2-40B4-BE49-F238E27FC236}">
                  <a16:creationId xmlns:a16="http://schemas.microsoft.com/office/drawing/2014/main" id="{694A58C2-89B4-65DC-8860-7D0AEFB63CAC}"/>
                </a:ext>
              </a:extLst>
            </p:cNvPr>
            <p:cNvSpPr txBox="1"/>
            <p:nvPr/>
          </p:nvSpPr>
          <p:spPr>
            <a:xfrm>
              <a:off x="9973807" y="2904042"/>
              <a:ext cx="565666" cy="369332"/>
            </a:xfrm>
            <a:prstGeom prst="rect">
              <a:avLst/>
            </a:prstGeom>
            <a:noFill/>
          </p:spPr>
          <p:txBody>
            <a:bodyPr wrap="square" rtlCol="0">
              <a:spAutoFit/>
            </a:bodyPr>
            <a:lstStyle/>
            <a:p>
              <a:r>
                <a:rPr lang="en-US" i="1">
                  <a:latin typeface="Times New Roman" panose="02020603050405020304" pitchFamily="18" charset="0"/>
                  <a:cs typeface="Times New Roman" panose="02020603050405020304" pitchFamily="18" charset="0"/>
                </a:rPr>
                <a:t>Q</a:t>
              </a:r>
            </a:p>
          </p:txBody>
        </p:sp>
      </p:grpSp>
      <p:sp>
        <p:nvSpPr>
          <p:cNvPr id="31" name="TextBox 30">
            <a:extLst>
              <a:ext uri="{FF2B5EF4-FFF2-40B4-BE49-F238E27FC236}">
                <a16:creationId xmlns:a16="http://schemas.microsoft.com/office/drawing/2014/main" id="{8CE791B5-CF84-B26D-C78D-B330EA487069}"/>
              </a:ext>
            </a:extLst>
          </p:cNvPr>
          <p:cNvSpPr txBox="1"/>
          <p:nvPr/>
        </p:nvSpPr>
        <p:spPr>
          <a:xfrm>
            <a:off x="200267" y="479992"/>
            <a:ext cx="6810134" cy="338554"/>
          </a:xfrm>
          <a:prstGeom prst="rect">
            <a:avLst/>
          </a:prstGeom>
          <a:noFill/>
        </p:spPr>
        <p:txBody>
          <a:bodyPr wrap="square" rtlCol="0">
            <a:spAutoFit/>
          </a:bodyPr>
          <a:lstStyle/>
          <a:p>
            <a:pPr algn="just"/>
            <a:r>
              <a:rPr lang="en-US" sz="1600" b="1">
                <a:solidFill>
                  <a:srgbClr val="0070C0"/>
                </a:solidFill>
                <a:latin typeface="Arial" panose="020B0604020202020204" pitchFamily="34" charset="0"/>
                <a:cs typeface="Arial" panose="020B0604020202020204" pitchFamily="34" charset="0"/>
                <a:sym typeface="Wingdings" panose="05000000000000000000" pitchFamily="2" charset="2"/>
              </a:rPr>
              <a:t>a) </a:t>
            </a:r>
            <a:r>
              <a:rPr lang="en-US" sz="1600" b="1" i="1">
                <a:solidFill>
                  <a:srgbClr val="0070C0"/>
                </a:solidFill>
                <a:latin typeface="Arial" panose="020B0604020202020204" pitchFamily="34" charset="0"/>
                <a:cs typeface="Arial" panose="020B0604020202020204" pitchFamily="34" charset="0"/>
              </a:rPr>
              <a:t>Thí nghiệm </a:t>
            </a:r>
          </a:p>
        </p:txBody>
      </p:sp>
      <p:sp>
        <p:nvSpPr>
          <p:cNvPr id="33" name="TextBox 32">
            <a:extLst>
              <a:ext uri="{FF2B5EF4-FFF2-40B4-BE49-F238E27FC236}">
                <a16:creationId xmlns:a16="http://schemas.microsoft.com/office/drawing/2014/main" id="{D5D72B66-1354-A342-0336-99FB879C46AC}"/>
              </a:ext>
            </a:extLst>
          </p:cNvPr>
          <p:cNvSpPr txBox="1"/>
          <p:nvPr/>
        </p:nvSpPr>
        <p:spPr>
          <a:xfrm>
            <a:off x="137818" y="818546"/>
            <a:ext cx="7025606" cy="738664"/>
          </a:xfrm>
          <a:prstGeom prst="rect">
            <a:avLst/>
          </a:prstGeom>
          <a:noFill/>
        </p:spPr>
        <p:txBody>
          <a:bodyPr wrap="square">
            <a:spAutoFit/>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prstClr val="black"/>
                </a:solidFill>
                <a:effectLst/>
                <a:uLnTx/>
                <a:uFillTx/>
                <a:latin typeface="Arial" panose="020B0604020202020204" pitchFamily="34" charset="0"/>
                <a:cs typeface="Arial" panose="020B0604020202020204" pitchFamily="34" charset="0"/>
              </a:rPr>
              <a:t>- Chiếu</a:t>
            </a:r>
            <a:r>
              <a:rPr kumimoji="0" lang="en-US" sz="1400" b="0" i="0" u="none" strike="noStrike" kern="1200" cap="none" spc="0" normalizeH="0" noProof="0">
                <a:ln>
                  <a:noFill/>
                </a:ln>
                <a:solidFill>
                  <a:prstClr val="black"/>
                </a:solidFill>
                <a:effectLst/>
                <a:uLnTx/>
                <a:uFillTx/>
                <a:latin typeface="Arial" panose="020B0604020202020204" pitchFamily="34" charset="0"/>
                <a:cs typeface="Arial" panose="020B0604020202020204" pitchFamily="34" charset="0"/>
              </a:rPr>
              <a:t> sáng</a:t>
            </a:r>
            <a:r>
              <a:rPr kumimoji="0" lang="en-US" sz="1400" b="0" i="0" u="none" strike="noStrike" kern="1200" cap="none" spc="0" normalizeH="0" baseline="0" noProof="0">
                <a:ln>
                  <a:noFill/>
                </a:ln>
                <a:solidFill>
                  <a:prstClr val="black"/>
                </a:solidFill>
                <a:effectLst/>
                <a:uLnTx/>
                <a:uFillTx/>
                <a:latin typeface="Arial" panose="020B0604020202020204" pitchFamily="34" charset="0"/>
                <a:cs typeface="Arial" panose="020B0604020202020204" pitchFamily="34" charset="0"/>
              </a:rPr>
              <a:t> một khe hẹp</a:t>
            </a:r>
            <a:r>
              <a:rPr kumimoji="0" lang="en-US" sz="1400" b="0" i="0" u="none" strike="noStrike" kern="1200" cap="none" spc="0" normalizeH="0" noProof="0">
                <a:ln>
                  <a:noFill/>
                </a:ln>
                <a:solidFill>
                  <a:prstClr val="black"/>
                </a:solidFill>
                <a:effectLst/>
                <a:uLnTx/>
                <a:uFillTx/>
                <a:latin typeface="Arial" panose="020B0604020202020204" pitchFamily="34" charset="0"/>
                <a:cs typeface="Arial" panose="020B0604020202020204" pitchFamily="34" charset="0"/>
              </a:rPr>
              <a:t> AB hình chữ nhật có bề rộng </a:t>
            </a:r>
            <a:r>
              <a:rPr kumimoji="0" lang="en-US" sz="1400" b="0" i="1" u="none" strike="noStrike" kern="1200" cap="none" spc="0" normalizeH="0" noProof="0">
                <a:ln>
                  <a:noFill/>
                </a:ln>
                <a:solidFill>
                  <a:prstClr val="black"/>
                </a:solidFill>
                <a:effectLst/>
                <a:uLnTx/>
                <a:uFillTx/>
                <a:latin typeface="Arial" panose="020B0604020202020204" pitchFamily="34" charset="0"/>
                <a:cs typeface="Arial" panose="020B0604020202020204" pitchFamily="34" charset="0"/>
              </a:rPr>
              <a:t>b</a:t>
            </a:r>
            <a:r>
              <a:rPr kumimoji="0" lang="en-US" sz="1400" b="0" i="0" u="none" strike="noStrike" kern="1200" cap="none" spc="0" normalizeH="0" baseline="0" noProof="0">
                <a:ln>
                  <a:noFill/>
                </a:ln>
                <a:solidFill>
                  <a:prstClr val="black"/>
                </a:solidFill>
                <a:effectLst/>
                <a:uLnTx/>
                <a:uFillTx/>
                <a:latin typeface="Arial" panose="020B0604020202020204" pitchFamily="34" charset="0"/>
                <a:cs typeface="Arial" panose="020B0604020202020204" pitchFamily="34" charset="0"/>
              </a:rPr>
              <a:t> trên màn chắn P bằng</a:t>
            </a:r>
            <a:r>
              <a:rPr kumimoji="0" lang="en-US" sz="1400" b="0" i="0" u="none" strike="noStrike" kern="1200" cap="none" spc="0" normalizeH="0" noProof="0">
                <a:ln>
                  <a:noFill/>
                </a:ln>
                <a:solidFill>
                  <a:prstClr val="black"/>
                </a:solidFill>
                <a:effectLst/>
                <a:uLnTx/>
                <a:uFillTx/>
                <a:latin typeface="Arial" panose="020B0604020202020204" pitchFamily="34" charset="0"/>
                <a:cs typeface="Arial" panose="020B0604020202020204" pitchFamily="34" charset="0"/>
              </a:rPr>
              <a:t> sóng ánh sáng phẳng bước sóng </a:t>
            </a:r>
            <a:r>
              <a:rPr kumimoji="0" lang="en-US" sz="1400" b="0" i="0" u="none" strike="noStrike" kern="1200" cap="none" spc="0" normalizeH="0" noProof="0">
                <a:ln>
                  <a:noFill/>
                </a:ln>
                <a:solidFill>
                  <a:prstClr val="black"/>
                </a:solidFill>
                <a:effectLst/>
                <a:uLnTx/>
                <a:uFillTx/>
                <a:latin typeface="Arial" panose="020B0604020202020204" pitchFamily="34" charset="0"/>
                <a:cs typeface="Arial" panose="020B0604020202020204" pitchFamily="34" charset="0"/>
                <a:sym typeface="Symbol" panose="05050102010706020507" pitchFamily="18" charset="2"/>
              </a:rPr>
              <a:t></a:t>
            </a:r>
            <a:r>
              <a:rPr kumimoji="0" lang="en-US" sz="1400" b="0" i="0" u="none" strike="noStrike" kern="1200" cap="none" spc="0" normalizeH="0" baseline="0" noProof="0">
                <a:ln>
                  <a:noFill/>
                </a:ln>
                <a:solidFill>
                  <a:prstClr val="black"/>
                </a:solidFill>
                <a:effectLst/>
                <a:uLnTx/>
                <a:uFillTx/>
                <a:latin typeface="Arial" panose="020B0604020202020204" pitchFamily="34" charset="0"/>
                <a:cs typeface="Arial" panose="020B0604020202020204" pitchFamily="34" charset="0"/>
              </a:rPr>
              <a:t>. Phía sau màn chắn P đặt một màn quan sát Q. Kích thước khe</a:t>
            </a:r>
            <a:r>
              <a:rPr kumimoji="0" lang="en-US" sz="1400" b="0" i="0" u="none" strike="noStrike" kern="1200" cap="none" spc="0" normalizeH="0" noProof="0">
                <a:ln>
                  <a:noFill/>
                </a:ln>
                <a:solidFill>
                  <a:prstClr val="black"/>
                </a:solidFill>
                <a:effectLst/>
                <a:uLnTx/>
                <a:uFillTx/>
                <a:latin typeface="Arial" panose="020B0604020202020204" pitchFamily="34" charset="0"/>
                <a:cs typeface="Arial" panose="020B0604020202020204" pitchFamily="34" charset="0"/>
              </a:rPr>
              <a:t> hẹp </a:t>
            </a:r>
            <a:r>
              <a:rPr kumimoji="0" lang="en-US" sz="1400" b="0" i="0" u="none" strike="noStrike" kern="1200" cap="none" spc="0" normalizeH="0" baseline="0" noProof="0">
                <a:ln>
                  <a:noFill/>
                </a:ln>
                <a:solidFill>
                  <a:prstClr val="black"/>
                </a:solidFill>
                <a:effectLst/>
                <a:uLnTx/>
                <a:uFillTx/>
                <a:latin typeface="Arial" panose="020B0604020202020204" pitchFamily="34" charset="0"/>
                <a:cs typeface="Arial" panose="020B0604020202020204" pitchFamily="34" charset="0"/>
              </a:rPr>
              <a:t>có thể thay đổi được.</a:t>
            </a:r>
          </a:p>
        </p:txBody>
      </p:sp>
      <p:sp>
        <p:nvSpPr>
          <p:cNvPr id="34" name="TextBox 33">
            <a:extLst>
              <a:ext uri="{FF2B5EF4-FFF2-40B4-BE49-F238E27FC236}">
                <a16:creationId xmlns:a16="http://schemas.microsoft.com/office/drawing/2014/main" id="{844712D6-CB5E-4265-6C08-2C6E2F44AA64}"/>
              </a:ext>
            </a:extLst>
          </p:cNvPr>
          <p:cNvSpPr txBox="1"/>
          <p:nvPr/>
        </p:nvSpPr>
        <p:spPr>
          <a:xfrm>
            <a:off x="137818" y="1522740"/>
            <a:ext cx="7025606" cy="523220"/>
          </a:xfrm>
          <a:prstGeom prst="rect">
            <a:avLst/>
          </a:prstGeom>
          <a:noFill/>
        </p:spPr>
        <p:txBody>
          <a:bodyPr wrap="square">
            <a:spAutoFit/>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prstClr val="black"/>
                </a:solidFill>
                <a:effectLst/>
                <a:uLnTx/>
                <a:uFillTx/>
                <a:latin typeface="Arial" panose="020B0604020202020204" pitchFamily="34" charset="0"/>
                <a:cs typeface="Arial" panose="020B0604020202020204" pitchFamily="34" charset="0"/>
              </a:rPr>
              <a:t>- Khi khe hẹp</a:t>
            </a:r>
            <a:r>
              <a:rPr kumimoji="0" lang="en-US" sz="1400" b="0" i="0" u="none" strike="noStrike" kern="1200" cap="none" spc="0" normalizeH="0" noProof="0">
                <a:ln>
                  <a:noFill/>
                </a:ln>
                <a:solidFill>
                  <a:prstClr val="black"/>
                </a:solidFill>
                <a:effectLst/>
                <a:uLnTx/>
                <a:uFillTx/>
                <a:latin typeface="Arial" panose="020B0604020202020204" pitchFamily="34" charset="0"/>
                <a:cs typeface="Arial" panose="020B0604020202020204" pitchFamily="34" charset="0"/>
              </a:rPr>
              <a:t> AB lớn, trên màn Q thu được một vệt sáng theo định luật truyền thẳng của ánh sáng.</a:t>
            </a:r>
            <a:endParaRPr kumimoji="0" lang="en-US" sz="1400" b="0" i="0" u="none" strike="noStrike" kern="1200" cap="none" spc="0" normalizeH="0" baseline="0" noProof="0">
              <a:ln>
                <a:noFill/>
              </a:ln>
              <a:solidFill>
                <a:prstClr val="black"/>
              </a:solidFill>
              <a:effectLst/>
              <a:uLnTx/>
              <a:uFillTx/>
              <a:latin typeface="Arial" panose="020B0604020202020204" pitchFamily="34" charset="0"/>
              <a:cs typeface="Arial" panose="020B0604020202020204" pitchFamily="34" charset="0"/>
            </a:endParaRPr>
          </a:p>
        </p:txBody>
      </p:sp>
      <p:sp>
        <p:nvSpPr>
          <p:cNvPr id="35" name="TextBox 34">
            <a:extLst>
              <a:ext uri="{FF2B5EF4-FFF2-40B4-BE49-F238E27FC236}">
                <a16:creationId xmlns:a16="http://schemas.microsoft.com/office/drawing/2014/main" id="{FB082F0C-8C47-55D2-A54C-1BC5D19DC1CB}"/>
              </a:ext>
            </a:extLst>
          </p:cNvPr>
          <p:cNvSpPr txBox="1"/>
          <p:nvPr/>
        </p:nvSpPr>
        <p:spPr>
          <a:xfrm>
            <a:off x="137818" y="2045960"/>
            <a:ext cx="7025606" cy="1169551"/>
          </a:xfrm>
          <a:prstGeom prst="rect">
            <a:avLst/>
          </a:prstGeom>
          <a:noFill/>
        </p:spPr>
        <p:txBody>
          <a:bodyPr wrap="square">
            <a:spAutoFit/>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prstClr val="black"/>
                </a:solidFill>
                <a:effectLst/>
                <a:uLnTx/>
                <a:uFillTx/>
                <a:latin typeface="Arial" panose="020B0604020202020204" pitchFamily="34" charset="0"/>
                <a:cs typeface="Arial" panose="020B0604020202020204" pitchFamily="34" charset="0"/>
              </a:rPr>
              <a:t>- Khi khe hẹp</a:t>
            </a:r>
            <a:r>
              <a:rPr kumimoji="0" lang="en-US" sz="1400" b="0" i="0" u="none" strike="noStrike" kern="1200" cap="none" spc="0" normalizeH="0" noProof="0">
                <a:ln>
                  <a:noFill/>
                </a:ln>
                <a:solidFill>
                  <a:prstClr val="black"/>
                </a:solidFill>
                <a:effectLst/>
                <a:uLnTx/>
                <a:uFillTx/>
                <a:latin typeface="Arial" panose="020B0604020202020204" pitchFamily="34" charset="0"/>
                <a:cs typeface="Arial" panose="020B0604020202020204" pitchFamily="34" charset="0"/>
              </a:rPr>
              <a:t> AB đủ nhỏ, trên </a:t>
            </a:r>
            <a:r>
              <a:rPr lang="en-US" sz="1400">
                <a:solidFill>
                  <a:prstClr val="black"/>
                </a:solidFill>
                <a:latin typeface="Arial" panose="020B0604020202020204" pitchFamily="34" charset="0"/>
                <a:cs typeface="Arial" panose="020B0604020202020204" pitchFamily="34" charset="0"/>
              </a:rPr>
              <a:t>màn Q xuất hiện một hệ vân sáng – tối nằm xen kẽ lan ra cả vùng bóng tối hình học. Đặc biệt chính giữa màn Q là một vân sáng, sáng nhất trong các vân, có độ rộng gấp đôi các vân sáng ở hai bên và gọi là vân sáng giữa. </a:t>
            </a:r>
            <a:r>
              <a:rPr lang="en-US" sz="1400" b="1" i="1">
                <a:solidFill>
                  <a:srgbClr val="FF0000"/>
                </a:solidFill>
                <a:latin typeface="Arial" panose="020B0604020202020204" pitchFamily="34" charset="0"/>
                <a:cs typeface="Arial" panose="020B0604020202020204" pitchFamily="34" charset="0"/>
              </a:rPr>
              <a:t>Hiện tượng này chứng tỏ ánh sáng bị lệch khỏi phương truyền thẳng khi đi qua khe hẹp và được gọi là nhiễu xạ của sóng phẳng qua một khe hẹp.</a:t>
            </a:r>
            <a:endParaRPr kumimoji="0" lang="en-US" sz="1400" b="1" i="0" u="none" strike="noStrike" kern="1200" cap="none" spc="0" normalizeH="0" baseline="0" noProof="0">
              <a:ln>
                <a:noFill/>
              </a:ln>
              <a:solidFill>
                <a:prstClr val="black"/>
              </a:solidFill>
              <a:effectLst/>
              <a:uLnTx/>
              <a:uFillTx/>
              <a:latin typeface="Arial" panose="020B0604020202020204" pitchFamily="34" charset="0"/>
              <a:cs typeface="Arial" panose="020B0604020202020204" pitchFamily="34" charset="0"/>
            </a:endParaRPr>
          </a:p>
        </p:txBody>
      </p:sp>
      <p:sp>
        <p:nvSpPr>
          <p:cNvPr id="36" name="TextBox 35">
            <a:extLst>
              <a:ext uri="{FF2B5EF4-FFF2-40B4-BE49-F238E27FC236}">
                <a16:creationId xmlns:a16="http://schemas.microsoft.com/office/drawing/2014/main" id="{C7F975CE-8008-EED0-CA45-9A69DE054EB6}"/>
              </a:ext>
            </a:extLst>
          </p:cNvPr>
          <p:cNvSpPr txBox="1"/>
          <p:nvPr/>
        </p:nvSpPr>
        <p:spPr>
          <a:xfrm>
            <a:off x="200267" y="3237278"/>
            <a:ext cx="6810134" cy="338554"/>
          </a:xfrm>
          <a:prstGeom prst="rect">
            <a:avLst/>
          </a:prstGeom>
          <a:noFill/>
        </p:spPr>
        <p:txBody>
          <a:bodyPr wrap="square" rtlCol="0">
            <a:spAutoFit/>
          </a:bodyPr>
          <a:lstStyle/>
          <a:p>
            <a:pPr algn="just"/>
            <a:r>
              <a:rPr lang="en-US" sz="1600" b="1">
                <a:solidFill>
                  <a:srgbClr val="0070C0"/>
                </a:solidFill>
                <a:latin typeface="Arial" panose="020B0604020202020204" pitchFamily="34" charset="0"/>
                <a:cs typeface="Arial" panose="020B0604020202020204" pitchFamily="34" charset="0"/>
                <a:sym typeface="Wingdings" panose="05000000000000000000" pitchFamily="2" charset="2"/>
              </a:rPr>
              <a:t>b) </a:t>
            </a:r>
            <a:r>
              <a:rPr lang="en-US" sz="1600" b="1" i="1">
                <a:solidFill>
                  <a:srgbClr val="0070C0"/>
                </a:solidFill>
                <a:latin typeface="Arial" panose="020B0604020202020204" pitchFamily="34" charset="0"/>
                <a:cs typeface="Arial" panose="020B0604020202020204" pitchFamily="34" charset="0"/>
              </a:rPr>
              <a:t>Giải thích hiện tượng  </a:t>
            </a:r>
          </a:p>
        </p:txBody>
      </p:sp>
      <p:sp>
        <p:nvSpPr>
          <p:cNvPr id="37" name="TextBox 36">
            <a:extLst>
              <a:ext uri="{FF2B5EF4-FFF2-40B4-BE49-F238E27FC236}">
                <a16:creationId xmlns:a16="http://schemas.microsoft.com/office/drawing/2014/main" id="{B8E52C80-5287-BDAD-9E5A-11582B59D659}"/>
              </a:ext>
            </a:extLst>
          </p:cNvPr>
          <p:cNvSpPr txBox="1"/>
          <p:nvPr/>
        </p:nvSpPr>
        <p:spPr>
          <a:xfrm>
            <a:off x="200267" y="3575832"/>
            <a:ext cx="5895733" cy="1169551"/>
          </a:xfrm>
          <a:prstGeom prst="rect">
            <a:avLst/>
          </a:prstGeom>
          <a:noFill/>
        </p:spPr>
        <p:txBody>
          <a:bodyPr wrap="square">
            <a:spAutoFit/>
          </a:bodyPr>
          <a:lstStyle/>
          <a:p>
            <a:pPr lvl="0" algn="just">
              <a:defRPr/>
            </a:pPr>
            <a:r>
              <a:rPr kumimoji="0" lang="en-US" sz="1400" b="0" i="0" u="none" strike="noStrike" kern="1200" cap="none" spc="0" normalizeH="0" baseline="0" noProof="0">
                <a:ln>
                  <a:noFill/>
                </a:ln>
                <a:solidFill>
                  <a:prstClr val="black"/>
                </a:solidFill>
                <a:effectLst/>
                <a:uLnTx/>
                <a:uFillTx/>
                <a:latin typeface="Arial" panose="020B0604020202020204" pitchFamily="34" charset="0"/>
                <a:cs typeface="Arial" panose="020B0604020202020204" pitchFamily="34" charset="0"/>
              </a:rPr>
              <a:t>- Xét</a:t>
            </a:r>
            <a:r>
              <a:rPr kumimoji="0" lang="en-US" sz="1400" b="0" i="0" u="none" strike="noStrike" kern="1200" cap="none" spc="0" normalizeH="0" noProof="0">
                <a:ln>
                  <a:noFill/>
                </a:ln>
                <a:solidFill>
                  <a:prstClr val="black"/>
                </a:solidFill>
                <a:effectLst/>
                <a:uLnTx/>
                <a:uFillTx/>
                <a:latin typeface="Arial" panose="020B0604020202020204" pitchFamily="34" charset="0"/>
                <a:cs typeface="Arial" panose="020B0604020202020204" pitchFamily="34" charset="0"/>
              </a:rPr>
              <a:t> các tia nhiễu xạ theo cùng một góc lệch </a:t>
            </a:r>
            <a:r>
              <a:rPr kumimoji="0" lang="en-US" sz="1400" b="0" i="0" u="none" strike="noStrike" kern="1200" cap="none" spc="0" normalizeH="0" noProof="0">
                <a:ln>
                  <a:noFill/>
                </a:ln>
                <a:solidFill>
                  <a:prstClr val="black"/>
                </a:solidFill>
                <a:effectLst/>
                <a:uLnTx/>
                <a:uFillTx/>
                <a:latin typeface="Arial" panose="020B0604020202020204" pitchFamily="34" charset="0"/>
                <a:cs typeface="Arial" panose="020B0604020202020204" pitchFamily="34" charset="0"/>
                <a:sym typeface="Symbol" panose="05050102010706020507" pitchFamily="18" charset="2"/>
              </a:rPr>
              <a:t> so với phương truyền thẳng. Vẽ các mặt phẳng </a:t>
            </a:r>
            <a:r>
              <a:rPr lang="en-US" sz="1400">
                <a:latin typeface="Arial" panose="020B0604020202020204" pitchFamily="34" charset="0"/>
                <a:cs typeface="Arial" panose="020B0604020202020204" pitchFamily="34" charset="0"/>
                <a:sym typeface="Symbol" panose="05050102010706020507" pitchFamily="18" charset="2"/>
              </a:rPr>
              <a:t></a:t>
            </a:r>
            <a:r>
              <a:rPr lang="en-US" sz="1400" baseline="-25000">
                <a:latin typeface="Arial" panose="020B0604020202020204" pitchFamily="34" charset="0"/>
                <a:cs typeface="Arial" panose="020B0604020202020204" pitchFamily="34" charset="0"/>
              </a:rPr>
              <a:t>o</a:t>
            </a:r>
            <a:r>
              <a:rPr lang="en-US" sz="1400">
                <a:latin typeface="Arial" panose="020B0604020202020204" pitchFamily="34" charset="0"/>
                <a:cs typeface="Arial" panose="020B0604020202020204" pitchFamily="34" charset="0"/>
              </a:rPr>
              <a:t>, </a:t>
            </a:r>
            <a:r>
              <a:rPr lang="en-US" sz="1400">
                <a:latin typeface="Arial" panose="020B0604020202020204" pitchFamily="34" charset="0"/>
                <a:cs typeface="Arial" panose="020B0604020202020204" pitchFamily="34" charset="0"/>
                <a:sym typeface="Symbol" panose="05050102010706020507" pitchFamily="18" charset="2"/>
              </a:rPr>
              <a:t></a:t>
            </a:r>
            <a:r>
              <a:rPr lang="en-US" sz="1400" baseline="-25000">
                <a:latin typeface="Arial" panose="020B0604020202020204" pitchFamily="34" charset="0"/>
                <a:cs typeface="Arial" panose="020B0604020202020204" pitchFamily="34" charset="0"/>
              </a:rPr>
              <a:t>1</a:t>
            </a:r>
            <a:r>
              <a:rPr lang="en-US" sz="1400">
                <a:latin typeface="Arial" panose="020B0604020202020204" pitchFamily="34" charset="0"/>
                <a:cs typeface="Arial" panose="020B0604020202020204" pitchFamily="34" charset="0"/>
              </a:rPr>
              <a:t>, </a:t>
            </a:r>
            <a:r>
              <a:rPr lang="en-US" sz="1400">
                <a:latin typeface="Arial" panose="020B0604020202020204" pitchFamily="34" charset="0"/>
                <a:cs typeface="Arial" panose="020B0604020202020204" pitchFamily="34" charset="0"/>
                <a:sym typeface="Symbol" panose="05050102010706020507" pitchFamily="18" charset="2"/>
              </a:rPr>
              <a:t></a:t>
            </a:r>
            <a:r>
              <a:rPr lang="en-US" sz="1400" baseline="-25000">
                <a:latin typeface="Arial" panose="020B0604020202020204" pitchFamily="34" charset="0"/>
                <a:cs typeface="Arial" panose="020B0604020202020204" pitchFamily="34" charset="0"/>
              </a:rPr>
              <a:t>2</a:t>
            </a:r>
            <a:r>
              <a:rPr lang="en-US" sz="1400">
                <a:latin typeface="Arial" panose="020B0604020202020204" pitchFamily="34" charset="0"/>
                <a:cs typeface="Arial" panose="020B0604020202020204" pitchFamily="34" charset="0"/>
              </a:rPr>
              <a:t> ... Vuông góc với tia nhiễu xạ và cách nhau </a:t>
            </a:r>
            <a:r>
              <a:rPr lang="en-US" sz="1400">
                <a:latin typeface="Arial" panose="020B0604020202020204" pitchFamily="34" charset="0"/>
                <a:cs typeface="Arial" panose="020B0604020202020204" pitchFamily="34" charset="0"/>
                <a:sym typeface="Symbol" panose="05050102010706020507" pitchFamily="18" charset="2"/>
              </a:rPr>
              <a:t>/2. Các mặt phẳng này chia khe hẹp AB thành các dải, mỗi dải có bề rộng </a:t>
            </a:r>
            <a:r>
              <a:rPr lang="en-US" sz="1400" i="1">
                <a:latin typeface="Arial" panose="020B0604020202020204" pitchFamily="34" charset="0"/>
                <a:cs typeface="Arial" panose="020B0604020202020204" pitchFamily="34" charset="0"/>
                <a:sym typeface="Symbol" panose="05050102010706020507" pitchFamily="18" charset="2"/>
              </a:rPr>
              <a:t>d như nhau </a:t>
            </a:r>
            <a:r>
              <a:rPr lang="en-US" sz="1400">
                <a:latin typeface="Arial" panose="020B0604020202020204" pitchFamily="34" charset="0"/>
                <a:cs typeface="Arial" panose="020B0604020202020204" pitchFamily="34" charset="0"/>
                <a:sym typeface="Symbol" panose="05050102010706020507" pitchFamily="18" charset="2"/>
              </a:rPr>
              <a:t>và số dải trên khe là </a:t>
            </a:r>
            <a:r>
              <a:rPr lang="en-US" sz="1400" i="1">
                <a:latin typeface="Arial" panose="020B0604020202020204" pitchFamily="34" charset="0"/>
                <a:cs typeface="Arial" panose="020B0604020202020204" pitchFamily="34" charset="0"/>
                <a:sym typeface="Symbol" panose="05050102010706020507" pitchFamily="18" charset="2"/>
              </a:rPr>
              <a:t>n</a:t>
            </a:r>
            <a:r>
              <a:rPr lang="en-US" sz="1400">
                <a:latin typeface="Arial" panose="020B0604020202020204" pitchFamily="34" charset="0"/>
                <a:cs typeface="Arial" panose="020B0604020202020204" pitchFamily="34" charset="0"/>
                <a:sym typeface="Symbol" panose="05050102010706020507" pitchFamily="18" charset="2"/>
              </a:rPr>
              <a:t>. </a:t>
            </a:r>
            <a:r>
              <a:rPr lang="en-US" sz="1400">
                <a:solidFill>
                  <a:prstClr val="black"/>
                </a:solidFill>
                <a:latin typeface="Arial" panose="020B0604020202020204" pitchFamily="34" charset="0"/>
                <a:cs typeface="Arial" panose="020B0604020202020204" pitchFamily="34" charset="0"/>
              </a:rPr>
              <a:t>Hai dải kế tiếp trên khe gửi đến điểm M trên màn Q hai dao động sáng</a:t>
            </a:r>
            <a:r>
              <a:rPr lang="en-US" sz="1400">
                <a:latin typeface="Arial" panose="020B0604020202020204" pitchFamily="34" charset="0"/>
                <a:cs typeface="Arial" panose="020B0604020202020204" pitchFamily="34" charset="0"/>
                <a:sym typeface="Symbol" panose="05050102010706020507" pitchFamily="18" charset="2"/>
              </a:rPr>
              <a:t> ngược pha nhau. 	</a:t>
            </a:r>
            <a:r>
              <a:rPr lang="en-US" sz="1400">
                <a:latin typeface="Arial" panose="020B0604020202020204" pitchFamily="34" charset="0"/>
                <a:cs typeface="Arial" panose="020B0604020202020204" pitchFamily="34" charset="0"/>
              </a:rPr>
              <a:t> </a:t>
            </a:r>
            <a:endParaRPr kumimoji="0" lang="en-US" sz="1400" b="0" i="0" u="none" strike="noStrike" kern="1200" cap="none" spc="0" normalizeH="0" baseline="0" noProof="0">
              <a:ln>
                <a:noFill/>
              </a:ln>
              <a:solidFill>
                <a:prstClr val="black"/>
              </a:solidFill>
              <a:effectLst/>
              <a:uLnTx/>
              <a:uFillTx/>
              <a:latin typeface="Arial" panose="020B0604020202020204" pitchFamily="34" charset="0"/>
              <a:cs typeface="Arial" panose="020B0604020202020204" pitchFamily="34" charset="0"/>
            </a:endParaRPr>
          </a:p>
        </p:txBody>
      </p:sp>
      <p:sp>
        <p:nvSpPr>
          <p:cNvPr id="39" name="Rectangle 2">
            <a:extLst>
              <a:ext uri="{FF2B5EF4-FFF2-40B4-BE49-F238E27FC236}">
                <a16:creationId xmlns:a16="http://schemas.microsoft.com/office/drawing/2014/main" id="{0D57866A-D498-055D-555F-F676C47B988E}"/>
              </a:ext>
            </a:extLst>
          </p:cNvPr>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graphicFrame>
        <p:nvGraphicFramePr>
          <p:cNvPr id="40" name="Object 39">
            <a:extLst>
              <a:ext uri="{FF2B5EF4-FFF2-40B4-BE49-F238E27FC236}">
                <a16:creationId xmlns:a16="http://schemas.microsoft.com/office/drawing/2014/main" id="{021EB86F-D33D-DD62-9B66-83B480134626}"/>
              </a:ext>
            </a:extLst>
          </p:cNvPr>
          <p:cNvGraphicFramePr>
            <a:graphicFrameLocks noChangeAspect="1"/>
          </p:cNvGraphicFramePr>
          <p:nvPr>
            <p:extLst>
              <p:ext uri="{D42A27DB-BD31-4B8C-83A1-F6EECF244321}">
                <p14:modId xmlns:p14="http://schemas.microsoft.com/office/powerpoint/2010/main" val="2626438001"/>
              </p:ext>
            </p:extLst>
          </p:nvPr>
        </p:nvGraphicFramePr>
        <p:xfrm>
          <a:off x="6192103" y="3694968"/>
          <a:ext cx="1036490" cy="633411"/>
        </p:xfrm>
        <a:graphic>
          <a:graphicData uri="http://schemas.openxmlformats.org/presentationml/2006/ole">
            <mc:AlternateContent xmlns:mc="http://schemas.openxmlformats.org/markup-compatibility/2006">
              <mc:Choice xmlns:v="urn:schemas-microsoft-com:vml" Requires="v">
                <p:oleObj name="Equation" r:id="rId4" imgW="685800" imgH="419040" progId="Equation.DSMT4">
                  <p:embed/>
                </p:oleObj>
              </mc:Choice>
              <mc:Fallback>
                <p:oleObj name="Equation" r:id="rId4" imgW="685800" imgH="419040" progId="Equation.DSMT4">
                  <p:embed/>
                  <p:pic>
                    <p:nvPicPr>
                      <p:cNvPr id="40" name="Object 39">
                        <a:extLst>
                          <a:ext uri="{FF2B5EF4-FFF2-40B4-BE49-F238E27FC236}">
                            <a16:creationId xmlns:a16="http://schemas.microsoft.com/office/drawing/2014/main" id="{021EB86F-D33D-DD62-9B66-83B480134626}"/>
                          </a:ext>
                        </a:extLst>
                      </p:cNvPr>
                      <p:cNvPicPr>
                        <a:picLocks noChangeAspect="1" noChangeArrowheads="1"/>
                      </p:cNvPicPr>
                      <p:nvPr/>
                    </p:nvPicPr>
                    <p:blipFill>
                      <a:blip r:embed="rId5"/>
                      <a:srcRect/>
                      <a:stretch>
                        <a:fillRect/>
                      </a:stretch>
                    </p:blipFill>
                    <p:spPr bwMode="auto">
                      <a:xfrm>
                        <a:off x="6192103" y="3694968"/>
                        <a:ext cx="1036490" cy="633411"/>
                      </a:xfrm>
                      <a:prstGeom prst="rect">
                        <a:avLst/>
                      </a:prstGeom>
                      <a:noFill/>
                      <a:ln w="28575">
                        <a:solidFill>
                          <a:srgbClr val="FF0000"/>
                        </a:solidFill>
                      </a:ln>
                    </p:spPr>
                  </p:pic>
                </p:oleObj>
              </mc:Fallback>
            </mc:AlternateContent>
          </a:graphicData>
        </a:graphic>
      </p:graphicFrame>
      <p:graphicFrame>
        <p:nvGraphicFramePr>
          <p:cNvPr id="41" name="Object 40">
            <a:extLst>
              <a:ext uri="{FF2B5EF4-FFF2-40B4-BE49-F238E27FC236}">
                <a16:creationId xmlns:a16="http://schemas.microsoft.com/office/drawing/2014/main" id="{318FA660-CFB7-0070-D7BB-AB86FF908913}"/>
              </a:ext>
            </a:extLst>
          </p:cNvPr>
          <p:cNvGraphicFramePr>
            <a:graphicFrameLocks noChangeAspect="1"/>
          </p:cNvGraphicFramePr>
          <p:nvPr>
            <p:extLst>
              <p:ext uri="{D42A27DB-BD31-4B8C-83A1-F6EECF244321}">
                <p14:modId xmlns:p14="http://schemas.microsoft.com/office/powerpoint/2010/main" val="3643797647"/>
              </p:ext>
            </p:extLst>
          </p:nvPr>
        </p:nvGraphicFramePr>
        <p:xfrm>
          <a:off x="7437009" y="3723558"/>
          <a:ext cx="1655044" cy="633412"/>
        </p:xfrm>
        <a:graphic>
          <a:graphicData uri="http://schemas.openxmlformats.org/presentationml/2006/ole">
            <mc:AlternateContent xmlns:mc="http://schemas.openxmlformats.org/markup-compatibility/2006">
              <mc:Choice xmlns:v="urn:schemas-microsoft-com:vml" Requires="v">
                <p:oleObj name="Equation" r:id="rId6" imgW="1028520" imgH="393480" progId="Equation.DSMT4">
                  <p:embed/>
                </p:oleObj>
              </mc:Choice>
              <mc:Fallback>
                <p:oleObj name="Equation" r:id="rId6" imgW="1028520" imgH="393480" progId="Equation.DSMT4">
                  <p:embed/>
                  <p:pic>
                    <p:nvPicPr>
                      <p:cNvPr id="41" name="Object 40">
                        <a:extLst>
                          <a:ext uri="{FF2B5EF4-FFF2-40B4-BE49-F238E27FC236}">
                            <a16:creationId xmlns:a16="http://schemas.microsoft.com/office/drawing/2014/main" id="{318FA660-CFB7-0070-D7BB-AB86FF908913}"/>
                          </a:ext>
                        </a:extLst>
                      </p:cNvPr>
                      <p:cNvPicPr/>
                      <p:nvPr/>
                    </p:nvPicPr>
                    <p:blipFill>
                      <a:blip r:embed="rId7"/>
                      <a:stretch>
                        <a:fillRect/>
                      </a:stretch>
                    </p:blipFill>
                    <p:spPr>
                      <a:xfrm>
                        <a:off x="7437009" y="3723558"/>
                        <a:ext cx="1655044" cy="633412"/>
                      </a:xfrm>
                      <a:prstGeom prst="rect">
                        <a:avLst/>
                      </a:prstGeom>
                      <a:ln w="28575">
                        <a:solidFill>
                          <a:srgbClr val="00B0F0"/>
                        </a:solidFill>
                      </a:ln>
                    </p:spPr>
                  </p:pic>
                </p:oleObj>
              </mc:Fallback>
            </mc:AlternateContent>
          </a:graphicData>
        </a:graphic>
      </p:graphicFrame>
      <p:sp>
        <p:nvSpPr>
          <p:cNvPr id="42" name="TextBox 41">
            <a:extLst>
              <a:ext uri="{FF2B5EF4-FFF2-40B4-BE49-F238E27FC236}">
                <a16:creationId xmlns:a16="http://schemas.microsoft.com/office/drawing/2014/main" id="{4EE7CDA4-C551-6386-0373-AE360CEC9B27}"/>
              </a:ext>
            </a:extLst>
          </p:cNvPr>
          <p:cNvSpPr txBox="1"/>
          <p:nvPr/>
        </p:nvSpPr>
        <p:spPr>
          <a:xfrm>
            <a:off x="152171" y="4797698"/>
            <a:ext cx="3589680" cy="307777"/>
          </a:xfrm>
          <a:prstGeom prst="rect">
            <a:avLst/>
          </a:prstGeom>
          <a:noFill/>
        </p:spPr>
        <p:txBody>
          <a:bodyPr wrap="square">
            <a:spAutoFit/>
          </a:bodyPr>
          <a:lstStyle/>
          <a:p>
            <a:pPr lvl="0" algn="just">
              <a:defRPr/>
            </a:pPr>
            <a:r>
              <a:rPr kumimoji="0" lang="en-US" sz="1400" b="0" i="0" u="none" strike="noStrike" kern="1200" cap="none" spc="0" normalizeH="0" baseline="0" noProof="0">
                <a:ln>
                  <a:noFill/>
                </a:ln>
                <a:solidFill>
                  <a:prstClr val="black"/>
                </a:solidFill>
                <a:effectLst/>
                <a:uLnTx/>
                <a:uFillTx/>
                <a:latin typeface="Arial" panose="020B0604020202020204" pitchFamily="34" charset="0"/>
                <a:cs typeface="Arial" panose="020B0604020202020204" pitchFamily="34" charset="0"/>
              </a:rPr>
              <a:t>- </a:t>
            </a:r>
            <a:r>
              <a:rPr lang="en-US" sz="1400" noProof="0">
                <a:latin typeface="Arial" panose="020B0604020202020204" pitchFamily="34" charset="0"/>
                <a:cs typeface="Arial" panose="020B0604020202020204" pitchFamily="34" charset="0"/>
                <a:sym typeface="Symbol" panose="05050102010706020507" pitchFamily="18" charset="2"/>
              </a:rPr>
              <a:t>M sẽ tối khi trên khe có một số chẵn dải:</a:t>
            </a:r>
            <a:endParaRPr kumimoji="0" lang="en-US" sz="1400" b="0" i="0" u="none" strike="noStrike" kern="1200" cap="none" spc="0" normalizeH="0" baseline="0" noProof="0">
              <a:ln>
                <a:noFill/>
              </a:ln>
              <a:solidFill>
                <a:prstClr val="black"/>
              </a:solidFill>
              <a:effectLst/>
              <a:uLnTx/>
              <a:uFillTx/>
              <a:latin typeface="Arial" panose="020B0604020202020204" pitchFamily="34" charset="0"/>
              <a:cs typeface="Arial" panose="020B0604020202020204" pitchFamily="34" charset="0"/>
            </a:endParaRPr>
          </a:p>
        </p:txBody>
      </p:sp>
      <p:graphicFrame>
        <p:nvGraphicFramePr>
          <p:cNvPr id="43" name="Object 42">
            <a:extLst>
              <a:ext uri="{FF2B5EF4-FFF2-40B4-BE49-F238E27FC236}">
                <a16:creationId xmlns:a16="http://schemas.microsoft.com/office/drawing/2014/main" id="{DF544A8C-9D70-32DB-B683-A9446B111545}"/>
              </a:ext>
            </a:extLst>
          </p:cNvPr>
          <p:cNvGraphicFramePr>
            <a:graphicFrameLocks noChangeAspect="1"/>
          </p:cNvGraphicFramePr>
          <p:nvPr>
            <p:extLst>
              <p:ext uri="{D42A27DB-BD31-4B8C-83A1-F6EECF244321}">
                <p14:modId xmlns:p14="http://schemas.microsoft.com/office/powerpoint/2010/main" val="1075563539"/>
              </p:ext>
            </p:extLst>
          </p:nvPr>
        </p:nvGraphicFramePr>
        <p:xfrm>
          <a:off x="3536955" y="4719325"/>
          <a:ext cx="1180066" cy="543626"/>
        </p:xfrm>
        <a:graphic>
          <a:graphicData uri="http://schemas.openxmlformats.org/presentationml/2006/ole">
            <mc:AlternateContent xmlns:mc="http://schemas.openxmlformats.org/markup-compatibility/2006">
              <mc:Choice xmlns:v="urn:schemas-microsoft-com:vml" Requires="v">
                <p:oleObj name="Equation" r:id="rId8" imgW="847427" imgH="390992" progId="Equation.DSMT4">
                  <p:embed/>
                </p:oleObj>
              </mc:Choice>
              <mc:Fallback>
                <p:oleObj name="Equation" r:id="rId8" imgW="847427" imgH="390992" progId="Equation.DSMT4">
                  <p:embed/>
                  <p:pic>
                    <p:nvPicPr>
                      <p:cNvPr id="43" name="Object 42">
                        <a:extLst>
                          <a:ext uri="{FF2B5EF4-FFF2-40B4-BE49-F238E27FC236}">
                            <a16:creationId xmlns:a16="http://schemas.microsoft.com/office/drawing/2014/main" id="{DF544A8C-9D70-32DB-B683-A9446B111545}"/>
                          </a:ext>
                        </a:extLst>
                      </p:cNvPr>
                      <p:cNvPicPr/>
                      <p:nvPr/>
                    </p:nvPicPr>
                    <p:blipFill>
                      <a:blip r:embed="rId9"/>
                      <a:stretch>
                        <a:fillRect/>
                      </a:stretch>
                    </p:blipFill>
                    <p:spPr>
                      <a:xfrm>
                        <a:off x="3536955" y="4719325"/>
                        <a:ext cx="1180066" cy="543626"/>
                      </a:xfrm>
                      <a:prstGeom prst="rect">
                        <a:avLst/>
                      </a:prstGeom>
                    </p:spPr>
                  </p:pic>
                </p:oleObj>
              </mc:Fallback>
            </mc:AlternateContent>
          </a:graphicData>
        </a:graphic>
      </p:graphicFrame>
      <p:sp>
        <p:nvSpPr>
          <p:cNvPr id="44" name="TextBox 43">
            <a:extLst>
              <a:ext uri="{FF2B5EF4-FFF2-40B4-BE49-F238E27FC236}">
                <a16:creationId xmlns:a16="http://schemas.microsoft.com/office/drawing/2014/main" id="{DAAB6B49-FFD5-F2EA-5C92-B909ACF55C05}"/>
              </a:ext>
            </a:extLst>
          </p:cNvPr>
          <p:cNvSpPr txBox="1"/>
          <p:nvPr/>
        </p:nvSpPr>
        <p:spPr>
          <a:xfrm>
            <a:off x="4796326" y="4797696"/>
            <a:ext cx="3225923" cy="307777"/>
          </a:xfrm>
          <a:prstGeom prst="rect">
            <a:avLst/>
          </a:prstGeom>
          <a:noFill/>
        </p:spPr>
        <p:txBody>
          <a:bodyPr wrap="square">
            <a:spAutoFit/>
          </a:bodyPr>
          <a:lstStyle/>
          <a:p>
            <a:pPr lvl="0" algn="just">
              <a:defRPr/>
            </a:pPr>
            <a:r>
              <a:rPr lang="en-US" sz="1400" noProof="0">
                <a:latin typeface="Arial" panose="020B0604020202020204" pitchFamily="34" charset="0"/>
                <a:cs typeface="Arial" panose="020B0604020202020204" pitchFamily="34" charset="0"/>
                <a:sym typeface="Symbol" panose="05050102010706020507" pitchFamily="18" charset="2"/>
              </a:rPr>
              <a:t>M sáng khi trên khe có một số lẻ dải:</a:t>
            </a:r>
            <a:endParaRPr kumimoji="0" lang="en-US" sz="1400" b="0" i="0" u="none" strike="noStrike" kern="1200" cap="none" spc="0" normalizeH="0" baseline="0" noProof="0">
              <a:ln>
                <a:noFill/>
              </a:ln>
              <a:solidFill>
                <a:prstClr val="black"/>
              </a:solidFill>
              <a:effectLst/>
              <a:uLnTx/>
              <a:uFillTx/>
              <a:latin typeface="Arial" panose="020B0604020202020204" pitchFamily="34" charset="0"/>
              <a:cs typeface="Arial" panose="020B0604020202020204" pitchFamily="34" charset="0"/>
            </a:endParaRPr>
          </a:p>
        </p:txBody>
      </p:sp>
      <p:graphicFrame>
        <p:nvGraphicFramePr>
          <p:cNvPr id="45" name="Object 44">
            <a:extLst>
              <a:ext uri="{FF2B5EF4-FFF2-40B4-BE49-F238E27FC236}">
                <a16:creationId xmlns:a16="http://schemas.microsoft.com/office/drawing/2014/main" id="{1859AD6B-A5E2-93FA-F7BD-DA8FC10FD570}"/>
              </a:ext>
            </a:extLst>
          </p:cNvPr>
          <p:cNvGraphicFramePr>
            <a:graphicFrameLocks noChangeAspect="1"/>
          </p:cNvGraphicFramePr>
          <p:nvPr>
            <p:extLst>
              <p:ext uri="{D42A27DB-BD31-4B8C-83A1-F6EECF244321}">
                <p14:modId xmlns:p14="http://schemas.microsoft.com/office/powerpoint/2010/main" val="3865952118"/>
              </p:ext>
            </p:extLst>
          </p:nvPr>
        </p:nvGraphicFramePr>
        <p:xfrm>
          <a:off x="7858692" y="4667909"/>
          <a:ext cx="1399382" cy="543626"/>
        </p:xfrm>
        <a:graphic>
          <a:graphicData uri="http://schemas.openxmlformats.org/presentationml/2006/ole">
            <mc:AlternateContent xmlns:mc="http://schemas.openxmlformats.org/markup-compatibility/2006">
              <mc:Choice xmlns:v="urn:schemas-microsoft-com:vml" Requires="v">
                <p:oleObj name="Equation" r:id="rId10" imgW="1015920" imgH="393480" progId="Equation.DSMT4">
                  <p:embed/>
                </p:oleObj>
              </mc:Choice>
              <mc:Fallback>
                <p:oleObj name="Equation" r:id="rId10" imgW="1015920" imgH="393480" progId="Equation.DSMT4">
                  <p:embed/>
                  <p:pic>
                    <p:nvPicPr>
                      <p:cNvPr id="45" name="Object 44">
                        <a:extLst>
                          <a:ext uri="{FF2B5EF4-FFF2-40B4-BE49-F238E27FC236}">
                            <a16:creationId xmlns:a16="http://schemas.microsoft.com/office/drawing/2014/main" id="{1859AD6B-A5E2-93FA-F7BD-DA8FC10FD570}"/>
                          </a:ext>
                        </a:extLst>
                      </p:cNvPr>
                      <p:cNvPicPr/>
                      <p:nvPr/>
                    </p:nvPicPr>
                    <p:blipFill>
                      <a:blip r:embed="rId11"/>
                      <a:stretch>
                        <a:fillRect/>
                      </a:stretch>
                    </p:blipFill>
                    <p:spPr>
                      <a:xfrm>
                        <a:off x="7858692" y="4667909"/>
                        <a:ext cx="1399382" cy="543626"/>
                      </a:xfrm>
                      <a:prstGeom prst="rect">
                        <a:avLst/>
                      </a:prstGeom>
                    </p:spPr>
                  </p:pic>
                </p:oleObj>
              </mc:Fallback>
            </mc:AlternateContent>
          </a:graphicData>
        </a:graphic>
      </p:graphicFrame>
      <p:pic>
        <p:nvPicPr>
          <p:cNvPr id="47" name="Picture 46">
            <a:extLst>
              <a:ext uri="{FF2B5EF4-FFF2-40B4-BE49-F238E27FC236}">
                <a16:creationId xmlns:a16="http://schemas.microsoft.com/office/drawing/2014/main" id="{186641CD-051C-88D8-117E-0044D8636FDE}"/>
              </a:ext>
            </a:extLst>
          </p:cNvPr>
          <p:cNvPicPr>
            <a:picLocks noChangeAspect="1"/>
          </p:cNvPicPr>
          <p:nvPr/>
        </p:nvPicPr>
        <p:blipFill>
          <a:blip r:embed="rId12"/>
          <a:stretch>
            <a:fillRect/>
          </a:stretch>
        </p:blipFill>
        <p:spPr>
          <a:xfrm>
            <a:off x="319858" y="5368793"/>
            <a:ext cx="2368545" cy="307777"/>
          </a:xfrm>
          <a:prstGeom prst="rect">
            <a:avLst/>
          </a:prstGeom>
        </p:spPr>
      </p:pic>
      <p:pic>
        <p:nvPicPr>
          <p:cNvPr id="49" name="Picture 48">
            <a:extLst>
              <a:ext uri="{FF2B5EF4-FFF2-40B4-BE49-F238E27FC236}">
                <a16:creationId xmlns:a16="http://schemas.microsoft.com/office/drawing/2014/main" id="{E32737EE-F66D-EB0F-C645-9E7C698FC326}"/>
              </a:ext>
            </a:extLst>
          </p:cNvPr>
          <p:cNvPicPr>
            <a:picLocks noChangeAspect="1"/>
          </p:cNvPicPr>
          <p:nvPr/>
        </p:nvPicPr>
        <p:blipFill>
          <a:blip r:embed="rId13"/>
          <a:stretch>
            <a:fillRect/>
          </a:stretch>
        </p:blipFill>
        <p:spPr>
          <a:xfrm>
            <a:off x="2775282" y="5283899"/>
            <a:ext cx="4539445" cy="514922"/>
          </a:xfrm>
          <a:prstGeom prst="rect">
            <a:avLst/>
          </a:prstGeom>
        </p:spPr>
      </p:pic>
      <p:pic>
        <p:nvPicPr>
          <p:cNvPr id="51" name="Picture 50">
            <a:extLst>
              <a:ext uri="{FF2B5EF4-FFF2-40B4-BE49-F238E27FC236}">
                <a16:creationId xmlns:a16="http://schemas.microsoft.com/office/drawing/2014/main" id="{801E3A37-939E-2A3D-DEFC-0F2D50478323}"/>
              </a:ext>
            </a:extLst>
          </p:cNvPr>
          <p:cNvPicPr>
            <a:picLocks noChangeAspect="1"/>
          </p:cNvPicPr>
          <p:nvPr/>
        </p:nvPicPr>
        <p:blipFill>
          <a:blip r:embed="rId14"/>
          <a:stretch>
            <a:fillRect/>
          </a:stretch>
        </p:blipFill>
        <p:spPr>
          <a:xfrm>
            <a:off x="355983" y="5830297"/>
            <a:ext cx="4272826" cy="522458"/>
          </a:xfrm>
          <a:prstGeom prst="rect">
            <a:avLst/>
          </a:prstGeom>
        </p:spPr>
      </p:pic>
      <p:sp>
        <p:nvSpPr>
          <p:cNvPr id="52" name="TextBox 51">
            <a:extLst>
              <a:ext uri="{FF2B5EF4-FFF2-40B4-BE49-F238E27FC236}">
                <a16:creationId xmlns:a16="http://schemas.microsoft.com/office/drawing/2014/main" id="{1989493B-8E7E-A25A-EF6B-ACB56BA32B11}"/>
              </a:ext>
            </a:extLst>
          </p:cNvPr>
          <p:cNvSpPr txBox="1"/>
          <p:nvPr/>
        </p:nvSpPr>
        <p:spPr>
          <a:xfrm>
            <a:off x="4586979" y="5902854"/>
            <a:ext cx="4539444" cy="307777"/>
          </a:xfrm>
          <a:prstGeom prst="rect">
            <a:avLst/>
          </a:prstGeom>
          <a:noFill/>
        </p:spPr>
        <p:txBody>
          <a:bodyPr wrap="square">
            <a:spAutoFit/>
          </a:bodyPr>
          <a:lstStyle/>
          <a:p>
            <a:pPr lvl="0" algn="just">
              <a:defRPr/>
            </a:pPr>
            <a:r>
              <a:rPr kumimoji="0" lang="en-US" sz="1400" b="0" i="0" u="none" strike="noStrike" kern="1200" cap="none" spc="0" normalizeH="0" baseline="0" noProof="0">
                <a:ln>
                  <a:noFill/>
                </a:ln>
                <a:solidFill>
                  <a:prstClr val="black"/>
                </a:solidFill>
                <a:effectLst/>
                <a:uLnTx/>
                <a:uFillTx/>
                <a:latin typeface="Arial" panose="020B0604020202020204" pitchFamily="34" charset="0"/>
                <a:cs typeface="Arial" panose="020B0604020202020204" pitchFamily="34" charset="0"/>
                <a:sym typeface="Symbol" panose="05050102010706020507" pitchFamily="18" charset="2"/>
              </a:rPr>
              <a:t> Cực</a:t>
            </a:r>
            <a:r>
              <a:rPr kumimoji="0" lang="en-US" sz="1400" b="0" i="0" u="none" strike="noStrike" kern="1200" cap="none" spc="0" normalizeH="0" noProof="0">
                <a:ln>
                  <a:noFill/>
                </a:ln>
                <a:solidFill>
                  <a:prstClr val="black"/>
                </a:solidFill>
                <a:effectLst/>
                <a:uLnTx/>
                <a:uFillTx/>
                <a:latin typeface="Arial" panose="020B0604020202020204" pitchFamily="34" charset="0"/>
                <a:cs typeface="Arial" panose="020B0604020202020204" pitchFamily="34" charset="0"/>
                <a:sym typeface="Symbol" panose="05050102010706020507" pitchFamily="18" charset="2"/>
              </a:rPr>
              <a:t> đại giữa rộng gấp 2 lần các cực đại bên.</a:t>
            </a:r>
            <a:endParaRPr kumimoji="0" lang="en-US" sz="1400" b="0" i="0" u="none" strike="noStrike" kern="1200" cap="none" spc="0" normalizeH="0" baseline="0" noProof="0">
              <a:ln>
                <a:noFill/>
              </a:ln>
              <a:solidFill>
                <a:prstClr val="black"/>
              </a:solidFill>
              <a:effectLst/>
              <a:uLnTx/>
              <a:uFillTx/>
              <a:latin typeface="Arial" panose="020B0604020202020204" pitchFamily="34" charset="0"/>
              <a:cs typeface="Arial" panose="020B0604020202020204" pitchFamily="34" charset="0"/>
            </a:endParaRPr>
          </a:p>
        </p:txBody>
      </p:sp>
      <p:sp>
        <p:nvSpPr>
          <p:cNvPr id="53" name="TextBox 52">
            <a:extLst>
              <a:ext uri="{FF2B5EF4-FFF2-40B4-BE49-F238E27FC236}">
                <a16:creationId xmlns:a16="http://schemas.microsoft.com/office/drawing/2014/main" id="{853FDCAF-ECEE-8434-98CD-ABBB58CC60CC}"/>
              </a:ext>
            </a:extLst>
          </p:cNvPr>
          <p:cNvSpPr txBox="1"/>
          <p:nvPr/>
        </p:nvSpPr>
        <p:spPr>
          <a:xfrm>
            <a:off x="292391" y="6396116"/>
            <a:ext cx="9035400" cy="307777"/>
          </a:xfrm>
          <a:prstGeom prst="rect">
            <a:avLst/>
          </a:prstGeom>
          <a:noFill/>
        </p:spPr>
        <p:txBody>
          <a:bodyPr wrap="square">
            <a:spAutoFit/>
          </a:bodyPr>
          <a:lstStyle/>
          <a:p>
            <a:pPr lvl="0" algn="just">
              <a:defRPr/>
            </a:pPr>
            <a:r>
              <a:rPr kumimoji="0" lang="en-US" sz="1400" b="0" i="0" u="none" strike="noStrike" kern="1200" cap="none" spc="0" normalizeH="0" baseline="0" noProof="0">
                <a:ln>
                  <a:noFill/>
                </a:ln>
                <a:solidFill>
                  <a:prstClr val="black"/>
                </a:solidFill>
                <a:effectLst/>
                <a:uLnTx/>
                <a:uFillTx/>
                <a:latin typeface="Arial" panose="020B0604020202020204" pitchFamily="34" charset="0"/>
                <a:cs typeface="Arial" panose="020B0604020202020204" pitchFamily="34" charset="0"/>
                <a:sym typeface="Symbol" panose="05050102010706020507" pitchFamily="18" charset="2"/>
              </a:rPr>
              <a:t> Cực</a:t>
            </a:r>
            <a:r>
              <a:rPr kumimoji="0" lang="en-US" sz="1400" b="0" i="0" u="none" strike="noStrike" kern="1200" cap="none" spc="0" normalizeH="0" noProof="0">
                <a:ln>
                  <a:noFill/>
                </a:ln>
                <a:solidFill>
                  <a:prstClr val="black"/>
                </a:solidFill>
                <a:effectLst/>
                <a:uLnTx/>
                <a:uFillTx/>
                <a:latin typeface="Arial" panose="020B0604020202020204" pitchFamily="34" charset="0"/>
                <a:cs typeface="Arial" panose="020B0604020202020204" pitchFamily="34" charset="0"/>
                <a:sym typeface="Symbol" panose="05050102010706020507" pitchFamily="18" charset="2"/>
              </a:rPr>
              <a:t> đại giữa sáng nhất, vì gần khe nhất, sự suy giảm cường độ sáng theo khoảng cách là ít nhất.</a:t>
            </a:r>
            <a:endParaRPr kumimoji="0" lang="en-US" sz="1400" b="0" i="0" u="none" strike="noStrike" kern="1200" cap="none" spc="0" normalizeH="0" baseline="0" noProof="0">
              <a:ln>
                <a:noFill/>
              </a:ln>
              <a:solidFill>
                <a:prstClr val="black"/>
              </a:solidFill>
              <a:effectLst/>
              <a:uLnTx/>
              <a:uFillTx/>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425128555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circle(in)">
                                      <p:cBhvr>
                                        <p:cTn id="7" dur="20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42" presetClass="entr" presetSubtype="0" fill="hold" nodeType="clickEffect">
                                  <p:stCondLst>
                                    <p:cond delay="0"/>
                                  </p:stCondLst>
                                  <p:childTnLst>
                                    <p:set>
                                      <p:cBhvr>
                                        <p:cTn id="11" dur="1" fill="hold">
                                          <p:stCondLst>
                                            <p:cond delay="0"/>
                                          </p:stCondLst>
                                        </p:cTn>
                                        <p:tgtEl>
                                          <p:spTgt spid="31">
                                            <p:txEl>
                                              <p:pRg st="0" end="0"/>
                                            </p:txEl>
                                          </p:spTgt>
                                        </p:tgtEl>
                                        <p:attrNameLst>
                                          <p:attrName>style.visibility</p:attrName>
                                        </p:attrNameLst>
                                      </p:cBhvr>
                                      <p:to>
                                        <p:strVal val="visible"/>
                                      </p:to>
                                    </p:set>
                                    <p:animEffect transition="in" filter="fade">
                                      <p:cBhvr>
                                        <p:cTn id="12" dur="1000"/>
                                        <p:tgtEl>
                                          <p:spTgt spid="31">
                                            <p:txEl>
                                              <p:pRg st="0" end="0"/>
                                            </p:txEl>
                                          </p:spTgt>
                                        </p:tgtEl>
                                      </p:cBhvr>
                                    </p:animEffect>
                                    <p:anim calcmode="lin" valueType="num">
                                      <p:cBhvr>
                                        <p:cTn id="13" dur="1000" fill="hold"/>
                                        <p:tgtEl>
                                          <p:spTgt spid="31">
                                            <p:txEl>
                                              <p:pRg st="0" end="0"/>
                                            </p:txEl>
                                          </p:spTgt>
                                        </p:tgtEl>
                                        <p:attrNameLst>
                                          <p:attrName>ppt_x</p:attrName>
                                        </p:attrNameLst>
                                      </p:cBhvr>
                                      <p:tavLst>
                                        <p:tav tm="0">
                                          <p:val>
                                            <p:strVal val="#ppt_x"/>
                                          </p:val>
                                        </p:tav>
                                        <p:tav tm="100000">
                                          <p:val>
                                            <p:strVal val="#ppt_x"/>
                                          </p:val>
                                        </p:tav>
                                      </p:tavLst>
                                    </p:anim>
                                    <p:anim calcmode="lin" valueType="num">
                                      <p:cBhvr>
                                        <p:cTn id="14" dur="1000" fill="hold"/>
                                        <p:tgtEl>
                                          <p:spTgt spid="31">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6" presetClass="entr" presetSubtype="16" fill="hold" nodeType="clickEffect">
                                  <p:stCondLst>
                                    <p:cond delay="0"/>
                                  </p:stCondLst>
                                  <p:childTnLst>
                                    <p:set>
                                      <p:cBhvr>
                                        <p:cTn id="18" dur="1" fill="hold">
                                          <p:stCondLst>
                                            <p:cond delay="0"/>
                                          </p:stCondLst>
                                        </p:cTn>
                                        <p:tgtEl>
                                          <p:spTgt spid="30"/>
                                        </p:tgtEl>
                                        <p:attrNameLst>
                                          <p:attrName>style.visibility</p:attrName>
                                        </p:attrNameLst>
                                      </p:cBhvr>
                                      <p:to>
                                        <p:strVal val="visible"/>
                                      </p:to>
                                    </p:set>
                                    <p:animEffect transition="in" filter="circle(in)">
                                      <p:cBhvr>
                                        <p:cTn id="19" dur="2000"/>
                                        <p:tgtEl>
                                          <p:spTgt spid="30"/>
                                        </p:tgtEl>
                                      </p:cBhvr>
                                    </p:animEffect>
                                  </p:childTnLst>
                                </p:cTn>
                              </p:par>
                            </p:childTnLst>
                          </p:cTn>
                        </p:par>
                      </p:childTnLst>
                    </p:cTn>
                  </p:par>
                  <p:par>
                    <p:cTn id="20" fill="hold">
                      <p:stCondLst>
                        <p:cond delay="indefinite"/>
                      </p:stCondLst>
                      <p:childTnLst>
                        <p:par>
                          <p:cTn id="21" fill="hold">
                            <p:stCondLst>
                              <p:cond delay="0"/>
                            </p:stCondLst>
                            <p:childTnLst>
                              <p:par>
                                <p:cTn id="22" presetID="2" presetClass="entr" presetSubtype="4" fill="hold" grpId="0" nodeType="clickEffect">
                                  <p:stCondLst>
                                    <p:cond delay="0"/>
                                  </p:stCondLst>
                                  <p:childTnLst>
                                    <p:set>
                                      <p:cBhvr>
                                        <p:cTn id="23" dur="1" fill="hold">
                                          <p:stCondLst>
                                            <p:cond delay="0"/>
                                          </p:stCondLst>
                                        </p:cTn>
                                        <p:tgtEl>
                                          <p:spTgt spid="33"/>
                                        </p:tgtEl>
                                        <p:attrNameLst>
                                          <p:attrName>style.visibility</p:attrName>
                                        </p:attrNameLst>
                                      </p:cBhvr>
                                      <p:to>
                                        <p:strVal val="visible"/>
                                      </p:to>
                                    </p:set>
                                    <p:anim calcmode="lin" valueType="num">
                                      <p:cBhvr additive="base">
                                        <p:cTn id="24" dur="500" fill="hold"/>
                                        <p:tgtEl>
                                          <p:spTgt spid="33"/>
                                        </p:tgtEl>
                                        <p:attrNameLst>
                                          <p:attrName>ppt_x</p:attrName>
                                        </p:attrNameLst>
                                      </p:cBhvr>
                                      <p:tavLst>
                                        <p:tav tm="0">
                                          <p:val>
                                            <p:strVal val="#ppt_x"/>
                                          </p:val>
                                        </p:tav>
                                        <p:tav tm="100000">
                                          <p:val>
                                            <p:strVal val="#ppt_x"/>
                                          </p:val>
                                        </p:tav>
                                      </p:tavLst>
                                    </p:anim>
                                    <p:anim calcmode="lin" valueType="num">
                                      <p:cBhvr additive="base">
                                        <p:cTn id="25" dur="500" fill="hold"/>
                                        <p:tgtEl>
                                          <p:spTgt spid="33"/>
                                        </p:tgtEl>
                                        <p:attrNameLst>
                                          <p:attrName>ppt_y</p:attrName>
                                        </p:attrNameLst>
                                      </p:cBhvr>
                                      <p:tavLst>
                                        <p:tav tm="0">
                                          <p:val>
                                            <p:strVal val="1+#ppt_h/2"/>
                                          </p:val>
                                        </p:tav>
                                        <p:tav tm="100000">
                                          <p:val>
                                            <p:strVal val="#ppt_y"/>
                                          </p:val>
                                        </p:tav>
                                      </p:tavLst>
                                    </p:anim>
                                  </p:childTnLst>
                                </p:cTn>
                              </p:par>
                            </p:childTnLst>
                          </p:cTn>
                        </p:par>
                      </p:childTnLst>
                    </p:cTn>
                  </p:par>
                  <p:par>
                    <p:cTn id="26" fill="hold">
                      <p:stCondLst>
                        <p:cond delay="indefinite"/>
                      </p:stCondLst>
                      <p:childTnLst>
                        <p:par>
                          <p:cTn id="27" fill="hold">
                            <p:stCondLst>
                              <p:cond delay="0"/>
                            </p:stCondLst>
                            <p:childTnLst>
                              <p:par>
                                <p:cTn id="28" presetID="2" presetClass="entr" presetSubtype="4" fill="hold" grpId="0" nodeType="clickEffect">
                                  <p:stCondLst>
                                    <p:cond delay="0"/>
                                  </p:stCondLst>
                                  <p:childTnLst>
                                    <p:set>
                                      <p:cBhvr>
                                        <p:cTn id="29" dur="1" fill="hold">
                                          <p:stCondLst>
                                            <p:cond delay="0"/>
                                          </p:stCondLst>
                                        </p:cTn>
                                        <p:tgtEl>
                                          <p:spTgt spid="34"/>
                                        </p:tgtEl>
                                        <p:attrNameLst>
                                          <p:attrName>style.visibility</p:attrName>
                                        </p:attrNameLst>
                                      </p:cBhvr>
                                      <p:to>
                                        <p:strVal val="visible"/>
                                      </p:to>
                                    </p:set>
                                    <p:anim calcmode="lin" valueType="num">
                                      <p:cBhvr additive="base">
                                        <p:cTn id="30" dur="500" fill="hold"/>
                                        <p:tgtEl>
                                          <p:spTgt spid="34"/>
                                        </p:tgtEl>
                                        <p:attrNameLst>
                                          <p:attrName>ppt_x</p:attrName>
                                        </p:attrNameLst>
                                      </p:cBhvr>
                                      <p:tavLst>
                                        <p:tav tm="0">
                                          <p:val>
                                            <p:strVal val="#ppt_x"/>
                                          </p:val>
                                        </p:tav>
                                        <p:tav tm="100000">
                                          <p:val>
                                            <p:strVal val="#ppt_x"/>
                                          </p:val>
                                        </p:tav>
                                      </p:tavLst>
                                    </p:anim>
                                    <p:anim calcmode="lin" valueType="num">
                                      <p:cBhvr additive="base">
                                        <p:cTn id="31" dur="500" fill="hold"/>
                                        <p:tgtEl>
                                          <p:spTgt spid="34"/>
                                        </p:tgtEl>
                                        <p:attrNameLst>
                                          <p:attrName>ppt_y</p:attrName>
                                        </p:attrNameLst>
                                      </p:cBhvr>
                                      <p:tavLst>
                                        <p:tav tm="0">
                                          <p:val>
                                            <p:strVal val="1+#ppt_h/2"/>
                                          </p:val>
                                        </p:tav>
                                        <p:tav tm="100000">
                                          <p:val>
                                            <p:strVal val="#ppt_y"/>
                                          </p:val>
                                        </p:tav>
                                      </p:tavLst>
                                    </p:anim>
                                  </p:childTnLst>
                                </p:cTn>
                              </p:par>
                            </p:childTnLst>
                          </p:cTn>
                        </p:par>
                      </p:childTnLst>
                    </p:cTn>
                  </p:par>
                  <p:par>
                    <p:cTn id="32" fill="hold">
                      <p:stCondLst>
                        <p:cond delay="indefinite"/>
                      </p:stCondLst>
                      <p:childTnLst>
                        <p:par>
                          <p:cTn id="33" fill="hold">
                            <p:stCondLst>
                              <p:cond delay="0"/>
                            </p:stCondLst>
                            <p:childTnLst>
                              <p:par>
                                <p:cTn id="34" presetID="2" presetClass="entr" presetSubtype="4" fill="hold" grpId="0" nodeType="clickEffect">
                                  <p:stCondLst>
                                    <p:cond delay="0"/>
                                  </p:stCondLst>
                                  <p:childTnLst>
                                    <p:set>
                                      <p:cBhvr>
                                        <p:cTn id="35" dur="1" fill="hold">
                                          <p:stCondLst>
                                            <p:cond delay="0"/>
                                          </p:stCondLst>
                                        </p:cTn>
                                        <p:tgtEl>
                                          <p:spTgt spid="35"/>
                                        </p:tgtEl>
                                        <p:attrNameLst>
                                          <p:attrName>style.visibility</p:attrName>
                                        </p:attrNameLst>
                                      </p:cBhvr>
                                      <p:to>
                                        <p:strVal val="visible"/>
                                      </p:to>
                                    </p:set>
                                    <p:anim calcmode="lin" valueType="num">
                                      <p:cBhvr additive="base">
                                        <p:cTn id="36" dur="500" fill="hold"/>
                                        <p:tgtEl>
                                          <p:spTgt spid="35"/>
                                        </p:tgtEl>
                                        <p:attrNameLst>
                                          <p:attrName>ppt_x</p:attrName>
                                        </p:attrNameLst>
                                      </p:cBhvr>
                                      <p:tavLst>
                                        <p:tav tm="0">
                                          <p:val>
                                            <p:strVal val="#ppt_x"/>
                                          </p:val>
                                        </p:tav>
                                        <p:tav tm="100000">
                                          <p:val>
                                            <p:strVal val="#ppt_x"/>
                                          </p:val>
                                        </p:tav>
                                      </p:tavLst>
                                    </p:anim>
                                    <p:anim calcmode="lin" valueType="num">
                                      <p:cBhvr additive="base">
                                        <p:cTn id="37" dur="500" fill="hold"/>
                                        <p:tgtEl>
                                          <p:spTgt spid="35"/>
                                        </p:tgtEl>
                                        <p:attrNameLst>
                                          <p:attrName>ppt_y</p:attrName>
                                        </p:attrNameLst>
                                      </p:cBhvr>
                                      <p:tavLst>
                                        <p:tav tm="0">
                                          <p:val>
                                            <p:strVal val="1+#ppt_h/2"/>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42" presetClass="entr" presetSubtype="0" fill="hold" nodeType="clickEffect">
                                  <p:stCondLst>
                                    <p:cond delay="0"/>
                                  </p:stCondLst>
                                  <p:childTnLst>
                                    <p:set>
                                      <p:cBhvr>
                                        <p:cTn id="41" dur="1" fill="hold">
                                          <p:stCondLst>
                                            <p:cond delay="0"/>
                                          </p:stCondLst>
                                        </p:cTn>
                                        <p:tgtEl>
                                          <p:spTgt spid="36">
                                            <p:txEl>
                                              <p:pRg st="0" end="0"/>
                                            </p:txEl>
                                          </p:spTgt>
                                        </p:tgtEl>
                                        <p:attrNameLst>
                                          <p:attrName>style.visibility</p:attrName>
                                        </p:attrNameLst>
                                      </p:cBhvr>
                                      <p:to>
                                        <p:strVal val="visible"/>
                                      </p:to>
                                    </p:set>
                                    <p:animEffect transition="in" filter="fade">
                                      <p:cBhvr>
                                        <p:cTn id="42" dur="1000"/>
                                        <p:tgtEl>
                                          <p:spTgt spid="36">
                                            <p:txEl>
                                              <p:pRg st="0" end="0"/>
                                            </p:txEl>
                                          </p:spTgt>
                                        </p:tgtEl>
                                      </p:cBhvr>
                                    </p:animEffect>
                                    <p:anim calcmode="lin" valueType="num">
                                      <p:cBhvr>
                                        <p:cTn id="43" dur="1000" fill="hold"/>
                                        <p:tgtEl>
                                          <p:spTgt spid="36">
                                            <p:txEl>
                                              <p:pRg st="0" end="0"/>
                                            </p:txEl>
                                          </p:spTgt>
                                        </p:tgtEl>
                                        <p:attrNameLst>
                                          <p:attrName>ppt_x</p:attrName>
                                        </p:attrNameLst>
                                      </p:cBhvr>
                                      <p:tavLst>
                                        <p:tav tm="0">
                                          <p:val>
                                            <p:strVal val="#ppt_x"/>
                                          </p:val>
                                        </p:tav>
                                        <p:tav tm="100000">
                                          <p:val>
                                            <p:strVal val="#ppt_x"/>
                                          </p:val>
                                        </p:tav>
                                      </p:tavLst>
                                    </p:anim>
                                    <p:anim calcmode="lin" valueType="num">
                                      <p:cBhvr>
                                        <p:cTn id="44" dur="1000" fill="hold"/>
                                        <p:tgtEl>
                                          <p:spTgt spid="36">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6" presetClass="entr" presetSubtype="16" fill="hold" nodeType="clickEffect">
                                  <p:stCondLst>
                                    <p:cond delay="0"/>
                                  </p:stCondLst>
                                  <p:childTnLst>
                                    <p:set>
                                      <p:cBhvr>
                                        <p:cTn id="48" dur="1" fill="hold">
                                          <p:stCondLst>
                                            <p:cond delay="0"/>
                                          </p:stCondLst>
                                        </p:cTn>
                                        <p:tgtEl>
                                          <p:spTgt spid="27"/>
                                        </p:tgtEl>
                                        <p:attrNameLst>
                                          <p:attrName>style.visibility</p:attrName>
                                        </p:attrNameLst>
                                      </p:cBhvr>
                                      <p:to>
                                        <p:strVal val="visible"/>
                                      </p:to>
                                    </p:set>
                                    <p:animEffect transition="in" filter="circle(in)">
                                      <p:cBhvr>
                                        <p:cTn id="49" dur="2000"/>
                                        <p:tgtEl>
                                          <p:spTgt spid="27"/>
                                        </p:tgtEl>
                                      </p:cBhvr>
                                    </p:animEffect>
                                  </p:childTnLst>
                                </p:cTn>
                              </p:par>
                            </p:childTnLst>
                          </p:cTn>
                        </p:par>
                      </p:childTnLst>
                    </p:cTn>
                  </p:par>
                  <p:par>
                    <p:cTn id="50" fill="hold">
                      <p:stCondLst>
                        <p:cond delay="indefinite"/>
                      </p:stCondLst>
                      <p:childTnLst>
                        <p:par>
                          <p:cTn id="51" fill="hold">
                            <p:stCondLst>
                              <p:cond delay="0"/>
                            </p:stCondLst>
                            <p:childTnLst>
                              <p:par>
                                <p:cTn id="52" presetID="2" presetClass="entr" presetSubtype="4" fill="hold" grpId="0" nodeType="clickEffect">
                                  <p:stCondLst>
                                    <p:cond delay="0"/>
                                  </p:stCondLst>
                                  <p:childTnLst>
                                    <p:set>
                                      <p:cBhvr>
                                        <p:cTn id="53" dur="1" fill="hold">
                                          <p:stCondLst>
                                            <p:cond delay="0"/>
                                          </p:stCondLst>
                                        </p:cTn>
                                        <p:tgtEl>
                                          <p:spTgt spid="37"/>
                                        </p:tgtEl>
                                        <p:attrNameLst>
                                          <p:attrName>style.visibility</p:attrName>
                                        </p:attrNameLst>
                                      </p:cBhvr>
                                      <p:to>
                                        <p:strVal val="visible"/>
                                      </p:to>
                                    </p:set>
                                    <p:anim calcmode="lin" valueType="num">
                                      <p:cBhvr additive="base">
                                        <p:cTn id="54" dur="500" fill="hold"/>
                                        <p:tgtEl>
                                          <p:spTgt spid="37"/>
                                        </p:tgtEl>
                                        <p:attrNameLst>
                                          <p:attrName>ppt_x</p:attrName>
                                        </p:attrNameLst>
                                      </p:cBhvr>
                                      <p:tavLst>
                                        <p:tav tm="0">
                                          <p:val>
                                            <p:strVal val="#ppt_x"/>
                                          </p:val>
                                        </p:tav>
                                        <p:tav tm="100000">
                                          <p:val>
                                            <p:strVal val="#ppt_x"/>
                                          </p:val>
                                        </p:tav>
                                      </p:tavLst>
                                    </p:anim>
                                    <p:anim calcmode="lin" valueType="num">
                                      <p:cBhvr additive="base">
                                        <p:cTn id="55" dur="500" fill="hold"/>
                                        <p:tgtEl>
                                          <p:spTgt spid="37"/>
                                        </p:tgtEl>
                                        <p:attrNameLst>
                                          <p:attrName>ppt_y</p:attrName>
                                        </p:attrNameLst>
                                      </p:cBhvr>
                                      <p:tavLst>
                                        <p:tav tm="0">
                                          <p:val>
                                            <p:strVal val="1+#ppt_h/2"/>
                                          </p:val>
                                        </p:tav>
                                        <p:tav tm="100000">
                                          <p:val>
                                            <p:strVal val="#ppt_y"/>
                                          </p:val>
                                        </p:tav>
                                      </p:tavLst>
                                    </p:anim>
                                  </p:childTnLst>
                                </p:cTn>
                              </p:par>
                            </p:childTnLst>
                          </p:cTn>
                        </p:par>
                      </p:childTnLst>
                    </p:cTn>
                  </p:par>
                  <p:par>
                    <p:cTn id="56" fill="hold">
                      <p:stCondLst>
                        <p:cond delay="indefinite"/>
                      </p:stCondLst>
                      <p:childTnLst>
                        <p:par>
                          <p:cTn id="57" fill="hold">
                            <p:stCondLst>
                              <p:cond delay="0"/>
                            </p:stCondLst>
                            <p:childTnLst>
                              <p:par>
                                <p:cTn id="58" presetID="42" presetClass="entr" presetSubtype="0" fill="hold" nodeType="clickEffect">
                                  <p:stCondLst>
                                    <p:cond delay="0"/>
                                  </p:stCondLst>
                                  <p:childTnLst>
                                    <p:set>
                                      <p:cBhvr>
                                        <p:cTn id="59" dur="1" fill="hold">
                                          <p:stCondLst>
                                            <p:cond delay="0"/>
                                          </p:stCondLst>
                                        </p:cTn>
                                        <p:tgtEl>
                                          <p:spTgt spid="40"/>
                                        </p:tgtEl>
                                        <p:attrNameLst>
                                          <p:attrName>style.visibility</p:attrName>
                                        </p:attrNameLst>
                                      </p:cBhvr>
                                      <p:to>
                                        <p:strVal val="visible"/>
                                      </p:to>
                                    </p:set>
                                    <p:animEffect transition="in" filter="fade">
                                      <p:cBhvr>
                                        <p:cTn id="60" dur="1000"/>
                                        <p:tgtEl>
                                          <p:spTgt spid="40"/>
                                        </p:tgtEl>
                                      </p:cBhvr>
                                    </p:animEffect>
                                    <p:anim calcmode="lin" valueType="num">
                                      <p:cBhvr>
                                        <p:cTn id="61" dur="1000" fill="hold"/>
                                        <p:tgtEl>
                                          <p:spTgt spid="40"/>
                                        </p:tgtEl>
                                        <p:attrNameLst>
                                          <p:attrName>ppt_x</p:attrName>
                                        </p:attrNameLst>
                                      </p:cBhvr>
                                      <p:tavLst>
                                        <p:tav tm="0">
                                          <p:val>
                                            <p:strVal val="#ppt_x"/>
                                          </p:val>
                                        </p:tav>
                                        <p:tav tm="100000">
                                          <p:val>
                                            <p:strVal val="#ppt_x"/>
                                          </p:val>
                                        </p:tav>
                                      </p:tavLst>
                                    </p:anim>
                                    <p:anim calcmode="lin" valueType="num">
                                      <p:cBhvr>
                                        <p:cTn id="62" dur="1000" fill="hold"/>
                                        <p:tgtEl>
                                          <p:spTgt spid="40"/>
                                        </p:tgtEl>
                                        <p:attrNameLst>
                                          <p:attrName>ppt_y</p:attrName>
                                        </p:attrNameLst>
                                      </p:cBhvr>
                                      <p:tavLst>
                                        <p:tav tm="0">
                                          <p:val>
                                            <p:strVal val="#ppt_y+.1"/>
                                          </p:val>
                                        </p:tav>
                                        <p:tav tm="100000">
                                          <p:val>
                                            <p:strVal val="#ppt_y"/>
                                          </p:val>
                                        </p:tav>
                                      </p:tavLst>
                                    </p:anim>
                                  </p:childTnLst>
                                </p:cTn>
                              </p:par>
                            </p:childTnLst>
                          </p:cTn>
                        </p:par>
                      </p:childTnLst>
                    </p:cTn>
                  </p:par>
                  <p:par>
                    <p:cTn id="63" fill="hold">
                      <p:stCondLst>
                        <p:cond delay="indefinite"/>
                      </p:stCondLst>
                      <p:childTnLst>
                        <p:par>
                          <p:cTn id="64" fill="hold">
                            <p:stCondLst>
                              <p:cond delay="0"/>
                            </p:stCondLst>
                            <p:childTnLst>
                              <p:par>
                                <p:cTn id="65" presetID="42" presetClass="entr" presetSubtype="0" fill="hold" nodeType="clickEffect">
                                  <p:stCondLst>
                                    <p:cond delay="0"/>
                                  </p:stCondLst>
                                  <p:childTnLst>
                                    <p:set>
                                      <p:cBhvr>
                                        <p:cTn id="66" dur="1" fill="hold">
                                          <p:stCondLst>
                                            <p:cond delay="0"/>
                                          </p:stCondLst>
                                        </p:cTn>
                                        <p:tgtEl>
                                          <p:spTgt spid="41"/>
                                        </p:tgtEl>
                                        <p:attrNameLst>
                                          <p:attrName>style.visibility</p:attrName>
                                        </p:attrNameLst>
                                      </p:cBhvr>
                                      <p:to>
                                        <p:strVal val="visible"/>
                                      </p:to>
                                    </p:set>
                                    <p:animEffect transition="in" filter="fade">
                                      <p:cBhvr>
                                        <p:cTn id="67" dur="1000"/>
                                        <p:tgtEl>
                                          <p:spTgt spid="41"/>
                                        </p:tgtEl>
                                      </p:cBhvr>
                                    </p:animEffect>
                                    <p:anim calcmode="lin" valueType="num">
                                      <p:cBhvr>
                                        <p:cTn id="68" dur="1000" fill="hold"/>
                                        <p:tgtEl>
                                          <p:spTgt spid="41"/>
                                        </p:tgtEl>
                                        <p:attrNameLst>
                                          <p:attrName>ppt_x</p:attrName>
                                        </p:attrNameLst>
                                      </p:cBhvr>
                                      <p:tavLst>
                                        <p:tav tm="0">
                                          <p:val>
                                            <p:strVal val="#ppt_x"/>
                                          </p:val>
                                        </p:tav>
                                        <p:tav tm="100000">
                                          <p:val>
                                            <p:strVal val="#ppt_x"/>
                                          </p:val>
                                        </p:tav>
                                      </p:tavLst>
                                    </p:anim>
                                    <p:anim calcmode="lin" valueType="num">
                                      <p:cBhvr>
                                        <p:cTn id="69" dur="1000" fill="hold"/>
                                        <p:tgtEl>
                                          <p:spTgt spid="41"/>
                                        </p:tgtEl>
                                        <p:attrNameLst>
                                          <p:attrName>ppt_y</p:attrName>
                                        </p:attrNameLst>
                                      </p:cBhvr>
                                      <p:tavLst>
                                        <p:tav tm="0">
                                          <p:val>
                                            <p:strVal val="#ppt_y+.1"/>
                                          </p:val>
                                        </p:tav>
                                        <p:tav tm="100000">
                                          <p:val>
                                            <p:strVal val="#ppt_y"/>
                                          </p:val>
                                        </p:tav>
                                      </p:tavLst>
                                    </p:anim>
                                  </p:childTnLst>
                                </p:cTn>
                              </p:par>
                            </p:childTnLst>
                          </p:cTn>
                        </p:par>
                      </p:childTnLst>
                    </p:cTn>
                  </p:par>
                  <p:par>
                    <p:cTn id="70" fill="hold">
                      <p:stCondLst>
                        <p:cond delay="indefinite"/>
                      </p:stCondLst>
                      <p:childTnLst>
                        <p:par>
                          <p:cTn id="71" fill="hold">
                            <p:stCondLst>
                              <p:cond delay="0"/>
                            </p:stCondLst>
                            <p:childTnLst>
                              <p:par>
                                <p:cTn id="72" presetID="2" presetClass="entr" presetSubtype="4" fill="hold" grpId="0" nodeType="clickEffect">
                                  <p:stCondLst>
                                    <p:cond delay="0"/>
                                  </p:stCondLst>
                                  <p:childTnLst>
                                    <p:set>
                                      <p:cBhvr>
                                        <p:cTn id="73" dur="1" fill="hold">
                                          <p:stCondLst>
                                            <p:cond delay="0"/>
                                          </p:stCondLst>
                                        </p:cTn>
                                        <p:tgtEl>
                                          <p:spTgt spid="42"/>
                                        </p:tgtEl>
                                        <p:attrNameLst>
                                          <p:attrName>style.visibility</p:attrName>
                                        </p:attrNameLst>
                                      </p:cBhvr>
                                      <p:to>
                                        <p:strVal val="visible"/>
                                      </p:to>
                                    </p:set>
                                    <p:anim calcmode="lin" valueType="num">
                                      <p:cBhvr additive="base">
                                        <p:cTn id="74" dur="500" fill="hold"/>
                                        <p:tgtEl>
                                          <p:spTgt spid="42"/>
                                        </p:tgtEl>
                                        <p:attrNameLst>
                                          <p:attrName>ppt_x</p:attrName>
                                        </p:attrNameLst>
                                      </p:cBhvr>
                                      <p:tavLst>
                                        <p:tav tm="0">
                                          <p:val>
                                            <p:strVal val="#ppt_x"/>
                                          </p:val>
                                        </p:tav>
                                        <p:tav tm="100000">
                                          <p:val>
                                            <p:strVal val="#ppt_x"/>
                                          </p:val>
                                        </p:tav>
                                      </p:tavLst>
                                    </p:anim>
                                    <p:anim calcmode="lin" valueType="num">
                                      <p:cBhvr additive="base">
                                        <p:cTn id="75" dur="500" fill="hold"/>
                                        <p:tgtEl>
                                          <p:spTgt spid="42"/>
                                        </p:tgtEl>
                                        <p:attrNameLst>
                                          <p:attrName>ppt_y</p:attrName>
                                        </p:attrNameLst>
                                      </p:cBhvr>
                                      <p:tavLst>
                                        <p:tav tm="0">
                                          <p:val>
                                            <p:strVal val="1+#ppt_h/2"/>
                                          </p:val>
                                        </p:tav>
                                        <p:tav tm="100000">
                                          <p:val>
                                            <p:strVal val="#ppt_y"/>
                                          </p:val>
                                        </p:tav>
                                      </p:tavLst>
                                    </p:anim>
                                  </p:childTnLst>
                                </p:cTn>
                              </p:par>
                            </p:childTnLst>
                          </p:cTn>
                        </p:par>
                      </p:childTnLst>
                    </p:cTn>
                  </p:par>
                  <p:par>
                    <p:cTn id="76" fill="hold">
                      <p:stCondLst>
                        <p:cond delay="indefinite"/>
                      </p:stCondLst>
                      <p:childTnLst>
                        <p:par>
                          <p:cTn id="77" fill="hold">
                            <p:stCondLst>
                              <p:cond delay="0"/>
                            </p:stCondLst>
                            <p:childTnLst>
                              <p:par>
                                <p:cTn id="78" presetID="42" presetClass="entr" presetSubtype="0" fill="hold" nodeType="clickEffect">
                                  <p:stCondLst>
                                    <p:cond delay="0"/>
                                  </p:stCondLst>
                                  <p:childTnLst>
                                    <p:set>
                                      <p:cBhvr>
                                        <p:cTn id="79" dur="1" fill="hold">
                                          <p:stCondLst>
                                            <p:cond delay="0"/>
                                          </p:stCondLst>
                                        </p:cTn>
                                        <p:tgtEl>
                                          <p:spTgt spid="43"/>
                                        </p:tgtEl>
                                        <p:attrNameLst>
                                          <p:attrName>style.visibility</p:attrName>
                                        </p:attrNameLst>
                                      </p:cBhvr>
                                      <p:to>
                                        <p:strVal val="visible"/>
                                      </p:to>
                                    </p:set>
                                    <p:animEffect transition="in" filter="fade">
                                      <p:cBhvr>
                                        <p:cTn id="80" dur="1000"/>
                                        <p:tgtEl>
                                          <p:spTgt spid="43"/>
                                        </p:tgtEl>
                                      </p:cBhvr>
                                    </p:animEffect>
                                    <p:anim calcmode="lin" valueType="num">
                                      <p:cBhvr>
                                        <p:cTn id="81" dur="1000" fill="hold"/>
                                        <p:tgtEl>
                                          <p:spTgt spid="43"/>
                                        </p:tgtEl>
                                        <p:attrNameLst>
                                          <p:attrName>ppt_x</p:attrName>
                                        </p:attrNameLst>
                                      </p:cBhvr>
                                      <p:tavLst>
                                        <p:tav tm="0">
                                          <p:val>
                                            <p:strVal val="#ppt_x"/>
                                          </p:val>
                                        </p:tav>
                                        <p:tav tm="100000">
                                          <p:val>
                                            <p:strVal val="#ppt_x"/>
                                          </p:val>
                                        </p:tav>
                                      </p:tavLst>
                                    </p:anim>
                                    <p:anim calcmode="lin" valueType="num">
                                      <p:cBhvr>
                                        <p:cTn id="82" dur="1000" fill="hold"/>
                                        <p:tgtEl>
                                          <p:spTgt spid="43"/>
                                        </p:tgtEl>
                                        <p:attrNameLst>
                                          <p:attrName>ppt_y</p:attrName>
                                        </p:attrNameLst>
                                      </p:cBhvr>
                                      <p:tavLst>
                                        <p:tav tm="0">
                                          <p:val>
                                            <p:strVal val="#ppt_y+.1"/>
                                          </p:val>
                                        </p:tav>
                                        <p:tav tm="100000">
                                          <p:val>
                                            <p:strVal val="#ppt_y"/>
                                          </p:val>
                                        </p:tav>
                                      </p:tavLst>
                                    </p:anim>
                                  </p:childTnLst>
                                </p:cTn>
                              </p:par>
                            </p:childTnLst>
                          </p:cTn>
                        </p:par>
                      </p:childTnLst>
                    </p:cTn>
                  </p:par>
                  <p:par>
                    <p:cTn id="83" fill="hold">
                      <p:stCondLst>
                        <p:cond delay="indefinite"/>
                      </p:stCondLst>
                      <p:childTnLst>
                        <p:par>
                          <p:cTn id="84" fill="hold">
                            <p:stCondLst>
                              <p:cond delay="0"/>
                            </p:stCondLst>
                            <p:childTnLst>
                              <p:par>
                                <p:cTn id="85" presetID="2" presetClass="entr" presetSubtype="4" fill="hold" grpId="0" nodeType="clickEffect">
                                  <p:stCondLst>
                                    <p:cond delay="0"/>
                                  </p:stCondLst>
                                  <p:childTnLst>
                                    <p:set>
                                      <p:cBhvr>
                                        <p:cTn id="86" dur="1" fill="hold">
                                          <p:stCondLst>
                                            <p:cond delay="0"/>
                                          </p:stCondLst>
                                        </p:cTn>
                                        <p:tgtEl>
                                          <p:spTgt spid="44"/>
                                        </p:tgtEl>
                                        <p:attrNameLst>
                                          <p:attrName>style.visibility</p:attrName>
                                        </p:attrNameLst>
                                      </p:cBhvr>
                                      <p:to>
                                        <p:strVal val="visible"/>
                                      </p:to>
                                    </p:set>
                                    <p:anim calcmode="lin" valueType="num">
                                      <p:cBhvr additive="base">
                                        <p:cTn id="87" dur="500" fill="hold"/>
                                        <p:tgtEl>
                                          <p:spTgt spid="44"/>
                                        </p:tgtEl>
                                        <p:attrNameLst>
                                          <p:attrName>ppt_x</p:attrName>
                                        </p:attrNameLst>
                                      </p:cBhvr>
                                      <p:tavLst>
                                        <p:tav tm="0">
                                          <p:val>
                                            <p:strVal val="#ppt_x"/>
                                          </p:val>
                                        </p:tav>
                                        <p:tav tm="100000">
                                          <p:val>
                                            <p:strVal val="#ppt_x"/>
                                          </p:val>
                                        </p:tav>
                                      </p:tavLst>
                                    </p:anim>
                                    <p:anim calcmode="lin" valueType="num">
                                      <p:cBhvr additive="base">
                                        <p:cTn id="88" dur="500" fill="hold"/>
                                        <p:tgtEl>
                                          <p:spTgt spid="44"/>
                                        </p:tgtEl>
                                        <p:attrNameLst>
                                          <p:attrName>ppt_y</p:attrName>
                                        </p:attrNameLst>
                                      </p:cBhvr>
                                      <p:tavLst>
                                        <p:tav tm="0">
                                          <p:val>
                                            <p:strVal val="1+#ppt_h/2"/>
                                          </p:val>
                                        </p:tav>
                                        <p:tav tm="100000">
                                          <p:val>
                                            <p:strVal val="#ppt_y"/>
                                          </p:val>
                                        </p:tav>
                                      </p:tavLst>
                                    </p:anim>
                                  </p:childTnLst>
                                </p:cTn>
                              </p:par>
                            </p:childTnLst>
                          </p:cTn>
                        </p:par>
                      </p:childTnLst>
                    </p:cTn>
                  </p:par>
                  <p:par>
                    <p:cTn id="89" fill="hold">
                      <p:stCondLst>
                        <p:cond delay="indefinite"/>
                      </p:stCondLst>
                      <p:childTnLst>
                        <p:par>
                          <p:cTn id="90" fill="hold">
                            <p:stCondLst>
                              <p:cond delay="0"/>
                            </p:stCondLst>
                            <p:childTnLst>
                              <p:par>
                                <p:cTn id="91" presetID="42" presetClass="entr" presetSubtype="0" fill="hold" nodeType="clickEffect">
                                  <p:stCondLst>
                                    <p:cond delay="0"/>
                                  </p:stCondLst>
                                  <p:childTnLst>
                                    <p:set>
                                      <p:cBhvr>
                                        <p:cTn id="92" dur="1" fill="hold">
                                          <p:stCondLst>
                                            <p:cond delay="0"/>
                                          </p:stCondLst>
                                        </p:cTn>
                                        <p:tgtEl>
                                          <p:spTgt spid="45"/>
                                        </p:tgtEl>
                                        <p:attrNameLst>
                                          <p:attrName>style.visibility</p:attrName>
                                        </p:attrNameLst>
                                      </p:cBhvr>
                                      <p:to>
                                        <p:strVal val="visible"/>
                                      </p:to>
                                    </p:set>
                                    <p:animEffect transition="in" filter="fade">
                                      <p:cBhvr>
                                        <p:cTn id="93" dur="1000"/>
                                        <p:tgtEl>
                                          <p:spTgt spid="45"/>
                                        </p:tgtEl>
                                      </p:cBhvr>
                                    </p:animEffect>
                                    <p:anim calcmode="lin" valueType="num">
                                      <p:cBhvr>
                                        <p:cTn id="94" dur="1000" fill="hold"/>
                                        <p:tgtEl>
                                          <p:spTgt spid="45"/>
                                        </p:tgtEl>
                                        <p:attrNameLst>
                                          <p:attrName>ppt_x</p:attrName>
                                        </p:attrNameLst>
                                      </p:cBhvr>
                                      <p:tavLst>
                                        <p:tav tm="0">
                                          <p:val>
                                            <p:strVal val="#ppt_x"/>
                                          </p:val>
                                        </p:tav>
                                        <p:tav tm="100000">
                                          <p:val>
                                            <p:strVal val="#ppt_x"/>
                                          </p:val>
                                        </p:tav>
                                      </p:tavLst>
                                    </p:anim>
                                    <p:anim calcmode="lin" valueType="num">
                                      <p:cBhvr>
                                        <p:cTn id="95" dur="1000" fill="hold"/>
                                        <p:tgtEl>
                                          <p:spTgt spid="45"/>
                                        </p:tgtEl>
                                        <p:attrNameLst>
                                          <p:attrName>ppt_y</p:attrName>
                                        </p:attrNameLst>
                                      </p:cBhvr>
                                      <p:tavLst>
                                        <p:tav tm="0">
                                          <p:val>
                                            <p:strVal val="#ppt_y+.1"/>
                                          </p:val>
                                        </p:tav>
                                        <p:tav tm="100000">
                                          <p:val>
                                            <p:strVal val="#ppt_y"/>
                                          </p:val>
                                        </p:tav>
                                      </p:tavLst>
                                    </p:anim>
                                  </p:childTnLst>
                                </p:cTn>
                              </p:par>
                            </p:childTnLst>
                          </p:cTn>
                        </p:par>
                      </p:childTnLst>
                    </p:cTn>
                  </p:par>
                  <p:par>
                    <p:cTn id="96" fill="hold">
                      <p:stCondLst>
                        <p:cond delay="indefinite"/>
                      </p:stCondLst>
                      <p:childTnLst>
                        <p:par>
                          <p:cTn id="97" fill="hold">
                            <p:stCondLst>
                              <p:cond delay="0"/>
                            </p:stCondLst>
                            <p:childTnLst>
                              <p:par>
                                <p:cTn id="98" presetID="42" presetClass="entr" presetSubtype="0" fill="hold" nodeType="clickEffect">
                                  <p:stCondLst>
                                    <p:cond delay="0"/>
                                  </p:stCondLst>
                                  <p:childTnLst>
                                    <p:set>
                                      <p:cBhvr>
                                        <p:cTn id="99" dur="1" fill="hold">
                                          <p:stCondLst>
                                            <p:cond delay="0"/>
                                          </p:stCondLst>
                                        </p:cTn>
                                        <p:tgtEl>
                                          <p:spTgt spid="47"/>
                                        </p:tgtEl>
                                        <p:attrNameLst>
                                          <p:attrName>style.visibility</p:attrName>
                                        </p:attrNameLst>
                                      </p:cBhvr>
                                      <p:to>
                                        <p:strVal val="visible"/>
                                      </p:to>
                                    </p:set>
                                    <p:animEffect transition="in" filter="fade">
                                      <p:cBhvr>
                                        <p:cTn id="100" dur="1000"/>
                                        <p:tgtEl>
                                          <p:spTgt spid="47"/>
                                        </p:tgtEl>
                                      </p:cBhvr>
                                    </p:animEffect>
                                    <p:anim calcmode="lin" valueType="num">
                                      <p:cBhvr>
                                        <p:cTn id="101" dur="1000" fill="hold"/>
                                        <p:tgtEl>
                                          <p:spTgt spid="47"/>
                                        </p:tgtEl>
                                        <p:attrNameLst>
                                          <p:attrName>ppt_x</p:attrName>
                                        </p:attrNameLst>
                                      </p:cBhvr>
                                      <p:tavLst>
                                        <p:tav tm="0">
                                          <p:val>
                                            <p:strVal val="#ppt_x"/>
                                          </p:val>
                                        </p:tav>
                                        <p:tav tm="100000">
                                          <p:val>
                                            <p:strVal val="#ppt_x"/>
                                          </p:val>
                                        </p:tav>
                                      </p:tavLst>
                                    </p:anim>
                                    <p:anim calcmode="lin" valueType="num">
                                      <p:cBhvr>
                                        <p:cTn id="102" dur="1000" fill="hold"/>
                                        <p:tgtEl>
                                          <p:spTgt spid="47"/>
                                        </p:tgtEl>
                                        <p:attrNameLst>
                                          <p:attrName>ppt_y</p:attrName>
                                        </p:attrNameLst>
                                      </p:cBhvr>
                                      <p:tavLst>
                                        <p:tav tm="0">
                                          <p:val>
                                            <p:strVal val="#ppt_y+.1"/>
                                          </p:val>
                                        </p:tav>
                                        <p:tav tm="100000">
                                          <p:val>
                                            <p:strVal val="#ppt_y"/>
                                          </p:val>
                                        </p:tav>
                                      </p:tavLst>
                                    </p:anim>
                                  </p:childTnLst>
                                </p:cTn>
                              </p:par>
                            </p:childTnLst>
                          </p:cTn>
                        </p:par>
                      </p:childTnLst>
                    </p:cTn>
                  </p:par>
                  <p:par>
                    <p:cTn id="103" fill="hold">
                      <p:stCondLst>
                        <p:cond delay="indefinite"/>
                      </p:stCondLst>
                      <p:childTnLst>
                        <p:par>
                          <p:cTn id="104" fill="hold">
                            <p:stCondLst>
                              <p:cond delay="0"/>
                            </p:stCondLst>
                            <p:childTnLst>
                              <p:par>
                                <p:cTn id="105" presetID="42" presetClass="entr" presetSubtype="0" fill="hold" nodeType="clickEffect">
                                  <p:stCondLst>
                                    <p:cond delay="0"/>
                                  </p:stCondLst>
                                  <p:childTnLst>
                                    <p:set>
                                      <p:cBhvr>
                                        <p:cTn id="106" dur="1" fill="hold">
                                          <p:stCondLst>
                                            <p:cond delay="0"/>
                                          </p:stCondLst>
                                        </p:cTn>
                                        <p:tgtEl>
                                          <p:spTgt spid="49"/>
                                        </p:tgtEl>
                                        <p:attrNameLst>
                                          <p:attrName>style.visibility</p:attrName>
                                        </p:attrNameLst>
                                      </p:cBhvr>
                                      <p:to>
                                        <p:strVal val="visible"/>
                                      </p:to>
                                    </p:set>
                                    <p:animEffect transition="in" filter="fade">
                                      <p:cBhvr>
                                        <p:cTn id="107" dur="1000"/>
                                        <p:tgtEl>
                                          <p:spTgt spid="49"/>
                                        </p:tgtEl>
                                      </p:cBhvr>
                                    </p:animEffect>
                                    <p:anim calcmode="lin" valueType="num">
                                      <p:cBhvr>
                                        <p:cTn id="108" dur="1000" fill="hold"/>
                                        <p:tgtEl>
                                          <p:spTgt spid="49"/>
                                        </p:tgtEl>
                                        <p:attrNameLst>
                                          <p:attrName>ppt_x</p:attrName>
                                        </p:attrNameLst>
                                      </p:cBhvr>
                                      <p:tavLst>
                                        <p:tav tm="0">
                                          <p:val>
                                            <p:strVal val="#ppt_x"/>
                                          </p:val>
                                        </p:tav>
                                        <p:tav tm="100000">
                                          <p:val>
                                            <p:strVal val="#ppt_x"/>
                                          </p:val>
                                        </p:tav>
                                      </p:tavLst>
                                    </p:anim>
                                    <p:anim calcmode="lin" valueType="num">
                                      <p:cBhvr>
                                        <p:cTn id="109" dur="1000" fill="hold"/>
                                        <p:tgtEl>
                                          <p:spTgt spid="49"/>
                                        </p:tgtEl>
                                        <p:attrNameLst>
                                          <p:attrName>ppt_y</p:attrName>
                                        </p:attrNameLst>
                                      </p:cBhvr>
                                      <p:tavLst>
                                        <p:tav tm="0">
                                          <p:val>
                                            <p:strVal val="#ppt_y+.1"/>
                                          </p:val>
                                        </p:tav>
                                        <p:tav tm="100000">
                                          <p:val>
                                            <p:strVal val="#ppt_y"/>
                                          </p:val>
                                        </p:tav>
                                      </p:tavLst>
                                    </p:anim>
                                  </p:childTnLst>
                                </p:cTn>
                              </p:par>
                            </p:childTnLst>
                          </p:cTn>
                        </p:par>
                      </p:childTnLst>
                    </p:cTn>
                  </p:par>
                  <p:par>
                    <p:cTn id="110" fill="hold">
                      <p:stCondLst>
                        <p:cond delay="indefinite"/>
                      </p:stCondLst>
                      <p:childTnLst>
                        <p:par>
                          <p:cTn id="111" fill="hold">
                            <p:stCondLst>
                              <p:cond delay="0"/>
                            </p:stCondLst>
                            <p:childTnLst>
                              <p:par>
                                <p:cTn id="112" presetID="42" presetClass="entr" presetSubtype="0" fill="hold" nodeType="clickEffect">
                                  <p:stCondLst>
                                    <p:cond delay="0"/>
                                  </p:stCondLst>
                                  <p:childTnLst>
                                    <p:set>
                                      <p:cBhvr>
                                        <p:cTn id="113" dur="1" fill="hold">
                                          <p:stCondLst>
                                            <p:cond delay="0"/>
                                          </p:stCondLst>
                                        </p:cTn>
                                        <p:tgtEl>
                                          <p:spTgt spid="51"/>
                                        </p:tgtEl>
                                        <p:attrNameLst>
                                          <p:attrName>style.visibility</p:attrName>
                                        </p:attrNameLst>
                                      </p:cBhvr>
                                      <p:to>
                                        <p:strVal val="visible"/>
                                      </p:to>
                                    </p:set>
                                    <p:animEffect transition="in" filter="fade">
                                      <p:cBhvr>
                                        <p:cTn id="114" dur="1000"/>
                                        <p:tgtEl>
                                          <p:spTgt spid="51"/>
                                        </p:tgtEl>
                                      </p:cBhvr>
                                    </p:animEffect>
                                    <p:anim calcmode="lin" valueType="num">
                                      <p:cBhvr>
                                        <p:cTn id="115" dur="1000" fill="hold"/>
                                        <p:tgtEl>
                                          <p:spTgt spid="51"/>
                                        </p:tgtEl>
                                        <p:attrNameLst>
                                          <p:attrName>ppt_x</p:attrName>
                                        </p:attrNameLst>
                                      </p:cBhvr>
                                      <p:tavLst>
                                        <p:tav tm="0">
                                          <p:val>
                                            <p:strVal val="#ppt_x"/>
                                          </p:val>
                                        </p:tav>
                                        <p:tav tm="100000">
                                          <p:val>
                                            <p:strVal val="#ppt_x"/>
                                          </p:val>
                                        </p:tav>
                                      </p:tavLst>
                                    </p:anim>
                                    <p:anim calcmode="lin" valueType="num">
                                      <p:cBhvr>
                                        <p:cTn id="116" dur="1000" fill="hold"/>
                                        <p:tgtEl>
                                          <p:spTgt spid="51"/>
                                        </p:tgtEl>
                                        <p:attrNameLst>
                                          <p:attrName>ppt_y</p:attrName>
                                        </p:attrNameLst>
                                      </p:cBhvr>
                                      <p:tavLst>
                                        <p:tav tm="0">
                                          <p:val>
                                            <p:strVal val="#ppt_y+.1"/>
                                          </p:val>
                                        </p:tav>
                                        <p:tav tm="100000">
                                          <p:val>
                                            <p:strVal val="#ppt_y"/>
                                          </p:val>
                                        </p:tav>
                                      </p:tavLst>
                                    </p:anim>
                                  </p:childTnLst>
                                </p:cTn>
                              </p:par>
                            </p:childTnLst>
                          </p:cTn>
                        </p:par>
                      </p:childTnLst>
                    </p:cTn>
                  </p:par>
                  <p:par>
                    <p:cTn id="117" fill="hold">
                      <p:stCondLst>
                        <p:cond delay="indefinite"/>
                      </p:stCondLst>
                      <p:childTnLst>
                        <p:par>
                          <p:cTn id="118" fill="hold">
                            <p:stCondLst>
                              <p:cond delay="0"/>
                            </p:stCondLst>
                            <p:childTnLst>
                              <p:par>
                                <p:cTn id="119" presetID="2" presetClass="entr" presetSubtype="4" fill="hold" grpId="0" nodeType="clickEffect">
                                  <p:stCondLst>
                                    <p:cond delay="0"/>
                                  </p:stCondLst>
                                  <p:childTnLst>
                                    <p:set>
                                      <p:cBhvr>
                                        <p:cTn id="120" dur="1" fill="hold">
                                          <p:stCondLst>
                                            <p:cond delay="0"/>
                                          </p:stCondLst>
                                        </p:cTn>
                                        <p:tgtEl>
                                          <p:spTgt spid="52"/>
                                        </p:tgtEl>
                                        <p:attrNameLst>
                                          <p:attrName>style.visibility</p:attrName>
                                        </p:attrNameLst>
                                      </p:cBhvr>
                                      <p:to>
                                        <p:strVal val="visible"/>
                                      </p:to>
                                    </p:set>
                                    <p:anim calcmode="lin" valueType="num">
                                      <p:cBhvr additive="base">
                                        <p:cTn id="121" dur="500" fill="hold"/>
                                        <p:tgtEl>
                                          <p:spTgt spid="52"/>
                                        </p:tgtEl>
                                        <p:attrNameLst>
                                          <p:attrName>ppt_x</p:attrName>
                                        </p:attrNameLst>
                                      </p:cBhvr>
                                      <p:tavLst>
                                        <p:tav tm="0">
                                          <p:val>
                                            <p:strVal val="#ppt_x"/>
                                          </p:val>
                                        </p:tav>
                                        <p:tav tm="100000">
                                          <p:val>
                                            <p:strVal val="#ppt_x"/>
                                          </p:val>
                                        </p:tav>
                                      </p:tavLst>
                                    </p:anim>
                                    <p:anim calcmode="lin" valueType="num">
                                      <p:cBhvr additive="base">
                                        <p:cTn id="122" dur="500" fill="hold"/>
                                        <p:tgtEl>
                                          <p:spTgt spid="52"/>
                                        </p:tgtEl>
                                        <p:attrNameLst>
                                          <p:attrName>ppt_y</p:attrName>
                                        </p:attrNameLst>
                                      </p:cBhvr>
                                      <p:tavLst>
                                        <p:tav tm="0">
                                          <p:val>
                                            <p:strVal val="1+#ppt_h/2"/>
                                          </p:val>
                                        </p:tav>
                                        <p:tav tm="100000">
                                          <p:val>
                                            <p:strVal val="#ppt_y"/>
                                          </p:val>
                                        </p:tav>
                                      </p:tavLst>
                                    </p:anim>
                                  </p:childTnLst>
                                </p:cTn>
                              </p:par>
                            </p:childTnLst>
                          </p:cTn>
                        </p:par>
                      </p:childTnLst>
                    </p:cTn>
                  </p:par>
                  <p:par>
                    <p:cTn id="123" fill="hold">
                      <p:stCondLst>
                        <p:cond delay="indefinite"/>
                      </p:stCondLst>
                      <p:childTnLst>
                        <p:par>
                          <p:cTn id="124" fill="hold">
                            <p:stCondLst>
                              <p:cond delay="0"/>
                            </p:stCondLst>
                            <p:childTnLst>
                              <p:par>
                                <p:cTn id="125" presetID="2" presetClass="entr" presetSubtype="4" fill="hold" grpId="0" nodeType="clickEffect">
                                  <p:stCondLst>
                                    <p:cond delay="0"/>
                                  </p:stCondLst>
                                  <p:childTnLst>
                                    <p:set>
                                      <p:cBhvr>
                                        <p:cTn id="126" dur="1" fill="hold">
                                          <p:stCondLst>
                                            <p:cond delay="0"/>
                                          </p:stCondLst>
                                        </p:cTn>
                                        <p:tgtEl>
                                          <p:spTgt spid="53"/>
                                        </p:tgtEl>
                                        <p:attrNameLst>
                                          <p:attrName>style.visibility</p:attrName>
                                        </p:attrNameLst>
                                      </p:cBhvr>
                                      <p:to>
                                        <p:strVal val="visible"/>
                                      </p:to>
                                    </p:set>
                                    <p:anim calcmode="lin" valueType="num">
                                      <p:cBhvr additive="base">
                                        <p:cTn id="127" dur="500" fill="hold"/>
                                        <p:tgtEl>
                                          <p:spTgt spid="53"/>
                                        </p:tgtEl>
                                        <p:attrNameLst>
                                          <p:attrName>ppt_x</p:attrName>
                                        </p:attrNameLst>
                                      </p:cBhvr>
                                      <p:tavLst>
                                        <p:tav tm="0">
                                          <p:val>
                                            <p:strVal val="#ppt_x"/>
                                          </p:val>
                                        </p:tav>
                                        <p:tav tm="100000">
                                          <p:val>
                                            <p:strVal val="#ppt_x"/>
                                          </p:val>
                                        </p:tav>
                                      </p:tavLst>
                                    </p:anim>
                                    <p:anim calcmode="lin" valueType="num">
                                      <p:cBhvr additive="base">
                                        <p:cTn id="128" dur="500" fill="hold"/>
                                        <p:tgtEl>
                                          <p:spTgt spid="5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33" grpId="0"/>
      <p:bldP spid="34" grpId="0"/>
      <p:bldP spid="35" grpId="0"/>
      <p:bldP spid="37" grpId="0"/>
      <p:bldP spid="42" grpId="0"/>
      <p:bldP spid="44" grpId="0"/>
      <p:bldP spid="52" grpId="0"/>
      <p:bldP spid="53" grpId="0"/>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901504C0-7F0F-EB70-14EB-F5018A5FC50C}"/>
              </a:ext>
            </a:extLst>
          </p:cNvPr>
          <p:cNvSpPr txBox="1"/>
          <p:nvPr/>
        </p:nvSpPr>
        <p:spPr>
          <a:xfrm>
            <a:off x="200267" y="179240"/>
            <a:ext cx="8303653" cy="369332"/>
          </a:xfrm>
          <a:prstGeom prst="rect">
            <a:avLst/>
          </a:prstGeom>
          <a:noFill/>
        </p:spPr>
        <p:txBody>
          <a:bodyPr wrap="square" rtlCol="0">
            <a:spAutoFit/>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kumimoji="0" lang="en-US" altLang="ko-KR" b="1" i="0" u="none" strike="noStrike" kern="0" cap="none" spc="0" normalizeH="0" baseline="0" noProof="0">
                <a:ln>
                  <a:noFill/>
                </a:ln>
                <a:solidFill>
                  <a:srgbClr val="FF0000"/>
                </a:solidFill>
                <a:effectLst/>
                <a:uLnTx/>
                <a:uFillTx/>
                <a:latin typeface="Arial" panose="020B0604020202020204" pitchFamily="34" charset="0"/>
                <a:cs typeface="Arial" panose="020B0604020202020204" pitchFamily="34" charset="0"/>
              </a:rPr>
              <a:t>5.2.3. Nhiễu xạ của sóng phẳng</a:t>
            </a:r>
            <a:r>
              <a:rPr kumimoji="0" lang="en-US" altLang="ko-KR" b="1" i="0" u="none" strike="noStrike" kern="0" cap="none" spc="0" normalizeH="0" noProof="0">
                <a:ln>
                  <a:noFill/>
                </a:ln>
                <a:solidFill>
                  <a:srgbClr val="FF0000"/>
                </a:solidFill>
                <a:effectLst/>
                <a:uLnTx/>
                <a:uFillTx/>
                <a:latin typeface="Arial" panose="020B0604020202020204" pitchFamily="34" charset="0"/>
                <a:cs typeface="Arial" panose="020B0604020202020204" pitchFamily="34" charset="0"/>
              </a:rPr>
              <a:t> qua </a:t>
            </a:r>
            <a:r>
              <a:rPr lang="en-US" altLang="ko-KR" b="1" kern="0">
                <a:solidFill>
                  <a:srgbClr val="FF0000"/>
                </a:solidFill>
                <a:latin typeface="Arial" panose="020B0604020202020204" pitchFamily="34" charset="0"/>
                <a:cs typeface="Arial" panose="020B0604020202020204" pitchFamily="34" charset="0"/>
              </a:rPr>
              <a:t>nhiều</a:t>
            </a:r>
            <a:r>
              <a:rPr kumimoji="0" lang="en-US" altLang="ko-KR" b="1" i="0" u="none" strike="noStrike" kern="0" cap="none" spc="0" normalizeH="0" noProof="0">
                <a:ln>
                  <a:noFill/>
                </a:ln>
                <a:solidFill>
                  <a:srgbClr val="FF0000"/>
                </a:solidFill>
                <a:effectLst/>
                <a:uLnTx/>
                <a:uFillTx/>
                <a:latin typeface="Arial" panose="020B0604020202020204" pitchFamily="34" charset="0"/>
                <a:cs typeface="Arial" panose="020B0604020202020204" pitchFamily="34" charset="0"/>
              </a:rPr>
              <a:t> khe hẹp. Cách tử</a:t>
            </a:r>
            <a:endParaRPr kumimoji="0" lang="en-US" altLang="ko-KR" b="1" i="0" u="none" strike="noStrike" kern="0" cap="none" spc="0" normalizeH="0" baseline="0" noProof="0" dirty="0">
              <a:ln>
                <a:noFill/>
              </a:ln>
              <a:solidFill>
                <a:srgbClr val="FF0000"/>
              </a:solidFill>
              <a:effectLst/>
              <a:uLnTx/>
              <a:uFillTx/>
              <a:latin typeface="Arial" panose="020B0604020202020204" pitchFamily="34" charset="0"/>
              <a:cs typeface="Arial" panose="020B0604020202020204" pitchFamily="34" charset="0"/>
            </a:endParaRPr>
          </a:p>
        </p:txBody>
      </p:sp>
      <p:sp>
        <p:nvSpPr>
          <p:cNvPr id="3" name="TextBox 2">
            <a:extLst>
              <a:ext uri="{FF2B5EF4-FFF2-40B4-BE49-F238E27FC236}">
                <a16:creationId xmlns:a16="http://schemas.microsoft.com/office/drawing/2014/main" id="{3A3EE9D3-97CD-E96F-3E3C-C1291C489897}"/>
              </a:ext>
            </a:extLst>
          </p:cNvPr>
          <p:cNvSpPr txBox="1"/>
          <p:nvPr/>
        </p:nvSpPr>
        <p:spPr>
          <a:xfrm>
            <a:off x="200267" y="548572"/>
            <a:ext cx="6810134" cy="338554"/>
          </a:xfrm>
          <a:prstGeom prst="rect">
            <a:avLst/>
          </a:prstGeom>
          <a:noFill/>
        </p:spPr>
        <p:txBody>
          <a:bodyPr wrap="square" rtlCol="0">
            <a:spAutoFit/>
          </a:bodyPr>
          <a:lstStyle/>
          <a:p>
            <a:pPr algn="just"/>
            <a:r>
              <a:rPr lang="en-US" sz="1600" b="1">
                <a:solidFill>
                  <a:srgbClr val="0070C0"/>
                </a:solidFill>
                <a:latin typeface="Arial" panose="020B0604020202020204" pitchFamily="34" charset="0"/>
                <a:cs typeface="Arial" panose="020B0604020202020204" pitchFamily="34" charset="0"/>
                <a:sym typeface="Wingdings" panose="05000000000000000000" pitchFamily="2" charset="2"/>
              </a:rPr>
              <a:t>a) Nhiễu xạ sóng phẳng qua nhiều khe hẹp</a:t>
            </a:r>
            <a:r>
              <a:rPr lang="en-US" sz="1600" b="1" i="1">
                <a:solidFill>
                  <a:srgbClr val="0070C0"/>
                </a:solidFill>
                <a:latin typeface="Arial" panose="020B0604020202020204" pitchFamily="34" charset="0"/>
                <a:cs typeface="Arial" panose="020B0604020202020204" pitchFamily="34" charset="0"/>
              </a:rPr>
              <a:t>		</a:t>
            </a:r>
          </a:p>
        </p:txBody>
      </p:sp>
      <p:pic>
        <p:nvPicPr>
          <p:cNvPr id="5" name="Picture 4">
            <a:extLst>
              <a:ext uri="{FF2B5EF4-FFF2-40B4-BE49-F238E27FC236}">
                <a16:creationId xmlns:a16="http://schemas.microsoft.com/office/drawing/2014/main" id="{68922D09-60B6-9121-1470-F29DBC4A6FD2}"/>
              </a:ext>
            </a:extLst>
          </p:cNvPr>
          <p:cNvPicPr>
            <a:picLocks noChangeAspect="1"/>
          </p:cNvPicPr>
          <p:nvPr/>
        </p:nvPicPr>
        <p:blipFill>
          <a:blip r:embed="rId2"/>
          <a:stretch>
            <a:fillRect/>
          </a:stretch>
        </p:blipFill>
        <p:spPr>
          <a:xfrm>
            <a:off x="6804656" y="862306"/>
            <a:ext cx="2487022" cy="2526890"/>
          </a:xfrm>
          <a:prstGeom prst="rect">
            <a:avLst/>
          </a:prstGeom>
        </p:spPr>
      </p:pic>
      <p:pic>
        <p:nvPicPr>
          <p:cNvPr id="7" name="Picture 6">
            <a:extLst>
              <a:ext uri="{FF2B5EF4-FFF2-40B4-BE49-F238E27FC236}">
                <a16:creationId xmlns:a16="http://schemas.microsoft.com/office/drawing/2014/main" id="{A0454691-525D-C0B1-6033-7EBC3D4BB44D}"/>
              </a:ext>
            </a:extLst>
          </p:cNvPr>
          <p:cNvPicPr>
            <a:picLocks noChangeAspect="1"/>
          </p:cNvPicPr>
          <p:nvPr/>
        </p:nvPicPr>
        <p:blipFill>
          <a:blip r:embed="rId3"/>
          <a:stretch>
            <a:fillRect/>
          </a:stretch>
        </p:blipFill>
        <p:spPr>
          <a:xfrm>
            <a:off x="9305922" y="-49777"/>
            <a:ext cx="2766817" cy="4839845"/>
          </a:xfrm>
          <a:prstGeom prst="rect">
            <a:avLst/>
          </a:prstGeom>
        </p:spPr>
      </p:pic>
      <p:sp>
        <p:nvSpPr>
          <p:cNvPr id="8" name="TextBox 7">
            <a:extLst>
              <a:ext uri="{FF2B5EF4-FFF2-40B4-BE49-F238E27FC236}">
                <a16:creationId xmlns:a16="http://schemas.microsoft.com/office/drawing/2014/main" id="{9B55EA35-A9F5-AE52-6C6D-70A8620719A5}"/>
              </a:ext>
            </a:extLst>
          </p:cNvPr>
          <p:cNvSpPr txBox="1"/>
          <p:nvPr/>
        </p:nvSpPr>
        <p:spPr>
          <a:xfrm>
            <a:off x="277266" y="917904"/>
            <a:ext cx="6403007" cy="954107"/>
          </a:xfrm>
          <a:prstGeom prst="rect">
            <a:avLst/>
          </a:prstGeom>
          <a:noFill/>
        </p:spPr>
        <p:txBody>
          <a:bodyPr wrap="square">
            <a:spAutoFit/>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prstClr val="black"/>
                </a:solidFill>
                <a:effectLst/>
                <a:uLnTx/>
                <a:uFillTx/>
                <a:latin typeface="Arial" panose="020B0604020202020204" pitchFamily="34" charset="0"/>
                <a:cs typeface="Arial" panose="020B0604020202020204" pitchFamily="34" charset="0"/>
              </a:rPr>
              <a:t>- Xét</a:t>
            </a:r>
            <a:r>
              <a:rPr kumimoji="0" lang="en-US" sz="1400" b="0" i="0" u="none" strike="noStrike" kern="1200" cap="none" spc="0" normalizeH="0" noProof="0">
                <a:ln>
                  <a:noFill/>
                </a:ln>
                <a:solidFill>
                  <a:prstClr val="black"/>
                </a:solidFill>
                <a:effectLst/>
                <a:uLnTx/>
                <a:uFillTx/>
                <a:latin typeface="Arial" panose="020B0604020202020204" pitchFamily="34" charset="0"/>
                <a:cs typeface="Arial" panose="020B0604020202020204" pitchFamily="34" charset="0"/>
              </a:rPr>
              <a:t> một hệ N </a:t>
            </a:r>
            <a:r>
              <a:rPr kumimoji="0" lang="en-US" sz="1400" b="0" i="0" u="none" strike="noStrike" kern="1200" cap="none" spc="0" normalizeH="0" baseline="0" noProof="0">
                <a:ln>
                  <a:noFill/>
                </a:ln>
                <a:solidFill>
                  <a:prstClr val="black"/>
                </a:solidFill>
                <a:effectLst/>
                <a:uLnTx/>
                <a:uFillTx/>
                <a:latin typeface="Arial" panose="020B0604020202020204" pitchFamily="34" charset="0"/>
                <a:cs typeface="Arial" panose="020B0604020202020204" pitchFamily="34" charset="0"/>
              </a:rPr>
              <a:t>khe hẹp</a:t>
            </a:r>
            <a:r>
              <a:rPr kumimoji="0" lang="en-US" sz="1400" b="0" i="0" u="none" strike="noStrike" kern="1200" cap="none" spc="0" normalizeH="0" noProof="0">
                <a:ln>
                  <a:noFill/>
                </a:ln>
                <a:solidFill>
                  <a:prstClr val="black"/>
                </a:solidFill>
                <a:effectLst/>
                <a:uLnTx/>
                <a:uFillTx/>
                <a:latin typeface="Arial" panose="020B0604020202020204" pitchFamily="34" charset="0"/>
                <a:cs typeface="Arial" panose="020B0604020202020204" pitchFamily="34" charset="0"/>
              </a:rPr>
              <a:t> giống nhau, mỗi khe có có bề rộng </a:t>
            </a:r>
            <a:r>
              <a:rPr kumimoji="0" lang="en-US" sz="1400" b="0" i="1" u="none" strike="noStrike" kern="1200" cap="none" spc="0" normalizeH="0" noProof="0">
                <a:ln>
                  <a:noFill/>
                </a:ln>
                <a:solidFill>
                  <a:prstClr val="black"/>
                </a:solidFill>
                <a:effectLst/>
                <a:uLnTx/>
                <a:uFillTx/>
                <a:latin typeface="Arial" panose="020B0604020202020204" pitchFamily="34" charset="0"/>
                <a:cs typeface="Arial" panose="020B0604020202020204" pitchFamily="34" charset="0"/>
              </a:rPr>
              <a:t>b</a:t>
            </a:r>
            <a:r>
              <a:rPr kumimoji="0" lang="en-US" sz="1400" b="0" i="0" u="none" strike="noStrike" kern="1200" cap="none" spc="0" normalizeH="0" baseline="0" noProof="0">
                <a:ln>
                  <a:noFill/>
                </a:ln>
                <a:solidFill>
                  <a:prstClr val="black"/>
                </a:solidFill>
                <a:effectLst/>
                <a:uLnTx/>
                <a:uFillTx/>
                <a:latin typeface="Arial" panose="020B0604020202020204" pitchFamily="34" charset="0"/>
                <a:cs typeface="Arial" panose="020B0604020202020204" pitchFamily="34" charset="0"/>
              </a:rPr>
              <a:t> và</a:t>
            </a:r>
            <a:r>
              <a:rPr kumimoji="0" lang="en-US" sz="1400" b="0" i="0" u="none" strike="noStrike" kern="1200" cap="none" spc="0" normalizeH="0" noProof="0">
                <a:ln>
                  <a:noFill/>
                </a:ln>
                <a:solidFill>
                  <a:prstClr val="black"/>
                </a:solidFill>
                <a:effectLst/>
                <a:uLnTx/>
                <a:uFillTx/>
                <a:latin typeface="Arial" panose="020B0604020202020204" pitchFamily="34" charset="0"/>
                <a:cs typeface="Arial" panose="020B0604020202020204" pitchFamily="34" charset="0"/>
              </a:rPr>
              <a:t> khoảng cách giữa hai khe là </a:t>
            </a:r>
            <a:r>
              <a:rPr kumimoji="0" lang="en-US" sz="1400" b="0" i="1" u="none" strike="noStrike" kern="1200" cap="none" spc="0" normalizeH="0" noProof="0">
                <a:ln>
                  <a:noFill/>
                </a:ln>
                <a:solidFill>
                  <a:prstClr val="black"/>
                </a:solidFill>
                <a:effectLst/>
                <a:uLnTx/>
                <a:uFillTx/>
                <a:latin typeface="Arial" panose="020B0604020202020204" pitchFamily="34" charset="0"/>
                <a:cs typeface="Arial" panose="020B0604020202020204" pitchFamily="34" charset="0"/>
              </a:rPr>
              <a:t>d &gt; b</a:t>
            </a:r>
            <a:r>
              <a:rPr kumimoji="0" lang="en-US" sz="1400" b="0" i="0" u="none" strike="noStrike" kern="1200" cap="none" spc="0" normalizeH="0" noProof="0">
                <a:ln>
                  <a:noFill/>
                </a:ln>
                <a:solidFill>
                  <a:prstClr val="black"/>
                </a:solidFill>
                <a:effectLst/>
                <a:uLnTx/>
                <a:uFillTx/>
                <a:latin typeface="Arial" panose="020B0604020202020204" pitchFamily="34" charset="0"/>
                <a:cs typeface="Arial" panose="020B0604020202020204" pitchFamily="34" charset="0"/>
              </a:rPr>
              <a:t> bố trí </a:t>
            </a:r>
            <a:r>
              <a:rPr kumimoji="0" lang="en-US" sz="1400" b="0" i="0" u="none" strike="noStrike" kern="1200" cap="none" spc="0" normalizeH="0" baseline="0" noProof="0">
                <a:ln>
                  <a:noFill/>
                </a:ln>
                <a:solidFill>
                  <a:prstClr val="black"/>
                </a:solidFill>
                <a:effectLst/>
                <a:uLnTx/>
                <a:uFillTx/>
                <a:latin typeface="Arial" panose="020B0604020202020204" pitchFamily="34" charset="0"/>
                <a:cs typeface="Arial" panose="020B0604020202020204" pitchFamily="34" charset="0"/>
              </a:rPr>
              <a:t>trên màn chắn P. C</a:t>
            </a:r>
            <a:r>
              <a:rPr kumimoji="0" lang="en-US" sz="1400" b="0" i="0" u="none" strike="noStrike" kern="1200" cap="none" spc="0" normalizeH="0" noProof="0">
                <a:ln>
                  <a:noFill/>
                </a:ln>
                <a:solidFill>
                  <a:prstClr val="black"/>
                </a:solidFill>
                <a:effectLst/>
                <a:uLnTx/>
                <a:uFillTx/>
                <a:latin typeface="Arial" panose="020B0604020202020204" pitchFamily="34" charset="0"/>
                <a:cs typeface="Arial" panose="020B0604020202020204" pitchFamily="34" charset="0"/>
              </a:rPr>
              <a:t>hiếu các khe này bởi sóng ánh sáng phẳng bước sóng </a:t>
            </a:r>
            <a:r>
              <a:rPr kumimoji="0" lang="en-US" sz="1400" b="0" i="0" u="none" strike="noStrike" kern="1200" cap="none" spc="0" normalizeH="0" noProof="0">
                <a:ln>
                  <a:noFill/>
                </a:ln>
                <a:solidFill>
                  <a:prstClr val="black"/>
                </a:solidFill>
                <a:effectLst/>
                <a:uLnTx/>
                <a:uFillTx/>
                <a:latin typeface="Arial" panose="020B0604020202020204" pitchFamily="34" charset="0"/>
                <a:cs typeface="Arial" panose="020B0604020202020204" pitchFamily="34" charset="0"/>
                <a:sym typeface="Symbol" panose="05050102010706020507" pitchFamily="18" charset="2"/>
              </a:rPr>
              <a:t></a:t>
            </a:r>
            <a:r>
              <a:rPr kumimoji="0" lang="en-US" sz="1400" b="0" i="0" u="none" strike="noStrike" kern="1200" cap="none" spc="0" normalizeH="0" baseline="0" noProof="0">
                <a:ln>
                  <a:noFill/>
                </a:ln>
                <a:solidFill>
                  <a:prstClr val="black"/>
                </a:solidFill>
                <a:effectLst/>
                <a:uLnTx/>
                <a:uFillTx/>
                <a:latin typeface="Arial" panose="020B0604020202020204" pitchFamily="34" charset="0"/>
                <a:cs typeface="Arial" panose="020B0604020202020204" pitchFamily="34" charset="0"/>
              </a:rPr>
              <a:t>. Giả</a:t>
            </a:r>
            <a:r>
              <a:rPr kumimoji="0" lang="en-US" sz="1400" b="0" i="0" u="none" strike="noStrike" kern="1200" cap="none" spc="0" normalizeH="0" noProof="0">
                <a:ln>
                  <a:noFill/>
                </a:ln>
                <a:solidFill>
                  <a:prstClr val="black"/>
                </a:solidFill>
                <a:effectLst/>
                <a:uLnTx/>
                <a:uFillTx/>
                <a:latin typeface="Arial" panose="020B0604020202020204" pitchFamily="34" charset="0"/>
                <a:cs typeface="Arial" panose="020B0604020202020204" pitchFamily="34" charset="0"/>
              </a:rPr>
              <a:t> sử các tia sáng từ các khe này là các tia kết hợp.</a:t>
            </a:r>
            <a:endParaRPr kumimoji="0" lang="en-US" sz="1400" b="0" i="0" u="none" strike="noStrike" kern="1200" cap="none" spc="0" normalizeH="0" baseline="0" noProof="0">
              <a:ln>
                <a:noFill/>
              </a:ln>
              <a:solidFill>
                <a:prstClr val="black"/>
              </a:solidFill>
              <a:effectLst/>
              <a:uLnTx/>
              <a:uFillTx/>
              <a:latin typeface="Arial" panose="020B0604020202020204" pitchFamily="34" charset="0"/>
              <a:cs typeface="Arial" panose="020B0604020202020204" pitchFamily="34" charset="0"/>
            </a:endParaRPr>
          </a:p>
        </p:txBody>
      </p:sp>
      <p:sp>
        <p:nvSpPr>
          <p:cNvPr id="9" name="TextBox 8">
            <a:extLst>
              <a:ext uri="{FF2B5EF4-FFF2-40B4-BE49-F238E27FC236}">
                <a16:creationId xmlns:a16="http://schemas.microsoft.com/office/drawing/2014/main" id="{594087B2-AA57-826C-3852-1106E5564162}"/>
              </a:ext>
            </a:extLst>
          </p:cNvPr>
          <p:cNvSpPr txBox="1"/>
          <p:nvPr/>
        </p:nvSpPr>
        <p:spPr>
          <a:xfrm>
            <a:off x="277266" y="1872011"/>
            <a:ext cx="6403005" cy="523220"/>
          </a:xfrm>
          <a:prstGeom prst="rect">
            <a:avLst/>
          </a:prstGeom>
          <a:noFill/>
        </p:spPr>
        <p:txBody>
          <a:bodyPr wrap="square">
            <a:spAutoFit/>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prstClr val="black"/>
                </a:solidFill>
                <a:effectLst/>
                <a:uLnTx/>
                <a:uFillTx/>
                <a:latin typeface="Arial" panose="020B0604020202020204" pitchFamily="34" charset="0"/>
                <a:cs typeface="Arial" panose="020B0604020202020204" pitchFamily="34" charset="0"/>
              </a:rPr>
              <a:t>- Khi </a:t>
            </a:r>
            <a:r>
              <a:rPr lang="en-US" sz="1400">
                <a:solidFill>
                  <a:prstClr val="black"/>
                </a:solidFill>
                <a:latin typeface="Arial" panose="020B0604020202020204" pitchFamily="34" charset="0"/>
                <a:cs typeface="Arial" panose="020B0604020202020204" pitchFamily="34" charset="0"/>
              </a:rPr>
              <a:t>đó ngoài hiện tượng nhiễu xạ của mỗi khe còn có hiện tượng giao thoa của các khe.</a:t>
            </a:r>
            <a:endParaRPr kumimoji="0" lang="en-US" sz="1400" b="0" i="0" u="none" strike="noStrike" kern="1200" cap="none" spc="0" normalizeH="0" baseline="0" noProof="0">
              <a:ln>
                <a:noFill/>
              </a:ln>
              <a:solidFill>
                <a:prstClr val="black"/>
              </a:solidFill>
              <a:effectLst/>
              <a:uLnTx/>
              <a:uFillTx/>
              <a:latin typeface="Arial" panose="020B0604020202020204" pitchFamily="34" charset="0"/>
              <a:cs typeface="Arial" panose="020B0604020202020204" pitchFamily="34" charset="0"/>
            </a:endParaRPr>
          </a:p>
        </p:txBody>
      </p:sp>
      <p:sp>
        <p:nvSpPr>
          <p:cNvPr id="10" name="TextBox 9">
            <a:extLst>
              <a:ext uri="{FF2B5EF4-FFF2-40B4-BE49-F238E27FC236}">
                <a16:creationId xmlns:a16="http://schemas.microsoft.com/office/drawing/2014/main" id="{DA47BCE0-EF9C-0DCC-2B2A-2670E743C0A0}"/>
              </a:ext>
            </a:extLst>
          </p:cNvPr>
          <p:cNvSpPr txBox="1"/>
          <p:nvPr/>
        </p:nvSpPr>
        <p:spPr>
          <a:xfrm>
            <a:off x="277266" y="2498026"/>
            <a:ext cx="5062339" cy="307777"/>
          </a:xfrm>
          <a:prstGeom prst="rect">
            <a:avLst/>
          </a:prstGeom>
          <a:noFill/>
        </p:spPr>
        <p:txBody>
          <a:bodyPr wrap="square">
            <a:spAutoFit/>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prstClr val="black"/>
                </a:solidFill>
                <a:effectLst/>
                <a:uLnTx/>
                <a:uFillTx/>
                <a:latin typeface="Arial" panose="020B0604020202020204" pitchFamily="34" charset="0"/>
                <a:cs typeface="Arial" panose="020B0604020202020204" pitchFamily="34" charset="0"/>
              </a:rPr>
              <a:t>- Nếu</a:t>
            </a:r>
            <a:r>
              <a:rPr kumimoji="0" lang="en-US" sz="1400" b="0" i="0" u="none" strike="noStrike" kern="1200" cap="none" spc="0" normalizeH="0" noProof="0">
                <a:ln>
                  <a:noFill/>
                </a:ln>
                <a:solidFill>
                  <a:prstClr val="black"/>
                </a:solidFill>
                <a:effectLst/>
                <a:uLnTx/>
                <a:uFillTx/>
                <a:latin typeface="Arial" panose="020B0604020202020204" pitchFamily="34" charset="0"/>
                <a:cs typeface="Arial" panose="020B0604020202020204" pitchFamily="34" charset="0"/>
              </a:rPr>
              <a:t>:  </a:t>
            </a:r>
            <a:endParaRPr kumimoji="0" lang="en-US" sz="1400" b="0" i="0" u="none" strike="noStrike" kern="1200" cap="none" spc="0" normalizeH="0" baseline="0" noProof="0">
              <a:ln>
                <a:noFill/>
              </a:ln>
              <a:solidFill>
                <a:prstClr val="black"/>
              </a:solidFill>
              <a:effectLst/>
              <a:uLnTx/>
              <a:uFillTx/>
              <a:latin typeface="Arial" panose="020B0604020202020204" pitchFamily="34" charset="0"/>
              <a:cs typeface="Arial" panose="020B0604020202020204" pitchFamily="34" charset="0"/>
            </a:endParaRPr>
          </a:p>
        </p:txBody>
      </p:sp>
      <p:graphicFrame>
        <p:nvGraphicFramePr>
          <p:cNvPr id="11" name="Object 10">
            <a:extLst>
              <a:ext uri="{FF2B5EF4-FFF2-40B4-BE49-F238E27FC236}">
                <a16:creationId xmlns:a16="http://schemas.microsoft.com/office/drawing/2014/main" id="{1CB4AEA9-5F5F-92C1-834E-B06C319A272C}"/>
              </a:ext>
            </a:extLst>
          </p:cNvPr>
          <p:cNvGraphicFramePr>
            <a:graphicFrameLocks noChangeAspect="1"/>
          </p:cNvGraphicFramePr>
          <p:nvPr>
            <p:extLst>
              <p:ext uri="{D42A27DB-BD31-4B8C-83A1-F6EECF244321}">
                <p14:modId xmlns:p14="http://schemas.microsoft.com/office/powerpoint/2010/main" val="2400139086"/>
              </p:ext>
            </p:extLst>
          </p:nvPr>
        </p:nvGraphicFramePr>
        <p:xfrm>
          <a:off x="981955" y="2418415"/>
          <a:ext cx="2766888" cy="481874"/>
        </p:xfrm>
        <a:graphic>
          <a:graphicData uri="http://schemas.openxmlformats.org/presentationml/2006/ole">
            <mc:AlternateContent xmlns:mc="http://schemas.openxmlformats.org/markup-compatibility/2006">
              <mc:Choice xmlns:v="urn:schemas-microsoft-com:vml" Requires="v">
                <p:oleObj name="Equation" r:id="rId4" imgW="2260440" imgH="393480" progId="Equation.DSMT4">
                  <p:embed/>
                </p:oleObj>
              </mc:Choice>
              <mc:Fallback>
                <p:oleObj name="Equation" r:id="rId4" imgW="2260440" imgH="393480" progId="Equation.DSMT4">
                  <p:embed/>
                  <p:pic>
                    <p:nvPicPr>
                      <p:cNvPr id="11" name="Object 10">
                        <a:extLst>
                          <a:ext uri="{FF2B5EF4-FFF2-40B4-BE49-F238E27FC236}">
                            <a16:creationId xmlns:a16="http://schemas.microsoft.com/office/drawing/2014/main" id="{1CB4AEA9-5F5F-92C1-834E-B06C319A272C}"/>
                          </a:ext>
                        </a:extLst>
                      </p:cNvPr>
                      <p:cNvPicPr/>
                      <p:nvPr/>
                    </p:nvPicPr>
                    <p:blipFill>
                      <a:blip r:embed="rId5"/>
                      <a:stretch>
                        <a:fillRect/>
                      </a:stretch>
                    </p:blipFill>
                    <p:spPr>
                      <a:xfrm>
                        <a:off x="981955" y="2418415"/>
                        <a:ext cx="2766888" cy="481874"/>
                      </a:xfrm>
                      <a:prstGeom prst="rect">
                        <a:avLst/>
                      </a:prstGeom>
                      <a:ln w="28575">
                        <a:solidFill>
                          <a:srgbClr val="00B0F0"/>
                        </a:solidFill>
                      </a:ln>
                    </p:spPr>
                  </p:pic>
                </p:oleObj>
              </mc:Fallback>
            </mc:AlternateContent>
          </a:graphicData>
        </a:graphic>
      </p:graphicFrame>
      <p:sp>
        <p:nvSpPr>
          <p:cNvPr id="12" name="TextBox 11">
            <a:extLst>
              <a:ext uri="{FF2B5EF4-FFF2-40B4-BE49-F238E27FC236}">
                <a16:creationId xmlns:a16="http://schemas.microsoft.com/office/drawing/2014/main" id="{E7A864E7-83D9-96F7-9748-7CC0AA2D7199}"/>
              </a:ext>
            </a:extLst>
          </p:cNvPr>
          <p:cNvSpPr txBox="1"/>
          <p:nvPr/>
        </p:nvSpPr>
        <p:spPr>
          <a:xfrm>
            <a:off x="370611" y="3015431"/>
            <a:ext cx="5632043" cy="307777"/>
          </a:xfrm>
          <a:prstGeom prst="rect">
            <a:avLst/>
          </a:prstGeom>
          <a:noFill/>
        </p:spPr>
        <p:txBody>
          <a:bodyPr wrap="square">
            <a:spAutoFit/>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kumimoji="0" lang="en-US" sz="1400" b="1" i="1" u="none" strike="noStrike" kern="1200" cap="none" spc="0" normalizeH="0" baseline="0" noProof="0">
                <a:ln>
                  <a:noFill/>
                </a:ln>
                <a:solidFill>
                  <a:srgbClr val="00B050"/>
                </a:solidFill>
                <a:effectLst/>
                <a:uLnTx/>
                <a:uFillTx/>
                <a:latin typeface="Arial" panose="020B0604020202020204" pitchFamily="34" charset="0"/>
                <a:cs typeface="Arial" panose="020B0604020202020204" pitchFamily="34" charset="0"/>
              </a:rPr>
              <a:t>thì</a:t>
            </a:r>
            <a:r>
              <a:rPr kumimoji="0" lang="en-US" sz="1400" b="1" i="1" u="none" strike="noStrike" kern="1200" cap="none" spc="0" normalizeH="0" noProof="0">
                <a:ln>
                  <a:noFill/>
                </a:ln>
                <a:solidFill>
                  <a:srgbClr val="00B050"/>
                </a:solidFill>
                <a:effectLst/>
                <a:uLnTx/>
                <a:uFillTx/>
                <a:latin typeface="Arial" panose="020B0604020202020204" pitchFamily="34" charset="0"/>
                <a:cs typeface="Arial" panose="020B0604020202020204" pitchFamily="34" charset="0"/>
              </a:rPr>
              <a:t> mọi khe đều cho cực tiểu nhiễu xạ,</a:t>
            </a:r>
            <a:r>
              <a:rPr kumimoji="0" lang="en-US" sz="1400" b="1" i="1" u="none" strike="noStrike" kern="1200" cap="none" spc="0" normalizeH="0" noProof="0">
                <a:ln>
                  <a:noFill/>
                </a:ln>
                <a:solidFill>
                  <a:srgbClr val="FF0000"/>
                </a:solidFill>
                <a:effectLst/>
                <a:uLnTx/>
                <a:uFillTx/>
                <a:latin typeface="Arial" panose="020B0604020202020204" pitchFamily="34" charset="0"/>
                <a:cs typeface="Arial" panose="020B0604020202020204" pitchFamily="34" charset="0"/>
              </a:rPr>
              <a:t> đó là các cực tiểu chính. </a:t>
            </a:r>
            <a:endParaRPr kumimoji="0" lang="en-US" sz="1400" b="1" i="1" u="none" strike="noStrike" kern="1200" cap="none" spc="0" normalizeH="0" baseline="0" noProof="0">
              <a:ln>
                <a:noFill/>
              </a:ln>
              <a:solidFill>
                <a:srgbClr val="FF0000"/>
              </a:solidFill>
              <a:effectLst/>
              <a:uLnTx/>
              <a:uFillTx/>
              <a:latin typeface="Arial" panose="020B0604020202020204" pitchFamily="34" charset="0"/>
              <a:cs typeface="Arial" panose="020B0604020202020204" pitchFamily="34" charset="0"/>
            </a:endParaRPr>
          </a:p>
        </p:txBody>
      </p:sp>
      <p:sp>
        <p:nvSpPr>
          <p:cNvPr id="13" name="TextBox 12">
            <a:extLst>
              <a:ext uri="{FF2B5EF4-FFF2-40B4-BE49-F238E27FC236}">
                <a16:creationId xmlns:a16="http://schemas.microsoft.com/office/drawing/2014/main" id="{5BCAFB88-3A6E-8E97-95F0-E28E97FDE7CA}"/>
              </a:ext>
            </a:extLst>
          </p:cNvPr>
          <p:cNvSpPr txBox="1"/>
          <p:nvPr/>
        </p:nvSpPr>
        <p:spPr>
          <a:xfrm>
            <a:off x="309218" y="3420918"/>
            <a:ext cx="5818734" cy="307777"/>
          </a:xfrm>
          <a:prstGeom prst="rect">
            <a:avLst/>
          </a:prstGeom>
          <a:noFill/>
        </p:spPr>
        <p:txBody>
          <a:bodyPr wrap="square">
            <a:spAutoFit/>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prstClr val="black"/>
                </a:solidFill>
                <a:effectLst/>
                <a:uLnTx/>
                <a:uFillTx/>
                <a:latin typeface="Arial" panose="020B0604020202020204" pitchFamily="34" charset="0"/>
                <a:cs typeface="Arial" panose="020B0604020202020204" pitchFamily="34" charset="0"/>
              </a:rPr>
              <a:t>- Hiệu</a:t>
            </a:r>
            <a:r>
              <a:rPr kumimoji="0" lang="en-US" sz="1400" b="0" i="0" u="none" strike="noStrike" kern="1200" cap="none" spc="0" normalizeH="0" noProof="0">
                <a:ln>
                  <a:noFill/>
                </a:ln>
                <a:solidFill>
                  <a:prstClr val="black"/>
                </a:solidFill>
                <a:effectLst/>
                <a:uLnTx/>
                <a:uFillTx/>
                <a:latin typeface="Arial" panose="020B0604020202020204" pitchFamily="34" charset="0"/>
                <a:cs typeface="Arial" panose="020B0604020202020204" pitchFamily="34" charset="0"/>
              </a:rPr>
              <a:t> quang lộ của hai khe kế tiếp gửi đến điểm M trên màn Q là: </a:t>
            </a:r>
            <a:endParaRPr kumimoji="0" lang="en-US" sz="1400" b="0" i="0" u="none" strike="noStrike" kern="1200" cap="none" spc="0" normalizeH="0" baseline="0" noProof="0">
              <a:ln>
                <a:noFill/>
              </a:ln>
              <a:solidFill>
                <a:prstClr val="black"/>
              </a:solidFill>
              <a:effectLst/>
              <a:uLnTx/>
              <a:uFillTx/>
              <a:latin typeface="Arial" panose="020B0604020202020204" pitchFamily="34" charset="0"/>
              <a:cs typeface="Arial" panose="020B0604020202020204" pitchFamily="34" charset="0"/>
            </a:endParaRPr>
          </a:p>
        </p:txBody>
      </p:sp>
      <p:graphicFrame>
        <p:nvGraphicFramePr>
          <p:cNvPr id="14" name="Object 13">
            <a:extLst>
              <a:ext uri="{FF2B5EF4-FFF2-40B4-BE49-F238E27FC236}">
                <a16:creationId xmlns:a16="http://schemas.microsoft.com/office/drawing/2014/main" id="{AF2DBC37-A089-B266-95A4-44BC0D583674}"/>
              </a:ext>
            </a:extLst>
          </p:cNvPr>
          <p:cNvGraphicFramePr>
            <a:graphicFrameLocks noChangeAspect="1"/>
          </p:cNvGraphicFramePr>
          <p:nvPr>
            <p:extLst>
              <p:ext uri="{D42A27DB-BD31-4B8C-83A1-F6EECF244321}">
                <p14:modId xmlns:p14="http://schemas.microsoft.com/office/powerpoint/2010/main" val="2181152597"/>
              </p:ext>
            </p:extLst>
          </p:nvPr>
        </p:nvGraphicFramePr>
        <p:xfrm>
          <a:off x="5615517" y="3392503"/>
          <a:ext cx="1503394" cy="342545"/>
        </p:xfrm>
        <a:graphic>
          <a:graphicData uri="http://schemas.openxmlformats.org/presentationml/2006/ole">
            <mc:AlternateContent xmlns:mc="http://schemas.openxmlformats.org/markup-compatibility/2006">
              <mc:Choice xmlns:v="urn:schemas-microsoft-com:vml" Requires="v">
                <p:oleObj name="Equation" r:id="rId6" imgW="1002960" imgH="228600" progId="Equation.DSMT4">
                  <p:embed/>
                </p:oleObj>
              </mc:Choice>
              <mc:Fallback>
                <p:oleObj name="Equation" r:id="rId6" imgW="1002960" imgH="228600" progId="Equation.DSMT4">
                  <p:embed/>
                  <p:pic>
                    <p:nvPicPr>
                      <p:cNvPr id="14" name="Object 13">
                        <a:extLst>
                          <a:ext uri="{FF2B5EF4-FFF2-40B4-BE49-F238E27FC236}">
                            <a16:creationId xmlns:a16="http://schemas.microsoft.com/office/drawing/2014/main" id="{AF2DBC37-A089-B266-95A4-44BC0D583674}"/>
                          </a:ext>
                        </a:extLst>
                      </p:cNvPr>
                      <p:cNvPicPr/>
                      <p:nvPr/>
                    </p:nvPicPr>
                    <p:blipFill>
                      <a:blip r:embed="rId7"/>
                      <a:stretch>
                        <a:fillRect/>
                      </a:stretch>
                    </p:blipFill>
                    <p:spPr>
                      <a:xfrm>
                        <a:off x="5615517" y="3392503"/>
                        <a:ext cx="1503394" cy="342545"/>
                      </a:xfrm>
                      <a:prstGeom prst="rect">
                        <a:avLst/>
                      </a:prstGeom>
                    </p:spPr>
                  </p:pic>
                </p:oleObj>
              </mc:Fallback>
            </mc:AlternateContent>
          </a:graphicData>
        </a:graphic>
      </p:graphicFrame>
      <p:sp>
        <p:nvSpPr>
          <p:cNvPr id="15" name="TextBox 14">
            <a:extLst>
              <a:ext uri="{FF2B5EF4-FFF2-40B4-BE49-F238E27FC236}">
                <a16:creationId xmlns:a16="http://schemas.microsoft.com/office/drawing/2014/main" id="{4A13FF4A-9160-D873-4BF6-6357A36B0066}"/>
              </a:ext>
            </a:extLst>
          </p:cNvPr>
          <p:cNvSpPr txBox="1"/>
          <p:nvPr/>
        </p:nvSpPr>
        <p:spPr>
          <a:xfrm>
            <a:off x="310597" y="3868735"/>
            <a:ext cx="797154" cy="307777"/>
          </a:xfrm>
          <a:prstGeom prst="rect">
            <a:avLst/>
          </a:prstGeom>
          <a:noFill/>
        </p:spPr>
        <p:txBody>
          <a:bodyPr wrap="square">
            <a:spAutoFit/>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prstClr val="black"/>
                </a:solidFill>
                <a:effectLst/>
                <a:uLnTx/>
                <a:uFillTx/>
                <a:latin typeface="Arial" panose="020B0604020202020204" pitchFamily="34" charset="0"/>
                <a:cs typeface="Arial" panose="020B0604020202020204" pitchFamily="34" charset="0"/>
              </a:rPr>
              <a:t>- Nếu</a:t>
            </a:r>
          </a:p>
        </p:txBody>
      </p:sp>
      <p:graphicFrame>
        <p:nvGraphicFramePr>
          <p:cNvPr id="16" name="Object 15">
            <a:extLst>
              <a:ext uri="{FF2B5EF4-FFF2-40B4-BE49-F238E27FC236}">
                <a16:creationId xmlns:a16="http://schemas.microsoft.com/office/drawing/2014/main" id="{015B0488-3E17-B63F-C5B9-5E5C8E7F6477}"/>
              </a:ext>
            </a:extLst>
          </p:cNvPr>
          <p:cNvGraphicFramePr>
            <a:graphicFrameLocks noChangeAspect="1"/>
          </p:cNvGraphicFramePr>
          <p:nvPr>
            <p:extLst>
              <p:ext uri="{D42A27DB-BD31-4B8C-83A1-F6EECF244321}">
                <p14:modId xmlns:p14="http://schemas.microsoft.com/office/powerpoint/2010/main" val="3721898389"/>
              </p:ext>
            </p:extLst>
          </p:nvPr>
        </p:nvGraphicFramePr>
        <p:xfrm>
          <a:off x="926102" y="3876939"/>
          <a:ext cx="1772675" cy="306809"/>
        </p:xfrm>
        <a:graphic>
          <a:graphicData uri="http://schemas.openxmlformats.org/presentationml/2006/ole">
            <mc:AlternateContent xmlns:mc="http://schemas.openxmlformats.org/markup-compatibility/2006">
              <mc:Choice xmlns:v="urn:schemas-microsoft-com:vml" Requires="v">
                <p:oleObj name="Equation" r:id="rId8" imgW="1320480" imgH="228600" progId="Equation.DSMT4">
                  <p:embed/>
                </p:oleObj>
              </mc:Choice>
              <mc:Fallback>
                <p:oleObj name="Equation" r:id="rId8" imgW="1320480" imgH="228600" progId="Equation.DSMT4">
                  <p:embed/>
                  <p:pic>
                    <p:nvPicPr>
                      <p:cNvPr id="16" name="Object 15">
                        <a:extLst>
                          <a:ext uri="{FF2B5EF4-FFF2-40B4-BE49-F238E27FC236}">
                            <a16:creationId xmlns:a16="http://schemas.microsoft.com/office/drawing/2014/main" id="{015B0488-3E17-B63F-C5B9-5E5C8E7F6477}"/>
                          </a:ext>
                        </a:extLst>
                      </p:cNvPr>
                      <p:cNvPicPr/>
                      <p:nvPr/>
                    </p:nvPicPr>
                    <p:blipFill>
                      <a:blip r:embed="rId9"/>
                      <a:stretch>
                        <a:fillRect/>
                      </a:stretch>
                    </p:blipFill>
                    <p:spPr>
                      <a:xfrm>
                        <a:off x="926102" y="3876939"/>
                        <a:ext cx="1772675" cy="306809"/>
                      </a:xfrm>
                      <a:prstGeom prst="rect">
                        <a:avLst/>
                      </a:prstGeom>
                    </p:spPr>
                  </p:pic>
                </p:oleObj>
              </mc:Fallback>
            </mc:AlternateContent>
          </a:graphicData>
        </a:graphic>
      </p:graphicFrame>
      <p:sp>
        <p:nvSpPr>
          <p:cNvPr id="19" name="TextBox 18">
            <a:extLst>
              <a:ext uri="{FF2B5EF4-FFF2-40B4-BE49-F238E27FC236}">
                <a16:creationId xmlns:a16="http://schemas.microsoft.com/office/drawing/2014/main" id="{4870FC2F-0BDC-C4A0-BF10-7D16020CDC73}"/>
              </a:ext>
            </a:extLst>
          </p:cNvPr>
          <p:cNvSpPr txBox="1"/>
          <p:nvPr/>
        </p:nvSpPr>
        <p:spPr>
          <a:xfrm>
            <a:off x="2737915" y="3864541"/>
            <a:ext cx="797154" cy="307777"/>
          </a:xfrm>
          <a:prstGeom prst="rect">
            <a:avLst/>
          </a:prstGeom>
          <a:noFill/>
        </p:spPr>
        <p:txBody>
          <a:bodyPr wrap="square">
            <a:spAutoFit/>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prstClr val="black"/>
                </a:solidFill>
                <a:effectLst/>
                <a:uLnTx/>
                <a:uFillTx/>
                <a:latin typeface="Arial" panose="020B0604020202020204" pitchFamily="34" charset="0"/>
                <a:cs typeface="Arial" panose="020B0604020202020204" pitchFamily="34" charset="0"/>
              </a:rPr>
              <a:t>hay</a:t>
            </a:r>
          </a:p>
        </p:txBody>
      </p:sp>
      <p:graphicFrame>
        <p:nvGraphicFramePr>
          <p:cNvPr id="20" name="Object 19">
            <a:extLst>
              <a:ext uri="{FF2B5EF4-FFF2-40B4-BE49-F238E27FC236}">
                <a16:creationId xmlns:a16="http://schemas.microsoft.com/office/drawing/2014/main" id="{22FF942B-6E3B-72CD-E9DD-7EA79DD8CED4}"/>
              </a:ext>
            </a:extLst>
          </p:cNvPr>
          <p:cNvGraphicFramePr>
            <a:graphicFrameLocks noChangeAspect="1"/>
          </p:cNvGraphicFramePr>
          <p:nvPr>
            <p:extLst>
              <p:ext uri="{D42A27DB-BD31-4B8C-83A1-F6EECF244321}">
                <p14:modId xmlns:p14="http://schemas.microsoft.com/office/powerpoint/2010/main" val="2816322591"/>
              </p:ext>
            </p:extLst>
          </p:nvPr>
        </p:nvGraphicFramePr>
        <p:xfrm>
          <a:off x="3235837" y="3766052"/>
          <a:ext cx="2766817" cy="481861"/>
        </p:xfrm>
        <a:graphic>
          <a:graphicData uri="http://schemas.openxmlformats.org/presentationml/2006/ole">
            <mc:AlternateContent xmlns:mc="http://schemas.openxmlformats.org/markup-compatibility/2006">
              <mc:Choice xmlns:v="urn:schemas-microsoft-com:vml" Requires="v">
                <p:oleObj name="Equation" r:id="rId10" imgW="2260440" imgH="393480" progId="Equation.DSMT4">
                  <p:embed/>
                </p:oleObj>
              </mc:Choice>
              <mc:Fallback>
                <p:oleObj name="Equation" r:id="rId10" imgW="2260440" imgH="393480" progId="Equation.DSMT4">
                  <p:embed/>
                  <p:pic>
                    <p:nvPicPr>
                      <p:cNvPr id="20" name="Object 19">
                        <a:extLst>
                          <a:ext uri="{FF2B5EF4-FFF2-40B4-BE49-F238E27FC236}">
                            <a16:creationId xmlns:a16="http://schemas.microsoft.com/office/drawing/2014/main" id="{22FF942B-6E3B-72CD-E9DD-7EA79DD8CED4}"/>
                          </a:ext>
                        </a:extLst>
                      </p:cNvPr>
                      <p:cNvPicPr/>
                      <p:nvPr/>
                    </p:nvPicPr>
                    <p:blipFill>
                      <a:blip r:embed="rId11"/>
                      <a:stretch>
                        <a:fillRect/>
                      </a:stretch>
                    </p:blipFill>
                    <p:spPr>
                      <a:xfrm>
                        <a:off x="3235837" y="3766052"/>
                        <a:ext cx="2766817" cy="481861"/>
                      </a:xfrm>
                      <a:prstGeom prst="rect">
                        <a:avLst/>
                      </a:prstGeom>
                      <a:ln w="28575">
                        <a:solidFill>
                          <a:srgbClr val="FF0000"/>
                        </a:solidFill>
                      </a:ln>
                    </p:spPr>
                  </p:pic>
                </p:oleObj>
              </mc:Fallback>
            </mc:AlternateContent>
          </a:graphicData>
        </a:graphic>
      </p:graphicFrame>
      <p:sp>
        <p:nvSpPr>
          <p:cNvPr id="21" name="TextBox 20">
            <a:extLst>
              <a:ext uri="{FF2B5EF4-FFF2-40B4-BE49-F238E27FC236}">
                <a16:creationId xmlns:a16="http://schemas.microsoft.com/office/drawing/2014/main" id="{51BB6A00-DE82-C589-B354-E322EEF48ECC}"/>
              </a:ext>
            </a:extLst>
          </p:cNvPr>
          <p:cNvSpPr txBox="1"/>
          <p:nvPr/>
        </p:nvSpPr>
        <p:spPr>
          <a:xfrm>
            <a:off x="254406" y="4382982"/>
            <a:ext cx="9369653" cy="307777"/>
          </a:xfrm>
          <a:prstGeom prst="rect">
            <a:avLst/>
          </a:prstGeom>
          <a:noFill/>
        </p:spPr>
        <p:txBody>
          <a:bodyPr wrap="square">
            <a:spAutoFit/>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kumimoji="0" lang="en-US" sz="1400" b="1" i="1" u="none" strike="noStrike" kern="1200" cap="none" spc="0" normalizeH="0" baseline="0" noProof="0">
                <a:ln>
                  <a:noFill/>
                </a:ln>
                <a:solidFill>
                  <a:srgbClr val="00B050"/>
                </a:solidFill>
                <a:effectLst/>
                <a:uLnTx/>
                <a:uFillTx/>
                <a:latin typeface="Arial" panose="020B0604020202020204" pitchFamily="34" charset="0"/>
                <a:cs typeface="Arial" panose="020B0604020202020204" pitchFamily="34" charset="0"/>
              </a:rPr>
              <a:t>thì</a:t>
            </a:r>
            <a:r>
              <a:rPr kumimoji="0" lang="en-US" sz="1400" b="1" i="1" u="none" strike="noStrike" kern="1200" cap="none" spc="0" normalizeH="0" noProof="0">
                <a:ln>
                  <a:noFill/>
                </a:ln>
                <a:solidFill>
                  <a:srgbClr val="00B050"/>
                </a:solidFill>
                <a:effectLst/>
                <a:uLnTx/>
                <a:uFillTx/>
                <a:latin typeface="Arial" panose="020B0604020202020204" pitchFamily="34" charset="0"/>
                <a:cs typeface="Arial" panose="020B0604020202020204" pitchFamily="34" charset="0"/>
              </a:rPr>
              <a:t> mọi khe đều cho cực đại nhiễu xạ và giao thoa của các khe cũng cho cực đại,</a:t>
            </a:r>
            <a:r>
              <a:rPr kumimoji="0" lang="en-US" sz="1400" b="1" i="1" u="none" strike="noStrike" kern="1200" cap="none" spc="0" normalizeH="0" noProof="0">
                <a:ln>
                  <a:noFill/>
                </a:ln>
                <a:solidFill>
                  <a:srgbClr val="FF0000"/>
                </a:solidFill>
                <a:effectLst/>
                <a:uLnTx/>
                <a:uFillTx/>
                <a:latin typeface="Arial" panose="020B0604020202020204" pitchFamily="34" charset="0"/>
                <a:cs typeface="Arial" panose="020B0604020202020204" pitchFamily="34" charset="0"/>
              </a:rPr>
              <a:t> đó là các cực đại chính. </a:t>
            </a:r>
            <a:endParaRPr kumimoji="0" lang="en-US" sz="1400" b="1" i="1" u="none" strike="noStrike" kern="1200" cap="none" spc="0" normalizeH="0" baseline="0" noProof="0">
              <a:ln>
                <a:noFill/>
              </a:ln>
              <a:solidFill>
                <a:srgbClr val="FF0000"/>
              </a:solidFill>
              <a:effectLst/>
              <a:uLnTx/>
              <a:uFillTx/>
              <a:latin typeface="Arial" panose="020B0604020202020204" pitchFamily="34" charset="0"/>
              <a:cs typeface="Arial" panose="020B0604020202020204" pitchFamily="34" charset="0"/>
            </a:endParaRPr>
          </a:p>
        </p:txBody>
      </p:sp>
      <p:sp>
        <p:nvSpPr>
          <p:cNvPr id="22" name="TextBox 21">
            <a:extLst>
              <a:ext uri="{FF2B5EF4-FFF2-40B4-BE49-F238E27FC236}">
                <a16:creationId xmlns:a16="http://schemas.microsoft.com/office/drawing/2014/main" id="{29D72518-164B-81E1-9D9F-2865B0FAD44F}"/>
              </a:ext>
            </a:extLst>
          </p:cNvPr>
          <p:cNvSpPr txBox="1"/>
          <p:nvPr/>
        </p:nvSpPr>
        <p:spPr>
          <a:xfrm>
            <a:off x="286358" y="4781867"/>
            <a:ext cx="11635132" cy="307777"/>
          </a:xfrm>
          <a:prstGeom prst="rect">
            <a:avLst/>
          </a:prstGeom>
          <a:noFill/>
        </p:spPr>
        <p:txBody>
          <a:bodyPr wrap="square" rtlCol="0">
            <a:spAutoFit/>
          </a:bodyPr>
          <a:lstStyle/>
          <a:p>
            <a:pPr algn="just"/>
            <a:r>
              <a:rPr lang="en-US" sz="1400" i="1">
                <a:solidFill>
                  <a:srgbClr val="0070C0"/>
                </a:solidFill>
                <a:latin typeface="Arial" panose="020B0604020202020204" pitchFamily="34" charset="0"/>
                <a:cs typeface="Arial" panose="020B0604020202020204" pitchFamily="34" charset="0"/>
                <a:sym typeface="Wingdings" panose="05000000000000000000" pitchFamily="2" charset="2"/>
              </a:rPr>
              <a:t>Tại điểm F chính giữa màn Q: </a:t>
            </a:r>
            <a:r>
              <a:rPr lang="en-US" sz="1400" b="1" i="1">
                <a:solidFill>
                  <a:srgbClr val="FF0000"/>
                </a:solidFill>
                <a:latin typeface="Arial" panose="020B0604020202020204" pitchFamily="34" charset="0"/>
                <a:cs typeface="Arial" panose="020B0604020202020204" pitchFamily="34" charset="0"/>
                <a:sym typeface="Wingdings" panose="05000000000000000000" pitchFamily="2" charset="2"/>
              </a:rPr>
              <a:t>k = 0</a:t>
            </a:r>
            <a:r>
              <a:rPr lang="en-US" sz="1400" i="1">
                <a:solidFill>
                  <a:srgbClr val="0070C0"/>
                </a:solidFill>
                <a:latin typeface="Arial" panose="020B0604020202020204" pitchFamily="34" charset="0"/>
                <a:cs typeface="Arial" panose="020B0604020202020204" pitchFamily="34" charset="0"/>
                <a:sym typeface="Wingdings" panose="05000000000000000000" pitchFamily="2" charset="2"/>
              </a:rPr>
              <a:t>: </a:t>
            </a:r>
            <a:r>
              <a:rPr lang="en-US" sz="1400" b="1" i="1">
                <a:solidFill>
                  <a:srgbClr val="FF0000"/>
                </a:solidFill>
                <a:latin typeface="Arial" panose="020B0604020202020204" pitchFamily="34" charset="0"/>
                <a:cs typeface="Arial" panose="020B0604020202020204" pitchFamily="34" charset="0"/>
                <a:sym typeface="Wingdings" panose="05000000000000000000" pitchFamily="2" charset="2"/>
              </a:rPr>
              <a:t>sin </a:t>
            </a:r>
            <a:r>
              <a:rPr lang="en-US" sz="1400" b="1" i="1">
                <a:solidFill>
                  <a:srgbClr val="FF0000"/>
                </a:solidFill>
                <a:latin typeface="Arial" panose="020B0604020202020204" pitchFamily="34" charset="0"/>
                <a:cs typeface="Arial" panose="020B0604020202020204" pitchFamily="34" charset="0"/>
                <a:sym typeface="Symbol" panose="05050102010706020507" pitchFamily="18" charset="2"/>
              </a:rPr>
              <a:t> = 0</a:t>
            </a:r>
            <a:r>
              <a:rPr lang="en-US" sz="1400" i="1">
                <a:solidFill>
                  <a:srgbClr val="0070C0"/>
                </a:solidFill>
                <a:latin typeface="Arial" panose="020B0604020202020204" pitchFamily="34" charset="0"/>
                <a:cs typeface="Arial" panose="020B0604020202020204" pitchFamily="34" charset="0"/>
                <a:sym typeface="Symbol" panose="05050102010706020507" pitchFamily="18" charset="2"/>
              </a:rPr>
              <a:t>: </a:t>
            </a:r>
            <a:r>
              <a:rPr lang="en-US" sz="1400" i="1">
                <a:solidFill>
                  <a:srgbClr val="0070C0"/>
                </a:solidFill>
                <a:latin typeface="Arial" panose="020B0604020202020204" pitchFamily="34" charset="0"/>
                <a:cs typeface="Arial" panose="020B0604020202020204" pitchFamily="34" charset="0"/>
                <a:sym typeface="Wingdings" panose="05000000000000000000" pitchFamily="2" charset="2"/>
              </a:rPr>
              <a:t>có cực đại giữa. </a:t>
            </a:r>
            <a:r>
              <a:rPr lang="en-US" sz="1400">
                <a:solidFill>
                  <a:prstClr val="black"/>
                </a:solidFill>
                <a:latin typeface="Arial" panose="020B0604020202020204" pitchFamily="34" charset="0"/>
                <a:cs typeface="Arial" panose="020B0604020202020204" pitchFamily="34" charset="0"/>
              </a:rPr>
              <a:t>Vì </a:t>
            </a:r>
            <a:r>
              <a:rPr lang="en-US" sz="1400" i="1">
                <a:solidFill>
                  <a:prstClr val="black"/>
                </a:solidFill>
                <a:latin typeface="Arial" panose="020B0604020202020204" pitchFamily="34" charset="0"/>
                <a:cs typeface="Arial" panose="020B0604020202020204" pitchFamily="34" charset="0"/>
              </a:rPr>
              <a:t>d &gt; b </a:t>
            </a:r>
            <a:r>
              <a:rPr lang="en-US" sz="1400">
                <a:solidFill>
                  <a:prstClr val="black"/>
                </a:solidFill>
                <a:latin typeface="Arial" panose="020B0604020202020204" pitchFamily="34" charset="0"/>
                <a:cs typeface="Arial" panose="020B0604020202020204" pitchFamily="34" charset="0"/>
              </a:rPr>
              <a:t>nên giữa hai cực tiểu chính có thể có nhiều cực đại chính.</a:t>
            </a:r>
          </a:p>
        </p:txBody>
      </p:sp>
      <p:sp>
        <p:nvSpPr>
          <p:cNvPr id="24" name="TextBox 23">
            <a:extLst>
              <a:ext uri="{FF2B5EF4-FFF2-40B4-BE49-F238E27FC236}">
                <a16:creationId xmlns:a16="http://schemas.microsoft.com/office/drawing/2014/main" id="{1563F06C-2119-91B0-E65F-7FB4D73B0EFE}"/>
              </a:ext>
            </a:extLst>
          </p:cNvPr>
          <p:cNvSpPr txBox="1"/>
          <p:nvPr/>
        </p:nvSpPr>
        <p:spPr>
          <a:xfrm>
            <a:off x="285190" y="5172071"/>
            <a:ext cx="5818734" cy="307777"/>
          </a:xfrm>
          <a:prstGeom prst="rect">
            <a:avLst/>
          </a:prstGeom>
          <a:noFill/>
        </p:spPr>
        <p:txBody>
          <a:bodyPr wrap="square">
            <a:spAutoFit/>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prstClr val="black"/>
                </a:solidFill>
                <a:effectLst/>
                <a:uLnTx/>
                <a:uFillTx/>
                <a:latin typeface="Arial" panose="020B0604020202020204" pitchFamily="34" charset="0"/>
                <a:cs typeface="Arial" panose="020B0604020202020204" pitchFamily="34" charset="0"/>
              </a:rPr>
              <a:t>- Tại</a:t>
            </a:r>
            <a:r>
              <a:rPr kumimoji="0" lang="en-US" sz="1400" b="0" i="0" u="none" strike="noStrike" kern="1200" cap="none" spc="0" normalizeH="0" noProof="0">
                <a:ln>
                  <a:noFill/>
                </a:ln>
                <a:solidFill>
                  <a:prstClr val="black"/>
                </a:solidFill>
                <a:effectLst/>
                <a:uLnTx/>
                <a:uFillTx/>
                <a:latin typeface="Arial" panose="020B0604020202020204" pitchFamily="34" charset="0"/>
                <a:cs typeface="Arial" panose="020B0604020202020204" pitchFamily="34" charset="0"/>
              </a:rPr>
              <a:t> điểm chính giữa của 2 cực đại chính có: </a:t>
            </a:r>
            <a:endParaRPr kumimoji="0" lang="en-US" sz="1400" b="0" i="0" u="none" strike="noStrike" kern="1200" cap="none" spc="0" normalizeH="0" baseline="0" noProof="0">
              <a:ln>
                <a:noFill/>
              </a:ln>
              <a:solidFill>
                <a:prstClr val="black"/>
              </a:solidFill>
              <a:effectLst/>
              <a:uLnTx/>
              <a:uFillTx/>
              <a:latin typeface="Arial" panose="020B0604020202020204" pitchFamily="34" charset="0"/>
              <a:cs typeface="Arial" panose="020B0604020202020204" pitchFamily="34" charset="0"/>
            </a:endParaRPr>
          </a:p>
        </p:txBody>
      </p:sp>
      <p:graphicFrame>
        <p:nvGraphicFramePr>
          <p:cNvPr id="25" name="Object 24">
            <a:extLst>
              <a:ext uri="{FF2B5EF4-FFF2-40B4-BE49-F238E27FC236}">
                <a16:creationId xmlns:a16="http://schemas.microsoft.com/office/drawing/2014/main" id="{65B8FA36-FABC-AF86-9DA1-709728F94257}"/>
              </a:ext>
            </a:extLst>
          </p:cNvPr>
          <p:cNvGraphicFramePr>
            <a:graphicFrameLocks noChangeAspect="1"/>
          </p:cNvGraphicFramePr>
          <p:nvPr>
            <p:extLst>
              <p:ext uri="{D42A27DB-BD31-4B8C-83A1-F6EECF244321}">
                <p14:modId xmlns:p14="http://schemas.microsoft.com/office/powerpoint/2010/main" val="1080656343"/>
              </p:ext>
            </p:extLst>
          </p:nvPr>
        </p:nvGraphicFramePr>
        <p:xfrm>
          <a:off x="4005263" y="5117187"/>
          <a:ext cx="3631490" cy="526057"/>
        </p:xfrm>
        <a:graphic>
          <a:graphicData uri="http://schemas.openxmlformats.org/presentationml/2006/ole">
            <mc:AlternateContent xmlns:mc="http://schemas.openxmlformats.org/markup-compatibility/2006">
              <mc:Choice xmlns:v="urn:schemas-microsoft-com:vml" Requires="v">
                <p:oleObj name="Equation" r:id="rId12" imgW="2717640" imgH="393480" progId="Equation.DSMT4">
                  <p:embed/>
                </p:oleObj>
              </mc:Choice>
              <mc:Fallback>
                <p:oleObj name="Equation" r:id="rId12" imgW="2717640" imgH="393480" progId="Equation.DSMT4">
                  <p:embed/>
                  <p:pic>
                    <p:nvPicPr>
                      <p:cNvPr id="25" name="Object 24">
                        <a:extLst>
                          <a:ext uri="{FF2B5EF4-FFF2-40B4-BE49-F238E27FC236}">
                            <a16:creationId xmlns:a16="http://schemas.microsoft.com/office/drawing/2014/main" id="{65B8FA36-FABC-AF86-9DA1-709728F94257}"/>
                          </a:ext>
                        </a:extLst>
                      </p:cNvPr>
                      <p:cNvPicPr/>
                      <p:nvPr/>
                    </p:nvPicPr>
                    <p:blipFill>
                      <a:blip r:embed="rId13"/>
                      <a:stretch>
                        <a:fillRect/>
                      </a:stretch>
                    </p:blipFill>
                    <p:spPr>
                      <a:xfrm>
                        <a:off x="4005263" y="5117187"/>
                        <a:ext cx="3631490" cy="526057"/>
                      </a:xfrm>
                      <a:prstGeom prst="rect">
                        <a:avLst/>
                      </a:prstGeom>
                      <a:ln w="28575">
                        <a:solidFill>
                          <a:srgbClr val="00B050"/>
                        </a:solidFill>
                      </a:ln>
                    </p:spPr>
                  </p:pic>
                </p:oleObj>
              </mc:Fallback>
            </mc:AlternateContent>
          </a:graphicData>
        </a:graphic>
      </p:graphicFrame>
      <p:sp>
        <p:nvSpPr>
          <p:cNvPr id="26" name="TextBox 25">
            <a:extLst>
              <a:ext uri="{FF2B5EF4-FFF2-40B4-BE49-F238E27FC236}">
                <a16:creationId xmlns:a16="http://schemas.microsoft.com/office/drawing/2014/main" id="{931E0D2B-5D7C-AC87-9697-31859C49306F}"/>
              </a:ext>
            </a:extLst>
          </p:cNvPr>
          <p:cNvSpPr txBox="1"/>
          <p:nvPr/>
        </p:nvSpPr>
        <p:spPr>
          <a:xfrm>
            <a:off x="7693092" y="5191157"/>
            <a:ext cx="4476048" cy="307777"/>
          </a:xfrm>
          <a:prstGeom prst="rect">
            <a:avLst/>
          </a:prstGeom>
          <a:noFill/>
        </p:spPr>
        <p:txBody>
          <a:bodyPr wrap="square">
            <a:spAutoFit/>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lang="en-US" sz="1400">
                <a:solidFill>
                  <a:prstClr val="black"/>
                </a:solidFill>
                <a:latin typeface="Arial" panose="020B0604020202020204" pitchFamily="34" charset="0"/>
                <a:cs typeface="Arial" panose="020B0604020202020204" pitchFamily="34" charset="0"/>
              </a:rPr>
              <a:t>là cực đại hay cực tiểu còn tùy thuộc vào số khe N. </a:t>
            </a:r>
            <a:endParaRPr kumimoji="0" lang="en-US" sz="1400" b="0" i="0" u="none" strike="noStrike" kern="1200" cap="none" spc="0" normalizeH="0" baseline="0" noProof="0">
              <a:ln>
                <a:noFill/>
              </a:ln>
              <a:solidFill>
                <a:prstClr val="black"/>
              </a:solidFill>
              <a:effectLst/>
              <a:uLnTx/>
              <a:uFillTx/>
              <a:latin typeface="Arial" panose="020B0604020202020204" pitchFamily="34" charset="0"/>
              <a:cs typeface="Arial" panose="020B0604020202020204" pitchFamily="34" charset="0"/>
            </a:endParaRPr>
          </a:p>
        </p:txBody>
      </p:sp>
      <p:sp>
        <p:nvSpPr>
          <p:cNvPr id="27" name="TextBox 26">
            <a:extLst>
              <a:ext uri="{FF2B5EF4-FFF2-40B4-BE49-F238E27FC236}">
                <a16:creationId xmlns:a16="http://schemas.microsoft.com/office/drawing/2014/main" id="{8CC63CB7-4E17-3E45-F513-5F4F58FEC269}"/>
              </a:ext>
            </a:extLst>
          </p:cNvPr>
          <p:cNvSpPr txBox="1"/>
          <p:nvPr/>
        </p:nvSpPr>
        <p:spPr>
          <a:xfrm>
            <a:off x="336835" y="5769251"/>
            <a:ext cx="11397010" cy="307777"/>
          </a:xfrm>
          <a:prstGeom prst="rect">
            <a:avLst/>
          </a:prstGeom>
          <a:noFill/>
        </p:spPr>
        <p:txBody>
          <a:bodyPr wrap="square">
            <a:spAutoFit/>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kumimoji="0" lang="en-US" sz="1400" b="1" i="1" u="none" strike="noStrike" kern="1200" cap="none" spc="0" normalizeH="0" baseline="0" noProof="0">
                <a:ln>
                  <a:noFill/>
                </a:ln>
                <a:solidFill>
                  <a:srgbClr val="FF0000"/>
                </a:solidFill>
                <a:effectLst/>
                <a:uLnTx/>
                <a:uFillTx/>
                <a:latin typeface="Arial" panose="020B0604020202020204" pitchFamily="34" charset="0"/>
                <a:cs typeface="Arial" panose="020B0604020202020204" pitchFamily="34" charset="0"/>
              </a:rPr>
              <a:t>Nếu</a:t>
            </a:r>
            <a:r>
              <a:rPr kumimoji="0" lang="en-US" sz="1400" b="1" i="1" u="none" strike="noStrike" kern="1200" cap="none" spc="0" normalizeH="0" noProof="0">
                <a:ln>
                  <a:noFill/>
                </a:ln>
                <a:solidFill>
                  <a:srgbClr val="FF0000"/>
                </a:solidFill>
                <a:effectLst/>
                <a:uLnTx/>
                <a:uFillTx/>
                <a:latin typeface="Arial" panose="020B0604020202020204" pitchFamily="34" charset="0"/>
                <a:cs typeface="Arial" panose="020B0604020202020204" pitchFamily="34" charset="0"/>
              </a:rPr>
              <a:t> N = 2 tại đó có cực tiểu chính, </a:t>
            </a:r>
            <a:r>
              <a:rPr kumimoji="0" lang="en-US" sz="1400" b="1" i="1" u="none" strike="noStrike" kern="1200" cap="none" spc="0" normalizeH="0" noProof="0">
                <a:ln>
                  <a:noFill/>
                </a:ln>
                <a:solidFill>
                  <a:srgbClr val="00B0F0"/>
                </a:solidFill>
                <a:effectLst/>
                <a:uLnTx/>
                <a:uFillTx/>
                <a:latin typeface="Arial" panose="020B0604020202020204" pitchFamily="34" charset="0"/>
                <a:cs typeface="Arial" panose="020B0604020202020204" pitchFamily="34" charset="0"/>
              </a:rPr>
              <a:t>nếu N = 3 tại đó có một cực đại phụ </a:t>
            </a:r>
            <a:r>
              <a:rPr kumimoji="0" lang="en-US" sz="1400" b="1" i="1" u="none" strike="noStrike" kern="1200" cap="none" spc="0" normalizeH="0" noProof="0">
                <a:ln>
                  <a:noFill/>
                </a:ln>
                <a:solidFill>
                  <a:srgbClr val="FF3399"/>
                </a:solidFill>
                <a:effectLst/>
                <a:uLnTx/>
                <a:uFillTx/>
                <a:latin typeface="Arial" panose="020B0604020202020204" pitchFamily="34" charset="0"/>
                <a:cs typeface="Arial" panose="020B0604020202020204" pitchFamily="34" charset="0"/>
              </a:rPr>
              <a:t>vì kém sáng hơn do sóng từ hai khe gửi đến M khử lẫn nhau.</a:t>
            </a:r>
            <a:endParaRPr kumimoji="0" lang="en-US" sz="1400" b="1" i="1" u="none" strike="noStrike" kern="1200" cap="none" spc="0" normalizeH="0" baseline="0" noProof="0">
              <a:ln>
                <a:noFill/>
              </a:ln>
              <a:solidFill>
                <a:srgbClr val="00B0F0"/>
              </a:solidFill>
              <a:effectLst/>
              <a:uLnTx/>
              <a:uFillTx/>
              <a:latin typeface="Arial" panose="020B0604020202020204" pitchFamily="34" charset="0"/>
              <a:cs typeface="Arial" panose="020B0604020202020204" pitchFamily="34" charset="0"/>
            </a:endParaRPr>
          </a:p>
        </p:txBody>
      </p:sp>
      <p:sp>
        <p:nvSpPr>
          <p:cNvPr id="28" name="TextBox 27">
            <a:extLst>
              <a:ext uri="{FF2B5EF4-FFF2-40B4-BE49-F238E27FC236}">
                <a16:creationId xmlns:a16="http://schemas.microsoft.com/office/drawing/2014/main" id="{28CA75DC-1394-4A8E-3912-E01CDA2A9805}"/>
              </a:ext>
            </a:extLst>
          </p:cNvPr>
          <p:cNvSpPr txBox="1"/>
          <p:nvPr/>
        </p:nvSpPr>
        <p:spPr>
          <a:xfrm>
            <a:off x="336835" y="6155784"/>
            <a:ext cx="7361846" cy="307777"/>
          </a:xfrm>
          <a:prstGeom prst="rect">
            <a:avLst/>
          </a:prstGeom>
          <a:noFill/>
        </p:spPr>
        <p:txBody>
          <a:bodyPr wrap="square">
            <a:spAutoFit/>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prstClr val="black"/>
                </a:solidFill>
                <a:effectLst/>
                <a:uLnTx/>
                <a:uFillTx/>
                <a:latin typeface="Arial" panose="020B0604020202020204" pitchFamily="34" charset="0"/>
                <a:cs typeface="Arial" panose="020B0604020202020204" pitchFamily="34" charset="0"/>
              </a:rPr>
              <a:t>Tổng</a:t>
            </a:r>
            <a:r>
              <a:rPr kumimoji="0" lang="en-US" sz="1400" b="0" i="0" u="none" strike="noStrike" kern="1200" cap="none" spc="0" normalizeH="0" noProof="0">
                <a:ln>
                  <a:noFill/>
                </a:ln>
                <a:solidFill>
                  <a:prstClr val="black"/>
                </a:solidFill>
                <a:effectLst/>
                <a:uLnTx/>
                <a:uFillTx/>
                <a:latin typeface="Arial" panose="020B0604020202020204" pitchFamily="34" charset="0"/>
                <a:cs typeface="Arial" panose="020B0604020202020204" pitchFamily="34" charset="0"/>
              </a:rPr>
              <a:t> quát: có N – 1 cực tiểu phụ và N – 2 cực đại phụ giữa hai cực đại chính.</a:t>
            </a:r>
            <a:endParaRPr kumimoji="0" lang="en-US" sz="1400" b="0" i="0" u="none" strike="noStrike" kern="1200" cap="none" spc="0" normalizeH="0" baseline="0" noProof="0">
              <a:ln>
                <a:noFill/>
              </a:ln>
              <a:solidFill>
                <a:prstClr val="black"/>
              </a:solidFill>
              <a:effectLst/>
              <a:uLnTx/>
              <a:uFillTx/>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94906901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ntr" presetSubtype="16"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circle(in)">
                                      <p:cBhvr>
                                        <p:cTn id="7" dur="20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42" presetClass="entr" presetSubtype="0" fill="hold" nodeType="clickEffect">
                                  <p:stCondLst>
                                    <p:cond delay="0"/>
                                  </p:stCondLst>
                                  <p:childTnLst>
                                    <p:set>
                                      <p:cBhvr>
                                        <p:cTn id="11" dur="1" fill="hold">
                                          <p:stCondLst>
                                            <p:cond delay="0"/>
                                          </p:stCondLst>
                                        </p:cTn>
                                        <p:tgtEl>
                                          <p:spTgt spid="3">
                                            <p:txEl>
                                              <p:pRg st="0" end="0"/>
                                            </p:txEl>
                                          </p:spTgt>
                                        </p:tgtEl>
                                        <p:attrNameLst>
                                          <p:attrName>style.visibility</p:attrName>
                                        </p:attrNameLst>
                                      </p:cBhvr>
                                      <p:to>
                                        <p:strVal val="visible"/>
                                      </p:to>
                                    </p:set>
                                    <p:animEffect transition="in" filter="fade">
                                      <p:cBhvr>
                                        <p:cTn id="12" dur="1000"/>
                                        <p:tgtEl>
                                          <p:spTgt spid="3">
                                            <p:txEl>
                                              <p:pRg st="0" end="0"/>
                                            </p:txEl>
                                          </p:spTgt>
                                        </p:tgtEl>
                                      </p:cBhvr>
                                    </p:animEffect>
                                    <p:anim calcmode="lin" valueType="num">
                                      <p:cBhvr>
                                        <p:cTn id="13"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14"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6" presetClass="entr" presetSubtype="16" fill="hold" nodeType="clickEffect">
                                  <p:stCondLst>
                                    <p:cond delay="0"/>
                                  </p:stCondLst>
                                  <p:childTnLst>
                                    <p:set>
                                      <p:cBhvr>
                                        <p:cTn id="18" dur="1" fill="hold">
                                          <p:stCondLst>
                                            <p:cond delay="0"/>
                                          </p:stCondLst>
                                        </p:cTn>
                                        <p:tgtEl>
                                          <p:spTgt spid="5"/>
                                        </p:tgtEl>
                                        <p:attrNameLst>
                                          <p:attrName>style.visibility</p:attrName>
                                        </p:attrNameLst>
                                      </p:cBhvr>
                                      <p:to>
                                        <p:strVal val="visible"/>
                                      </p:to>
                                    </p:set>
                                    <p:animEffect transition="in" filter="circle(in)">
                                      <p:cBhvr>
                                        <p:cTn id="19" dur="2000"/>
                                        <p:tgtEl>
                                          <p:spTgt spid="5"/>
                                        </p:tgtEl>
                                      </p:cBhvr>
                                    </p:animEffect>
                                  </p:childTnLst>
                                </p:cTn>
                              </p:par>
                            </p:childTnLst>
                          </p:cTn>
                        </p:par>
                      </p:childTnLst>
                    </p:cTn>
                  </p:par>
                  <p:par>
                    <p:cTn id="20" fill="hold">
                      <p:stCondLst>
                        <p:cond delay="indefinite"/>
                      </p:stCondLst>
                      <p:childTnLst>
                        <p:par>
                          <p:cTn id="21" fill="hold">
                            <p:stCondLst>
                              <p:cond delay="0"/>
                            </p:stCondLst>
                            <p:childTnLst>
                              <p:par>
                                <p:cTn id="22" presetID="2" presetClass="entr" presetSubtype="4" fill="hold" grpId="0" nodeType="clickEffect">
                                  <p:stCondLst>
                                    <p:cond delay="0"/>
                                  </p:stCondLst>
                                  <p:childTnLst>
                                    <p:set>
                                      <p:cBhvr>
                                        <p:cTn id="23" dur="1" fill="hold">
                                          <p:stCondLst>
                                            <p:cond delay="0"/>
                                          </p:stCondLst>
                                        </p:cTn>
                                        <p:tgtEl>
                                          <p:spTgt spid="8"/>
                                        </p:tgtEl>
                                        <p:attrNameLst>
                                          <p:attrName>style.visibility</p:attrName>
                                        </p:attrNameLst>
                                      </p:cBhvr>
                                      <p:to>
                                        <p:strVal val="visible"/>
                                      </p:to>
                                    </p:set>
                                    <p:anim calcmode="lin" valueType="num">
                                      <p:cBhvr additive="base">
                                        <p:cTn id="24" dur="500" fill="hold"/>
                                        <p:tgtEl>
                                          <p:spTgt spid="8"/>
                                        </p:tgtEl>
                                        <p:attrNameLst>
                                          <p:attrName>ppt_x</p:attrName>
                                        </p:attrNameLst>
                                      </p:cBhvr>
                                      <p:tavLst>
                                        <p:tav tm="0">
                                          <p:val>
                                            <p:strVal val="#ppt_x"/>
                                          </p:val>
                                        </p:tav>
                                        <p:tav tm="100000">
                                          <p:val>
                                            <p:strVal val="#ppt_x"/>
                                          </p:val>
                                        </p:tav>
                                      </p:tavLst>
                                    </p:anim>
                                    <p:anim calcmode="lin" valueType="num">
                                      <p:cBhvr additive="base">
                                        <p:cTn id="25" dur="500" fill="hold"/>
                                        <p:tgtEl>
                                          <p:spTgt spid="8"/>
                                        </p:tgtEl>
                                        <p:attrNameLst>
                                          <p:attrName>ppt_y</p:attrName>
                                        </p:attrNameLst>
                                      </p:cBhvr>
                                      <p:tavLst>
                                        <p:tav tm="0">
                                          <p:val>
                                            <p:strVal val="1+#ppt_h/2"/>
                                          </p:val>
                                        </p:tav>
                                        <p:tav tm="100000">
                                          <p:val>
                                            <p:strVal val="#ppt_y"/>
                                          </p:val>
                                        </p:tav>
                                      </p:tavLst>
                                    </p:anim>
                                  </p:childTnLst>
                                </p:cTn>
                              </p:par>
                            </p:childTnLst>
                          </p:cTn>
                        </p:par>
                      </p:childTnLst>
                    </p:cTn>
                  </p:par>
                  <p:par>
                    <p:cTn id="26" fill="hold">
                      <p:stCondLst>
                        <p:cond delay="indefinite"/>
                      </p:stCondLst>
                      <p:childTnLst>
                        <p:par>
                          <p:cTn id="27" fill="hold">
                            <p:stCondLst>
                              <p:cond delay="0"/>
                            </p:stCondLst>
                            <p:childTnLst>
                              <p:par>
                                <p:cTn id="28" presetID="2" presetClass="entr" presetSubtype="4" fill="hold" grpId="0" nodeType="clickEffect">
                                  <p:stCondLst>
                                    <p:cond delay="0"/>
                                  </p:stCondLst>
                                  <p:childTnLst>
                                    <p:set>
                                      <p:cBhvr>
                                        <p:cTn id="29" dur="1" fill="hold">
                                          <p:stCondLst>
                                            <p:cond delay="0"/>
                                          </p:stCondLst>
                                        </p:cTn>
                                        <p:tgtEl>
                                          <p:spTgt spid="9"/>
                                        </p:tgtEl>
                                        <p:attrNameLst>
                                          <p:attrName>style.visibility</p:attrName>
                                        </p:attrNameLst>
                                      </p:cBhvr>
                                      <p:to>
                                        <p:strVal val="visible"/>
                                      </p:to>
                                    </p:set>
                                    <p:anim calcmode="lin" valueType="num">
                                      <p:cBhvr additive="base">
                                        <p:cTn id="30" dur="500" fill="hold"/>
                                        <p:tgtEl>
                                          <p:spTgt spid="9"/>
                                        </p:tgtEl>
                                        <p:attrNameLst>
                                          <p:attrName>ppt_x</p:attrName>
                                        </p:attrNameLst>
                                      </p:cBhvr>
                                      <p:tavLst>
                                        <p:tav tm="0">
                                          <p:val>
                                            <p:strVal val="#ppt_x"/>
                                          </p:val>
                                        </p:tav>
                                        <p:tav tm="100000">
                                          <p:val>
                                            <p:strVal val="#ppt_x"/>
                                          </p:val>
                                        </p:tav>
                                      </p:tavLst>
                                    </p:anim>
                                    <p:anim calcmode="lin" valueType="num">
                                      <p:cBhvr additive="base">
                                        <p:cTn id="31" dur="500" fill="hold"/>
                                        <p:tgtEl>
                                          <p:spTgt spid="9"/>
                                        </p:tgtEl>
                                        <p:attrNameLst>
                                          <p:attrName>ppt_y</p:attrName>
                                        </p:attrNameLst>
                                      </p:cBhvr>
                                      <p:tavLst>
                                        <p:tav tm="0">
                                          <p:val>
                                            <p:strVal val="1+#ppt_h/2"/>
                                          </p:val>
                                        </p:tav>
                                        <p:tav tm="100000">
                                          <p:val>
                                            <p:strVal val="#ppt_y"/>
                                          </p:val>
                                        </p:tav>
                                      </p:tavLst>
                                    </p:anim>
                                  </p:childTnLst>
                                </p:cTn>
                              </p:par>
                            </p:childTnLst>
                          </p:cTn>
                        </p:par>
                      </p:childTnLst>
                    </p:cTn>
                  </p:par>
                  <p:par>
                    <p:cTn id="32" fill="hold">
                      <p:stCondLst>
                        <p:cond delay="indefinite"/>
                      </p:stCondLst>
                      <p:childTnLst>
                        <p:par>
                          <p:cTn id="33" fill="hold">
                            <p:stCondLst>
                              <p:cond delay="0"/>
                            </p:stCondLst>
                            <p:childTnLst>
                              <p:par>
                                <p:cTn id="34" presetID="2" presetClass="entr" presetSubtype="4" fill="hold" grpId="0" nodeType="clickEffect">
                                  <p:stCondLst>
                                    <p:cond delay="0"/>
                                  </p:stCondLst>
                                  <p:childTnLst>
                                    <p:set>
                                      <p:cBhvr>
                                        <p:cTn id="35" dur="1" fill="hold">
                                          <p:stCondLst>
                                            <p:cond delay="0"/>
                                          </p:stCondLst>
                                        </p:cTn>
                                        <p:tgtEl>
                                          <p:spTgt spid="10"/>
                                        </p:tgtEl>
                                        <p:attrNameLst>
                                          <p:attrName>style.visibility</p:attrName>
                                        </p:attrNameLst>
                                      </p:cBhvr>
                                      <p:to>
                                        <p:strVal val="visible"/>
                                      </p:to>
                                    </p:set>
                                    <p:anim calcmode="lin" valueType="num">
                                      <p:cBhvr additive="base">
                                        <p:cTn id="36" dur="500" fill="hold"/>
                                        <p:tgtEl>
                                          <p:spTgt spid="10"/>
                                        </p:tgtEl>
                                        <p:attrNameLst>
                                          <p:attrName>ppt_x</p:attrName>
                                        </p:attrNameLst>
                                      </p:cBhvr>
                                      <p:tavLst>
                                        <p:tav tm="0">
                                          <p:val>
                                            <p:strVal val="#ppt_x"/>
                                          </p:val>
                                        </p:tav>
                                        <p:tav tm="100000">
                                          <p:val>
                                            <p:strVal val="#ppt_x"/>
                                          </p:val>
                                        </p:tav>
                                      </p:tavLst>
                                    </p:anim>
                                    <p:anim calcmode="lin" valueType="num">
                                      <p:cBhvr additive="base">
                                        <p:cTn id="37" dur="500" fill="hold"/>
                                        <p:tgtEl>
                                          <p:spTgt spid="10"/>
                                        </p:tgtEl>
                                        <p:attrNameLst>
                                          <p:attrName>ppt_y</p:attrName>
                                        </p:attrNameLst>
                                      </p:cBhvr>
                                      <p:tavLst>
                                        <p:tav tm="0">
                                          <p:val>
                                            <p:strVal val="1+#ppt_h/2"/>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42" presetClass="entr" presetSubtype="0" fill="hold" nodeType="clickEffect">
                                  <p:stCondLst>
                                    <p:cond delay="0"/>
                                  </p:stCondLst>
                                  <p:childTnLst>
                                    <p:set>
                                      <p:cBhvr>
                                        <p:cTn id="41" dur="1" fill="hold">
                                          <p:stCondLst>
                                            <p:cond delay="0"/>
                                          </p:stCondLst>
                                        </p:cTn>
                                        <p:tgtEl>
                                          <p:spTgt spid="11"/>
                                        </p:tgtEl>
                                        <p:attrNameLst>
                                          <p:attrName>style.visibility</p:attrName>
                                        </p:attrNameLst>
                                      </p:cBhvr>
                                      <p:to>
                                        <p:strVal val="visible"/>
                                      </p:to>
                                    </p:set>
                                    <p:animEffect transition="in" filter="fade">
                                      <p:cBhvr>
                                        <p:cTn id="42" dur="1000"/>
                                        <p:tgtEl>
                                          <p:spTgt spid="11"/>
                                        </p:tgtEl>
                                      </p:cBhvr>
                                    </p:animEffect>
                                    <p:anim calcmode="lin" valueType="num">
                                      <p:cBhvr>
                                        <p:cTn id="43" dur="1000" fill="hold"/>
                                        <p:tgtEl>
                                          <p:spTgt spid="11"/>
                                        </p:tgtEl>
                                        <p:attrNameLst>
                                          <p:attrName>ppt_x</p:attrName>
                                        </p:attrNameLst>
                                      </p:cBhvr>
                                      <p:tavLst>
                                        <p:tav tm="0">
                                          <p:val>
                                            <p:strVal val="#ppt_x"/>
                                          </p:val>
                                        </p:tav>
                                        <p:tav tm="100000">
                                          <p:val>
                                            <p:strVal val="#ppt_x"/>
                                          </p:val>
                                        </p:tav>
                                      </p:tavLst>
                                    </p:anim>
                                    <p:anim calcmode="lin" valueType="num">
                                      <p:cBhvr>
                                        <p:cTn id="44" dur="1000" fill="hold"/>
                                        <p:tgtEl>
                                          <p:spTgt spid="11"/>
                                        </p:tgtEl>
                                        <p:attrNameLst>
                                          <p:attrName>ppt_y</p:attrName>
                                        </p:attrNameLst>
                                      </p:cBhvr>
                                      <p:tavLst>
                                        <p:tav tm="0">
                                          <p:val>
                                            <p:strVal val="#ppt_y+.1"/>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2" presetClass="entr" presetSubtype="4" fill="hold" grpId="0" nodeType="clickEffect">
                                  <p:stCondLst>
                                    <p:cond delay="0"/>
                                  </p:stCondLst>
                                  <p:childTnLst>
                                    <p:set>
                                      <p:cBhvr>
                                        <p:cTn id="48" dur="1" fill="hold">
                                          <p:stCondLst>
                                            <p:cond delay="0"/>
                                          </p:stCondLst>
                                        </p:cTn>
                                        <p:tgtEl>
                                          <p:spTgt spid="12"/>
                                        </p:tgtEl>
                                        <p:attrNameLst>
                                          <p:attrName>style.visibility</p:attrName>
                                        </p:attrNameLst>
                                      </p:cBhvr>
                                      <p:to>
                                        <p:strVal val="visible"/>
                                      </p:to>
                                    </p:set>
                                    <p:anim calcmode="lin" valueType="num">
                                      <p:cBhvr additive="base">
                                        <p:cTn id="49" dur="500" fill="hold"/>
                                        <p:tgtEl>
                                          <p:spTgt spid="12"/>
                                        </p:tgtEl>
                                        <p:attrNameLst>
                                          <p:attrName>ppt_x</p:attrName>
                                        </p:attrNameLst>
                                      </p:cBhvr>
                                      <p:tavLst>
                                        <p:tav tm="0">
                                          <p:val>
                                            <p:strVal val="#ppt_x"/>
                                          </p:val>
                                        </p:tav>
                                        <p:tav tm="100000">
                                          <p:val>
                                            <p:strVal val="#ppt_x"/>
                                          </p:val>
                                        </p:tav>
                                      </p:tavLst>
                                    </p:anim>
                                    <p:anim calcmode="lin" valueType="num">
                                      <p:cBhvr additive="base">
                                        <p:cTn id="50" dur="500" fill="hold"/>
                                        <p:tgtEl>
                                          <p:spTgt spid="12"/>
                                        </p:tgtEl>
                                        <p:attrNameLst>
                                          <p:attrName>ppt_y</p:attrName>
                                        </p:attrNameLst>
                                      </p:cBhvr>
                                      <p:tavLst>
                                        <p:tav tm="0">
                                          <p:val>
                                            <p:strVal val="1+#ppt_h/2"/>
                                          </p:val>
                                        </p:tav>
                                        <p:tav tm="100000">
                                          <p:val>
                                            <p:strVal val="#ppt_y"/>
                                          </p:val>
                                        </p:tav>
                                      </p:tavLst>
                                    </p:anim>
                                  </p:childTnLst>
                                </p:cTn>
                              </p:par>
                            </p:childTnLst>
                          </p:cTn>
                        </p:par>
                      </p:childTnLst>
                    </p:cTn>
                  </p:par>
                  <p:par>
                    <p:cTn id="51" fill="hold">
                      <p:stCondLst>
                        <p:cond delay="indefinite"/>
                      </p:stCondLst>
                      <p:childTnLst>
                        <p:par>
                          <p:cTn id="52" fill="hold">
                            <p:stCondLst>
                              <p:cond delay="0"/>
                            </p:stCondLst>
                            <p:childTnLst>
                              <p:par>
                                <p:cTn id="53" presetID="2" presetClass="entr" presetSubtype="4" fill="hold" grpId="0" nodeType="clickEffect">
                                  <p:stCondLst>
                                    <p:cond delay="0"/>
                                  </p:stCondLst>
                                  <p:childTnLst>
                                    <p:set>
                                      <p:cBhvr>
                                        <p:cTn id="54" dur="1" fill="hold">
                                          <p:stCondLst>
                                            <p:cond delay="0"/>
                                          </p:stCondLst>
                                        </p:cTn>
                                        <p:tgtEl>
                                          <p:spTgt spid="13"/>
                                        </p:tgtEl>
                                        <p:attrNameLst>
                                          <p:attrName>style.visibility</p:attrName>
                                        </p:attrNameLst>
                                      </p:cBhvr>
                                      <p:to>
                                        <p:strVal val="visible"/>
                                      </p:to>
                                    </p:set>
                                    <p:anim calcmode="lin" valueType="num">
                                      <p:cBhvr additive="base">
                                        <p:cTn id="55" dur="500" fill="hold"/>
                                        <p:tgtEl>
                                          <p:spTgt spid="13"/>
                                        </p:tgtEl>
                                        <p:attrNameLst>
                                          <p:attrName>ppt_x</p:attrName>
                                        </p:attrNameLst>
                                      </p:cBhvr>
                                      <p:tavLst>
                                        <p:tav tm="0">
                                          <p:val>
                                            <p:strVal val="#ppt_x"/>
                                          </p:val>
                                        </p:tav>
                                        <p:tav tm="100000">
                                          <p:val>
                                            <p:strVal val="#ppt_x"/>
                                          </p:val>
                                        </p:tav>
                                      </p:tavLst>
                                    </p:anim>
                                    <p:anim calcmode="lin" valueType="num">
                                      <p:cBhvr additive="base">
                                        <p:cTn id="56" dur="500" fill="hold"/>
                                        <p:tgtEl>
                                          <p:spTgt spid="13"/>
                                        </p:tgtEl>
                                        <p:attrNameLst>
                                          <p:attrName>ppt_y</p:attrName>
                                        </p:attrNameLst>
                                      </p:cBhvr>
                                      <p:tavLst>
                                        <p:tav tm="0">
                                          <p:val>
                                            <p:strVal val="1+#ppt_h/2"/>
                                          </p:val>
                                        </p:tav>
                                        <p:tav tm="100000">
                                          <p:val>
                                            <p:strVal val="#ppt_y"/>
                                          </p:val>
                                        </p:tav>
                                      </p:tavLst>
                                    </p:anim>
                                  </p:childTnLst>
                                </p:cTn>
                              </p:par>
                            </p:childTnLst>
                          </p:cTn>
                        </p:par>
                      </p:childTnLst>
                    </p:cTn>
                  </p:par>
                  <p:par>
                    <p:cTn id="57" fill="hold">
                      <p:stCondLst>
                        <p:cond delay="indefinite"/>
                      </p:stCondLst>
                      <p:childTnLst>
                        <p:par>
                          <p:cTn id="58" fill="hold">
                            <p:stCondLst>
                              <p:cond delay="0"/>
                            </p:stCondLst>
                            <p:childTnLst>
                              <p:par>
                                <p:cTn id="59" presetID="42" presetClass="entr" presetSubtype="0" fill="hold" nodeType="clickEffect">
                                  <p:stCondLst>
                                    <p:cond delay="0"/>
                                  </p:stCondLst>
                                  <p:childTnLst>
                                    <p:set>
                                      <p:cBhvr>
                                        <p:cTn id="60" dur="1" fill="hold">
                                          <p:stCondLst>
                                            <p:cond delay="0"/>
                                          </p:stCondLst>
                                        </p:cTn>
                                        <p:tgtEl>
                                          <p:spTgt spid="14"/>
                                        </p:tgtEl>
                                        <p:attrNameLst>
                                          <p:attrName>style.visibility</p:attrName>
                                        </p:attrNameLst>
                                      </p:cBhvr>
                                      <p:to>
                                        <p:strVal val="visible"/>
                                      </p:to>
                                    </p:set>
                                    <p:animEffect transition="in" filter="fade">
                                      <p:cBhvr>
                                        <p:cTn id="61" dur="1000"/>
                                        <p:tgtEl>
                                          <p:spTgt spid="14"/>
                                        </p:tgtEl>
                                      </p:cBhvr>
                                    </p:animEffect>
                                    <p:anim calcmode="lin" valueType="num">
                                      <p:cBhvr>
                                        <p:cTn id="62" dur="1000" fill="hold"/>
                                        <p:tgtEl>
                                          <p:spTgt spid="14"/>
                                        </p:tgtEl>
                                        <p:attrNameLst>
                                          <p:attrName>ppt_x</p:attrName>
                                        </p:attrNameLst>
                                      </p:cBhvr>
                                      <p:tavLst>
                                        <p:tav tm="0">
                                          <p:val>
                                            <p:strVal val="#ppt_x"/>
                                          </p:val>
                                        </p:tav>
                                        <p:tav tm="100000">
                                          <p:val>
                                            <p:strVal val="#ppt_x"/>
                                          </p:val>
                                        </p:tav>
                                      </p:tavLst>
                                    </p:anim>
                                    <p:anim calcmode="lin" valueType="num">
                                      <p:cBhvr>
                                        <p:cTn id="63" dur="1000" fill="hold"/>
                                        <p:tgtEl>
                                          <p:spTgt spid="14"/>
                                        </p:tgtEl>
                                        <p:attrNameLst>
                                          <p:attrName>ppt_y</p:attrName>
                                        </p:attrNameLst>
                                      </p:cBhvr>
                                      <p:tavLst>
                                        <p:tav tm="0">
                                          <p:val>
                                            <p:strVal val="#ppt_y+.1"/>
                                          </p:val>
                                        </p:tav>
                                        <p:tav tm="100000">
                                          <p:val>
                                            <p:strVal val="#ppt_y"/>
                                          </p:val>
                                        </p:tav>
                                      </p:tavLst>
                                    </p:anim>
                                  </p:childTnLst>
                                </p:cTn>
                              </p:par>
                            </p:childTnLst>
                          </p:cTn>
                        </p:par>
                      </p:childTnLst>
                    </p:cTn>
                  </p:par>
                  <p:par>
                    <p:cTn id="64" fill="hold">
                      <p:stCondLst>
                        <p:cond delay="indefinite"/>
                      </p:stCondLst>
                      <p:childTnLst>
                        <p:par>
                          <p:cTn id="65" fill="hold">
                            <p:stCondLst>
                              <p:cond delay="0"/>
                            </p:stCondLst>
                            <p:childTnLst>
                              <p:par>
                                <p:cTn id="66" presetID="2" presetClass="entr" presetSubtype="4" fill="hold" grpId="0" nodeType="clickEffect">
                                  <p:stCondLst>
                                    <p:cond delay="0"/>
                                  </p:stCondLst>
                                  <p:childTnLst>
                                    <p:set>
                                      <p:cBhvr>
                                        <p:cTn id="67" dur="1" fill="hold">
                                          <p:stCondLst>
                                            <p:cond delay="0"/>
                                          </p:stCondLst>
                                        </p:cTn>
                                        <p:tgtEl>
                                          <p:spTgt spid="15"/>
                                        </p:tgtEl>
                                        <p:attrNameLst>
                                          <p:attrName>style.visibility</p:attrName>
                                        </p:attrNameLst>
                                      </p:cBhvr>
                                      <p:to>
                                        <p:strVal val="visible"/>
                                      </p:to>
                                    </p:set>
                                    <p:anim calcmode="lin" valueType="num">
                                      <p:cBhvr additive="base">
                                        <p:cTn id="68" dur="500" fill="hold"/>
                                        <p:tgtEl>
                                          <p:spTgt spid="15"/>
                                        </p:tgtEl>
                                        <p:attrNameLst>
                                          <p:attrName>ppt_x</p:attrName>
                                        </p:attrNameLst>
                                      </p:cBhvr>
                                      <p:tavLst>
                                        <p:tav tm="0">
                                          <p:val>
                                            <p:strVal val="#ppt_x"/>
                                          </p:val>
                                        </p:tav>
                                        <p:tav tm="100000">
                                          <p:val>
                                            <p:strVal val="#ppt_x"/>
                                          </p:val>
                                        </p:tav>
                                      </p:tavLst>
                                    </p:anim>
                                    <p:anim calcmode="lin" valueType="num">
                                      <p:cBhvr additive="base">
                                        <p:cTn id="69" dur="500" fill="hold"/>
                                        <p:tgtEl>
                                          <p:spTgt spid="15"/>
                                        </p:tgtEl>
                                        <p:attrNameLst>
                                          <p:attrName>ppt_y</p:attrName>
                                        </p:attrNameLst>
                                      </p:cBhvr>
                                      <p:tavLst>
                                        <p:tav tm="0">
                                          <p:val>
                                            <p:strVal val="1+#ppt_h/2"/>
                                          </p:val>
                                        </p:tav>
                                        <p:tav tm="100000">
                                          <p:val>
                                            <p:strVal val="#ppt_y"/>
                                          </p:val>
                                        </p:tav>
                                      </p:tavLst>
                                    </p:anim>
                                  </p:childTnLst>
                                </p:cTn>
                              </p:par>
                            </p:childTnLst>
                          </p:cTn>
                        </p:par>
                      </p:childTnLst>
                    </p:cTn>
                  </p:par>
                  <p:par>
                    <p:cTn id="70" fill="hold">
                      <p:stCondLst>
                        <p:cond delay="indefinite"/>
                      </p:stCondLst>
                      <p:childTnLst>
                        <p:par>
                          <p:cTn id="71" fill="hold">
                            <p:stCondLst>
                              <p:cond delay="0"/>
                            </p:stCondLst>
                            <p:childTnLst>
                              <p:par>
                                <p:cTn id="72" presetID="42" presetClass="entr" presetSubtype="0" fill="hold" nodeType="clickEffect">
                                  <p:stCondLst>
                                    <p:cond delay="0"/>
                                  </p:stCondLst>
                                  <p:childTnLst>
                                    <p:set>
                                      <p:cBhvr>
                                        <p:cTn id="73" dur="1" fill="hold">
                                          <p:stCondLst>
                                            <p:cond delay="0"/>
                                          </p:stCondLst>
                                        </p:cTn>
                                        <p:tgtEl>
                                          <p:spTgt spid="16"/>
                                        </p:tgtEl>
                                        <p:attrNameLst>
                                          <p:attrName>style.visibility</p:attrName>
                                        </p:attrNameLst>
                                      </p:cBhvr>
                                      <p:to>
                                        <p:strVal val="visible"/>
                                      </p:to>
                                    </p:set>
                                    <p:animEffect transition="in" filter="fade">
                                      <p:cBhvr>
                                        <p:cTn id="74" dur="1000"/>
                                        <p:tgtEl>
                                          <p:spTgt spid="16"/>
                                        </p:tgtEl>
                                      </p:cBhvr>
                                    </p:animEffect>
                                    <p:anim calcmode="lin" valueType="num">
                                      <p:cBhvr>
                                        <p:cTn id="75" dur="1000" fill="hold"/>
                                        <p:tgtEl>
                                          <p:spTgt spid="16"/>
                                        </p:tgtEl>
                                        <p:attrNameLst>
                                          <p:attrName>ppt_x</p:attrName>
                                        </p:attrNameLst>
                                      </p:cBhvr>
                                      <p:tavLst>
                                        <p:tav tm="0">
                                          <p:val>
                                            <p:strVal val="#ppt_x"/>
                                          </p:val>
                                        </p:tav>
                                        <p:tav tm="100000">
                                          <p:val>
                                            <p:strVal val="#ppt_x"/>
                                          </p:val>
                                        </p:tav>
                                      </p:tavLst>
                                    </p:anim>
                                    <p:anim calcmode="lin" valueType="num">
                                      <p:cBhvr>
                                        <p:cTn id="76" dur="1000" fill="hold"/>
                                        <p:tgtEl>
                                          <p:spTgt spid="16"/>
                                        </p:tgtEl>
                                        <p:attrNameLst>
                                          <p:attrName>ppt_y</p:attrName>
                                        </p:attrNameLst>
                                      </p:cBhvr>
                                      <p:tavLst>
                                        <p:tav tm="0">
                                          <p:val>
                                            <p:strVal val="#ppt_y+.1"/>
                                          </p:val>
                                        </p:tav>
                                        <p:tav tm="100000">
                                          <p:val>
                                            <p:strVal val="#ppt_y"/>
                                          </p:val>
                                        </p:tav>
                                      </p:tavLst>
                                    </p:anim>
                                  </p:childTnLst>
                                </p:cTn>
                              </p:par>
                            </p:childTnLst>
                          </p:cTn>
                        </p:par>
                      </p:childTnLst>
                    </p:cTn>
                  </p:par>
                  <p:par>
                    <p:cTn id="77" fill="hold">
                      <p:stCondLst>
                        <p:cond delay="indefinite"/>
                      </p:stCondLst>
                      <p:childTnLst>
                        <p:par>
                          <p:cTn id="78" fill="hold">
                            <p:stCondLst>
                              <p:cond delay="0"/>
                            </p:stCondLst>
                            <p:childTnLst>
                              <p:par>
                                <p:cTn id="79" presetID="2" presetClass="entr" presetSubtype="4" fill="hold" grpId="0" nodeType="clickEffect">
                                  <p:stCondLst>
                                    <p:cond delay="0"/>
                                  </p:stCondLst>
                                  <p:childTnLst>
                                    <p:set>
                                      <p:cBhvr>
                                        <p:cTn id="80" dur="1" fill="hold">
                                          <p:stCondLst>
                                            <p:cond delay="0"/>
                                          </p:stCondLst>
                                        </p:cTn>
                                        <p:tgtEl>
                                          <p:spTgt spid="19"/>
                                        </p:tgtEl>
                                        <p:attrNameLst>
                                          <p:attrName>style.visibility</p:attrName>
                                        </p:attrNameLst>
                                      </p:cBhvr>
                                      <p:to>
                                        <p:strVal val="visible"/>
                                      </p:to>
                                    </p:set>
                                    <p:anim calcmode="lin" valueType="num">
                                      <p:cBhvr additive="base">
                                        <p:cTn id="81" dur="500" fill="hold"/>
                                        <p:tgtEl>
                                          <p:spTgt spid="19"/>
                                        </p:tgtEl>
                                        <p:attrNameLst>
                                          <p:attrName>ppt_x</p:attrName>
                                        </p:attrNameLst>
                                      </p:cBhvr>
                                      <p:tavLst>
                                        <p:tav tm="0">
                                          <p:val>
                                            <p:strVal val="#ppt_x"/>
                                          </p:val>
                                        </p:tav>
                                        <p:tav tm="100000">
                                          <p:val>
                                            <p:strVal val="#ppt_x"/>
                                          </p:val>
                                        </p:tav>
                                      </p:tavLst>
                                    </p:anim>
                                    <p:anim calcmode="lin" valueType="num">
                                      <p:cBhvr additive="base">
                                        <p:cTn id="82" dur="500" fill="hold"/>
                                        <p:tgtEl>
                                          <p:spTgt spid="19"/>
                                        </p:tgtEl>
                                        <p:attrNameLst>
                                          <p:attrName>ppt_y</p:attrName>
                                        </p:attrNameLst>
                                      </p:cBhvr>
                                      <p:tavLst>
                                        <p:tav tm="0">
                                          <p:val>
                                            <p:strVal val="1+#ppt_h/2"/>
                                          </p:val>
                                        </p:tav>
                                        <p:tav tm="100000">
                                          <p:val>
                                            <p:strVal val="#ppt_y"/>
                                          </p:val>
                                        </p:tav>
                                      </p:tavLst>
                                    </p:anim>
                                  </p:childTnLst>
                                </p:cTn>
                              </p:par>
                            </p:childTnLst>
                          </p:cTn>
                        </p:par>
                      </p:childTnLst>
                    </p:cTn>
                  </p:par>
                  <p:par>
                    <p:cTn id="83" fill="hold">
                      <p:stCondLst>
                        <p:cond delay="indefinite"/>
                      </p:stCondLst>
                      <p:childTnLst>
                        <p:par>
                          <p:cTn id="84" fill="hold">
                            <p:stCondLst>
                              <p:cond delay="0"/>
                            </p:stCondLst>
                            <p:childTnLst>
                              <p:par>
                                <p:cTn id="85" presetID="42" presetClass="entr" presetSubtype="0" fill="hold" nodeType="clickEffect">
                                  <p:stCondLst>
                                    <p:cond delay="0"/>
                                  </p:stCondLst>
                                  <p:childTnLst>
                                    <p:set>
                                      <p:cBhvr>
                                        <p:cTn id="86" dur="1" fill="hold">
                                          <p:stCondLst>
                                            <p:cond delay="0"/>
                                          </p:stCondLst>
                                        </p:cTn>
                                        <p:tgtEl>
                                          <p:spTgt spid="20"/>
                                        </p:tgtEl>
                                        <p:attrNameLst>
                                          <p:attrName>style.visibility</p:attrName>
                                        </p:attrNameLst>
                                      </p:cBhvr>
                                      <p:to>
                                        <p:strVal val="visible"/>
                                      </p:to>
                                    </p:set>
                                    <p:animEffect transition="in" filter="fade">
                                      <p:cBhvr>
                                        <p:cTn id="87" dur="1000"/>
                                        <p:tgtEl>
                                          <p:spTgt spid="20"/>
                                        </p:tgtEl>
                                      </p:cBhvr>
                                    </p:animEffect>
                                    <p:anim calcmode="lin" valueType="num">
                                      <p:cBhvr>
                                        <p:cTn id="88" dur="1000" fill="hold"/>
                                        <p:tgtEl>
                                          <p:spTgt spid="20"/>
                                        </p:tgtEl>
                                        <p:attrNameLst>
                                          <p:attrName>ppt_x</p:attrName>
                                        </p:attrNameLst>
                                      </p:cBhvr>
                                      <p:tavLst>
                                        <p:tav tm="0">
                                          <p:val>
                                            <p:strVal val="#ppt_x"/>
                                          </p:val>
                                        </p:tav>
                                        <p:tav tm="100000">
                                          <p:val>
                                            <p:strVal val="#ppt_x"/>
                                          </p:val>
                                        </p:tav>
                                      </p:tavLst>
                                    </p:anim>
                                    <p:anim calcmode="lin" valueType="num">
                                      <p:cBhvr>
                                        <p:cTn id="89" dur="1000" fill="hold"/>
                                        <p:tgtEl>
                                          <p:spTgt spid="20"/>
                                        </p:tgtEl>
                                        <p:attrNameLst>
                                          <p:attrName>ppt_y</p:attrName>
                                        </p:attrNameLst>
                                      </p:cBhvr>
                                      <p:tavLst>
                                        <p:tav tm="0">
                                          <p:val>
                                            <p:strVal val="#ppt_y+.1"/>
                                          </p:val>
                                        </p:tav>
                                        <p:tav tm="100000">
                                          <p:val>
                                            <p:strVal val="#ppt_y"/>
                                          </p:val>
                                        </p:tav>
                                      </p:tavLst>
                                    </p:anim>
                                  </p:childTnLst>
                                </p:cTn>
                              </p:par>
                            </p:childTnLst>
                          </p:cTn>
                        </p:par>
                      </p:childTnLst>
                    </p:cTn>
                  </p:par>
                  <p:par>
                    <p:cTn id="90" fill="hold">
                      <p:stCondLst>
                        <p:cond delay="indefinite"/>
                      </p:stCondLst>
                      <p:childTnLst>
                        <p:par>
                          <p:cTn id="91" fill="hold">
                            <p:stCondLst>
                              <p:cond delay="0"/>
                            </p:stCondLst>
                            <p:childTnLst>
                              <p:par>
                                <p:cTn id="92" presetID="2" presetClass="entr" presetSubtype="4" fill="hold" grpId="0" nodeType="clickEffect">
                                  <p:stCondLst>
                                    <p:cond delay="0"/>
                                  </p:stCondLst>
                                  <p:childTnLst>
                                    <p:set>
                                      <p:cBhvr>
                                        <p:cTn id="93" dur="1" fill="hold">
                                          <p:stCondLst>
                                            <p:cond delay="0"/>
                                          </p:stCondLst>
                                        </p:cTn>
                                        <p:tgtEl>
                                          <p:spTgt spid="21"/>
                                        </p:tgtEl>
                                        <p:attrNameLst>
                                          <p:attrName>style.visibility</p:attrName>
                                        </p:attrNameLst>
                                      </p:cBhvr>
                                      <p:to>
                                        <p:strVal val="visible"/>
                                      </p:to>
                                    </p:set>
                                    <p:anim calcmode="lin" valueType="num">
                                      <p:cBhvr additive="base">
                                        <p:cTn id="94" dur="500" fill="hold"/>
                                        <p:tgtEl>
                                          <p:spTgt spid="21"/>
                                        </p:tgtEl>
                                        <p:attrNameLst>
                                          <p:attrName>ppt_x</p:attrName>
                                        </p:attrNameLst>
                                      </p:cBhvr>
                                      <p:tavLst>
                                        <p:tav tm="0">
                                          <p:val>
                                            <p:strVal val="#ppt_x"/>
                                          </p:val>
                                        </p:tav>
                                        <p:tav tm="100000">
                                          <p:val>
                                            <p:strVal val="#ppt_x"/>
                                          </p:val>
                                        </p:tav>
                                      </p:tavLst>
                                    </p:anim>
                                    <p:anim calcmode="lin" valueType="num">
                                      <p:cBhvr additive="base">
                                        <p:cTn id="95" dur="500" fill="hold"/>
                                        <p:tgtEl>
                                          <p:spTgt spid="21"/>
                                        </p:tgtEl>
                                        <p:attrNameLst>
                                          <p:attrName>ppt_y</p:attrName>
                                        </p:attrNameLst>
                                      </p:cBhvr>
                                      <p:tavLst>
                                        <p:tav tm="0">
                                          <p:val>
                                            <p:strVal val="1+#ppt_h/2"/>
                                          </p:val>
                                        </p:tav>
                                        <p:tav tm="100000">
                                          <p:val>
                                            <p:strVal val="#ppt_y"/>
                                          </p:val>
                                        </p:tav>
                                      </p:tavLst>
                                    </p:anim>
                                  </p:childTnLst>
                                </p:cTn>
                              </p:par>
                            </p:childTnLst>
                          </p:cTn>
                        </p:par>
                      </p:childTnLst>
                    </p:cTn>
                  </p:par>
                  <p:par>
                    <p:cTn id="96" fill="hold">
                      <p:stCondLst>
                        <p:cond delay="indefinite"/>
                      </p:stCondLst>
                      <p:childTnLst>
                        <p:par>
                          <p:cTn id="97" fill="hold">
                            <p:stCondLst>
                              <p:cond delay="0"/>
                            </p:stCondLst>
                            <p:childTnLst>
                              <p:par>
                                <p:cTn id="98" presetID="42" presetClass="entr" presetSubtype="0" fill="hold" nodeType="clickEffect">
                                  <p:stCondLst>
                                    <p:cond delay="0"/>
                                  </p:stCondLst>
                                  <p:childTnLst>
                                    <p:set>
                                      <p:cBhvr>
                                        <p:cTn id="99" dur="1" fill="hold">
                                          <p:stCondLst>
                                            <p:cond delay="0"/>
                                          </p:stCondLst>
                                        </p:cTn>
                                        <p:tgtEl>
                                          <p:spTgt spid="22">
                                            <p:txEl>
                                              <p:pRg st="0" end="0"/>
                                            </p:txEl>
                                          </p:spTgt>
                                        </p:tgtEl>
                                        <p:attrNameLst>
                                          <p:attrName>style.visibility</p:attrName>
                                        </p:attrNameLst>
                                      </p:cBhvr>
                                      <p:to>
                                        <p:strVal val="visible"/>
                                      </p:to>
                                    </p:set>
                                    <p:animEffect transition="in" filter="fade">
                                      <p:cBhvr>
                                        <p:cTn id="100" dur="1000"/>
                                        <p:tgtEl>
                                          <p:spTgt spid="22">
                                            <p:txEl>
                                              <p:pRg st="0" end="0"/>
                                            </p:txEl>
                                          </p:spTgt>
                                        </p:tgtEl>
                                      </p:cBhvr>
                                    </p:animEffect>
                                    <p:anim calcmode="lin" valueType="num">
                                      <p:cBhvr>
                                        <p:cTn id="101" dur="1000" fill="hold"/>
                                        <p:tgtEl>
                                          <p:spTgt spid="22">
                                            <p:txEl>
                                              <p:pRg st="0" end="0"/>
                                            </p:txEl>
                                          </p:spTgt>
                                        </p:tgtEl>
                                        <p:attrNameLst>
                                          <p:attrName>ppt_x</p:attrName>
                                        </p:attrNameLst>
                                      </p:cBhvr>
                                      <p:tavLst>
                                        <p:tav tm="0">
                                          <p:val>
                                            <p:strVal val="#ppt_x"/>
                                          </p:val>
                                        </p:tav>
                                        <p:tav tm="100000">
                                          <p:val>
                                            <p:strVal val="#ppt_x"/>
                                          </p:val>
                                        </p:tav>
                                      </p:tavLst>
                                    </p:anim>
                                    <p:anim calcmode="lin" valueType="num">
                                      <p:cBhvr>
                                        <p:cTn id="102" dur="1000" fill="hold"/>
                                        <p:tgtEl>
                                          <p:spTgt spid="22">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3" fill="hold">
                      <p:stCondLst>
                        <p:cond delay="indefinite"/>
                      </p:stCondLst>
                      <p:childTnLst>
                        <p:par>
                          <p:cTn id="104" fill="hold">
                            <p:stCondLst>
                              <p:cond delay="0"/>
                            </p:stCondLst>
                            <p:childTnLst>
                              <p:par>
                                <p:cTn id="105" presetID="2" presetClass="entr" presetSubtype="4" fill="hold" grpId="0" nodeType="clickEffect">
                                  <p:stCondLst>
                                    <p:cond delay="0"/>
                                  </p:stCondLst>
                                  <p:childTnLst>
                                    <p:set>
                                      <p:cBhvr>
                                        <p:cTn id="106" dur="1" fill="hold">
                                          <p:stCondLst>
                                            <p:cond delay="0"/>
                                          </p:stCondLst>
                                        </p:cTn>
                                        <p:tgtEl>
                                          <p:spTgt spid="24"/>
                                        </p:tgtEl>
                                        <p:attrNameLst>
                                          <p:attrName>style.visibility</p:attrName>
                                        </p:attrNameLst>
                                      </p:cBhvr>
                                      <p:to>
                                        <p:strVal val="visible"/>
                                      </p:to>
                                    </p:set>
                                    <p:anim calcmode="lin" valueType="num">
                                      <p:cBhvr additive="base">
                                        <p:cTn id="107" dur="500" fill="hold"/>
                                        <p:tgtEl>
                                          <p:spTgt spid="24"/>
                                        </p:tgtEl>
                                        <p:attrNameLst>
                                          <p:attrName>ppt_x</p:attrName>
                                        </p:attrNameLst>
                                      </p:cBhvr>
                                      <p:tavLst>
                                        <p:tav tm="0">
                                          <p:val>
                                            <p:strVal val="#ppt_x"/>
                                          </p:val>
                                        </p:tav>
                                        <p:tav tm="100000">
                                          <p:val>
                                            <p:strVal val="#ppt_x"/>
                                          </p:val>
                                        </p:tav>
                                      </p:tavLst>
                                    </p:anim>
                                    <p:anim calcmode="lin" valueType="num">
                                      <p:cBhvr additive="base">
                                        <p:cTn id="108" dur="500" fill="hold"/>
                                        <p:tgtEl>
                                          <p:spTgt spid="24"/>
                                        </p:tgtEl>
                                        <p:attrNameLst>
                                          <p:attrName>ppt_y</p:attrName>
                                        </p:attrNameLst>
                                      </p:cBhvr>
                                      <p:tavLst>
                                        <p:tav tm="0">
                                          <p:val>
                                            <p:strVal val="1+#ppt_h/2"/>
                                          </p:val>
                                        </p:tav>
                                        <p:tav tm="100000">
                                          <p:val>
                                            <p:strVal val="#ppt_y"/>
                                          </p:val>
                                        </p:tav>
                                      </p:tavLst>
                                    </p:anim>
                                  </p:childTnLst>
                                </p:cTn>
                              </p:par>
                            </p:childTnLst>
                          </p:cTn>
                        </p:par>
                      </p:childTnLst>
                    </p:cTn>
                  </p:par>
                  <p:par>
                    <p:cTn id="109" fill="hold">
                      <p:stCondLst>
                        <p:cond delay="indefinite"/>
                      </p:stCondLst>
                      <p:childTnLst>
                        <p:par>
                          <p:cTn id="110" fill="hold">
                            <p:stCondLst>
                              <p:cond delay="0"/>
                            </p:stCondLst>
                            <p:childTnLst>
                              <p:par>
                                <p:cTn id="111" presetID="42" presetClass="entr" presetSubtype="0" fill="hold" nodeType="clickEffect">
                                  <p:stCondLst>
                                    <p:cond delay="0"/>
                                  </p:stCondLst>
                                  <p:childTnLst>
                                    <p:set>
                                      <p:cBhvr>
                                        <p:cTn id="112" dur="1" fill="hold">
                                          <p:stCondLst>
                                            <p:cond delay="0"/>
                                          </p:stCondLst>
                                        </p:cTn>
                                        <p:tgtEl>
                                          <p:spTgt spid="25"/>
                                        </p:tgtEl>
                                        <p:attrNameLst>
                                          <p:attrName>style.visibility</p:attrName>
                                        </p:attrNameLst>
                                      </p:cBhvr>
                                      <p:to>
                                        <p:strVal val="visible"/>
                                      </p:to>
                                    </p:set>
                                    <p:animEffect transition="in" filter="fade">
                                      <p:cBhvr>
                                        <p:cTn id="113" dur="1000"/>
                                        <p:tgtEl>
                                          <p:spTgt spid="25"/>
                                        </p:tgtEl>
                                      </p:cBhvr>
                                    </p:animEffect>
                                    <p:anim calcmode="lin" valueType="num">
                                      <p:cBhvr>
                                        <p:cTn id="114" dur="1000" fill="hold"/>
                                        <p:tgtEl>
                                          <p:spTgt spid="25"/>
                                        </p:tgtEl>
                                        <p:attrNameLst>
                                          <p:attrName>ppt_x</p:attrName>
                                        </p:attrNameLst>
                                      </p:cBhvr>
                                      <p:tavLst>
                                        <p:tav tm="0">
                                          <p:val>
                                            <p:strVal val="#ppt_x"/>
                                          </p:val>
                                        </p:tav>
                                        <p:tav tm="100000">
                                          <p:val>
                                            <p:strVal val="#ppt_x"/>
                                          </p:val>
                                        </p:tav>
                                      </p:tavLst>
                                    </p:anim>
                                    <p:anim calcmode="lin" valueType="num">
                                      <p:cBhvr>
                                        <p:cTn id="115" dur="1000" fill="hold"/>
                                        <p:tgtEl>
                                          <p:spTgt spid="25"/>
                                        </p:tgtEl>
                                        <p:attrNameLst>
                                          <p:attrName>ppt_y</p:attrName>
                                        </p:attrNameLst>
                                      </p:cBhvr>
                                      <p:tavLst>
                                        <p:tav tm="0">
                                          <p:val>
                                            <p:strVal val="#ppt_y+.1"/>
                                          </p:val>
                                        </p:tav>
                                        <p:tav tm="100000">
                                          <p:val>
                                            <p:strVal val="#ppt_y"/>
                                          </p:val>
                                        </p:tav>
                                      </p:tavLst>
                                    </p:anim>
                                  </p:childTnLst>
                                </p:cTn>
                              </p:par>
                            </p:childTnLst>
                          </p:cTn>
                        </p:par>
                      </p:childTnLst>
                    </p:cTn>
                  </p:par>
                  <p:par>
                    <p:cTn id="116" fill="hold">
                      <p:stCondLst>
                        <p:cond delay="indefinite"/>
                      </p:stCondLst>
                      <p:childTnLst>
                        <p:par>
                          <p:cTn id="117" fill="hold">
                            <p:stCondLst>
                              <p:cond delay="0"/>
                            </p:stCondLst>
                            <p:childTnLst>
                              <p:par>
                                <p:cTn id="118" presetID="2" presetClass="entr" presetSubtype="4" fill="hold" grpId="0" nodeType="clickEffect">
                                  <p:stCondLst>
                                    <p:cond delay="0"/>
                                  </p:stCondLst>
                                  <p:childTnLst>
                                    <p:set>
                                      <p:cBhvr>
                                        <p:cTn id="119" dur="1" fill="hold">
                                          <p:stCondLst>
                                            <p:cond delay="0"/>
                                          </p:stCondLst>
                                        </p:cTn>
                                        <p:tgtEl>
                                          <p:spTgt spid="26"/>
                                        </p:tgtEl>
                                        <p:attrNameLst>
                                          <p:attrName>style.visibility</p:attrName>
                                        </p:attrNameLst>
                                      </p:cBhvr>
                                      <p:to>
                                        <p:strVal val="visible"/>
                                      </p:to>
                                    </p:set>
                                    <p:anim calcmode="lin" valueType="num">
                                      <p:cBhvr additive="base">
                                        <p:cTn id="120" dur="500" fill="hold"/>
                                        <p:tgtEl>
                                          <p:spTgt spid="26"/>
                                        </p:tgtEl>
                                        <p:attrNameLst>
                                          <p:attrName>ppt_x</p:attrName>
                                        </p:attrNameLst>
                                      </p:cBhvr>
                                      <p:tavLst>
                                        <p:tav tm="0">
                                          <p:val>
                                            <p:strVal val="#ppt_x"/>
                                          </p:val>
                                        </p:tav>
                                        <p:tav tm="100000">
                                          <p:val>
                                            <p:strVal val="#ppt_x"/>
                                          </p:val>
                                        </p:tav>
                                      </p:tavLst>
                                    </p:anim>
                                    <p:anim calcmode="lin" valueType="num">
                                      <p:cBhvr additive="base">
                                        <p:cTn id="121" dur="500" fill="hold"/>
                                        <p:tgtEl>
                                          <p:spTgt spid="26"/>
                                        </p:tgtEl>
                                        <p:attrNameLst>
                                          <p:attrName>ppt_y</p:attrName>
                                        </p:attrNameLst>
                                      </p:cBhvr>
                                      <p:tavLst>
                                        <p:tav tm="0">
                                          <p:val>
                                            <p:strVal val="1+#ppt_h/2"/>
                                          </p:val>
                                        </p:tav>
                                        <p:tav tm="100000">
                                          <p:val>
                                            <p:strVal val="#ppt_y"/>
                                          </p:val>
                                        </p:tav>
                                      </p:tavLst>
                                    </p:anim>
                                  </p:childTnLst>
                                </p:cTn>
                              </p:par>
                            </p:childTnLst>
                          </p:cTn>
                        </p:par>
                      </p:childTnLst>
                    </p:cTn>
                  </p:par>
                  <p:par>
                    <p:cTn id="122" fill="hold">
                      <p:stCondLst>
                        <p:cond delay="indefinite"/>
                      </p:stCondLst>
                      <p:childTnLst>
                        <p:par>
                          <p:cTn id="123" fill="hold">
                            <p:stCondLst>
                              <p:cond delay="0"/>
                            </p:stCondLst>
                            <p:childTnLst>
                              <p:par>
                                <p:cTn id="124" presetID="2" presetClass="entr" presetSubtype="4" fill="hold" grpId="0" nodeType="clickEffect">
                                  <p:stCondLst>
                                    <p:cond delay="0"/>
                                  </p:stCondLst>
                                  <p:childTnLst>
                                    <p:set>
                                      <p:cBhvr>
                                        <p:cTn id="125" dur="1" fill="hold">
                                          <p:stCondLst>
                                            <p:cond delay="0"/>
                                          </p:stCondLst>
                                        </p:cTn>
                                        <p:tgtEl>
                                          <p:spTgt spid="27"/>
                                        </p:tgtEl>
                                        <p:attrNameLst>
                                          <p:attrName>style.visibility</p:attrName>
                                        </p:attrNameLst>
                                      </p:cBhvr>
                                      <p:to>
                                        <p:strVal val="visible"/>
                                      </p:to>
                                    </p:set>
                                    <p:anim calcmode="lin" valueType="num">
                                      <p:cBhvr additive="base">
                                        <p:cTn id="126" dur="500" fill="hold"/>
                                        <p:tgtEl>
                                          <p:spTgt spid="27"/>
                                        </p:tgtEl>
                                        <p:attrNameLst>
                                          <p:attrName>ppt_x</p:attrName>
                                        </p:attrNameLst>
                                      </p:cBhvr>
                                      <p:tavLst>
                                        <p:tav tm="0">
                                          <p:val>
                                            <p:strVal val="#ppt_x"/>
                                          </p:val>
                                        </p:tav>
                                        <p:tav tm="100000">
                                          <p:val>
                                            <p:strVal val="#ppt_x"/>
                                          </p:val>
                                        </p:tav>
                                      </p:tavLst>
                                    </p:anim>
                                    <p:anim calcmode="lin" valueType="num">
                                      <p:cBhvr additive="base">
                                        <p:cTn id="127" dur="500" fill="hold"/>
                                        <p:tgtEl>
                                          <p:spTgt spid="27"/>
                                        </p:tgtEl>
                                        <p:attrNameLst>
                                          <p:attrName>ppt_y</p:attrName>
                                        </p:attrNameLst>
                                      </p:cBhvr>
                                      <p:tavLst>
                                        <p:tav tm="0">
                                          <p:val>
                                            <p:strVal val="1+#ppt_h/2"/>
                                          </p:val>
                                        </p:tav>
                                        <p:tav tm="100000">
                                          <p:val>
                                            <p:strVal val="#ppt_y"/>
                                          </p:val>
                                        </p:tav>
                                      </p:tavLst>
                                    </p:anim>
                                  </p:childTnLst>
                                </p:cTn>
                              </p:par>
                            </p:childTnLst>
                          </p:cTn>
                        </p:par>
                      </p:childTnLst>
                    </p:cTn>
                  </p:par>
                  <p:par>
                    <p:cTn id="128" fill="hold">
                      <p:stCondLst>
                        <p:cond delay="indefinite"/>
                      </p:stCondLst>
                      <p:childTnLst>
                        <p:par>
                          <p:cTn id="129" fill="hold">
                            <p:stCondLst>
                              <p:cond delay="0"/>
                            </p:stCondLst>
                            <p:childTnLst>
                              <p:par>
                                <p:cTn id="130" presetID="2" presetClass="entr" presetSubtype="4" fill="hold" grpId="0" nodeType="clickEffect">
                                  <p:stCondLst>
                                    <p:cond delay="0"/>
                                  </p:stCondLst>
                                  <p:childTnLst>
                                    <p:set>
                                      <p:cBhvr>
                                        <p:cTn id="131" dur="1" fill="hold">
                                          <p:stCondLst>
                                            <p:cond delay="0"/>
                                          </p:stCondLst>
                                        </p:cTn>
                                        <p:tgtEl>
                                          <p:spTgt spid="28"/>
                                        </p:tgtEl>
                                        <p:attrNameLst>
                                          <p:attrName>style.visibility</p:attrName>
                                        </p:attrNameLst>
                                      </p:cBhvr>
                                      <p:to>
                                        <p:strVal val="visible"/>
                                      </p:to>
                                    </p:set>
                                    <p:anim calcmode="lin" valueType="num">
                                      <p:cBhvr additive="base">
                                        <p:cTn id="132" dur="500" fill="hold"/>
                                        <p:tgtEl>
                                          <p:spTgt spid="28"/>
                                        </p:tgtEl>
                                        <p:attrNameLst>
                                          <p:attrName>ppt_x</p:attrName>
                                        </p:attrNameLst>
                                      </p:cBhvr>
                                      <p:tavLst>
                                        <p:tav tm="0">
                                          <p:val>
                                            <p:strVal val="#ppt_x"/>
                                          </p:val>
                                        </p:tav>
                                        <p:tav tm="100000">
                                          <p:val>
                                            <p:strVal val="#ppt_x"/>
                                          </p:val>
                                        </p:tav>
                                      </p:tavLst>
                                    </p:anim>
                                    <p:anim calcmode="lin" valueType="num">
                                      <p:cBhvr additive="base">
                                        <p:cTn id="133" dur="500" fill="hold"/>
                                        <p:tgtEl>
                                          <p:spTgt spid="28"/>
                                        </p:tgtEl>
                                        <p:attrNameLst>
                                          <p:attrName>ppt_y</p:attrName>
                                        </p:attrNameLst>
                                      </p:cBhvr>
                                      <p:tavLst>
                                        <p:tav tm="0">
                                          <p:val>
                                            <p:strVal val="1+#ppt_h/2"/>
                                          </p:val>
                                        </p:tav>
                                        <p:tav tm="100000">
                                          <p:val>
                                            <p:strVal val="#ppt_y"/>
                                          </p:val>
                                        </p:tav>
                                      </p:tavLst>
                                    </p:anim>
                                  </p:childTnLst>
                                </p:cTn>
                              </p:par>
                            </p:childTnLst>
                          </p:cTn>
                        </p:par>
                      </p:childTnLst>
                    </p:cTn>
                  </p:par>
                  <p:par>
                    <p:cTn id="134" fill="hold">
                      <p:stCondLst>
                        <p:cond delay="indefinite"/>
                      </p:stCondLst>
                      <p:childTnLst>
                        <p:par>
                          <p:cTn id="135" fill="hold">
                            <p:stCondLst>
                              <p:cond delay="0"/>
                            </p:stCondLst>
                            <p:childTnLst>
                              <p:par>
                                <p:cTn id="136" presetID="6" presetClass="entr" presetSubtype="16" fill="hold" nodeType="clickEffect">
                                  <p:stCondLst>
                                    <p:cond delay="0"/>
                                  </p:stCondLst>
                                  <p:childTnLst>
                                    <p:set>
                                      <p:cBhvr>
                                        <p:cTn id="137" dur="1" fill="hold">
                                          <p:stCondLst>
                                            <p:cond delay="0"/>
                                          </p:stCondLst>
                                        </p:cTn>
                                        <p:tgtEl>
                                          <p:spTgt spid="7"/>
                                        </p:tgtEl>
                                        <p:attrNameLst>
                                          <p:attrName>style.visibility</p:attrName>
                                        </p:attrNameLst>
                                      </p:cBhvr>
                                      <p:to>
                                        <p:strVal val="visible"/>
                                      </p:to>
                                    </p:set>
                                    <p:animEffect transition="in" filter="circle(in)">
                                      <p:cBhvr>
                                        <p:cTn id="138" dur="20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8" grpId="0"/>
      <p:bldP spid="9" grpId="0"/>
      <p:bldP spid="10" grpId="0"/>
      <p:bldP spid="12" grpId="0"/>
      <p:bldP spid="13" grpId="0"/>
      <p:bldP spid="15" grpId="0"/>
      <p:bldP spid="19" grpId="0"/>
      <p:bldP spid="21" grpId="0"/>
      <p:bldP spid="24" grpId="0"/>
      <p:bldP spid="26" grpId="0"/>
      <p:bldP spid="27" grpId="0"/>
      <p:bldP spid="28" grpId="0"/>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C8F88AD-7F75-7181-5B27-2A9728C50EE7}"/>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0DD11A6B-B32B-44E4-B616-C15F6D886876}"/>
              </a:ext>
            </a:extLst>
          </p:cNvPr>
          <p:cNvSpPr txBox="1"/>
          <p:nvPr/>
        </p:nvSpPr>
        <p:spPr>
          <a:xfrm>
            <a:off x="279536" y="179240"/>
            <a:ext cx="8303653" cy="369332"/>
          </a:xfrm>
          <a:prstGeom prst="rect">
            <a:avLst/>
          </a:prstGeom>
          <a:noFill/>
        </p:spPr>
        <p:txBody>
          <a:bodyPr wrap="square" rtlCol="0">
            <a:spAutoFit/>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kumimoji="0" lang="en-US" altLang="ko-KR" sz="1800" b="1" i="0" u="none" strike="noStrike" kern="0" cap="none" spc="0" normalizeH="0" baseline="0" noProof="0">
                <a:ln>
                  <a:noFill/>
                </a:ln>
                <a:solidFill>
                  <a:srgbClr val="FF0000"/>
                </a:solidFill>
                <a:effectLst/>
                <a:uLnTx/>
                <a:uFillTx/>
                <a:latin typeface="Arial" panose="020B0604020202020204" pitchFamily="34" charset="0"/>
                <a:ea typeface="맑은 고딕" panose="020B0503020000020004" pitchFamily="34" charset="-127"/>
                <a:cs typeface="Arial" panose="020B0604020202020204" pitchFamily="34" charset="0"/>
              </a:rPr>
              <a:t>5.2.3. Nhiễu xạ của sóng phẳng qua nhiều khe hẹp. Cách tử</a:t>
            </a:r>
            <a:endParaRPr kumimoji="0" lang="en-US" altLang="ko-KR" sz="1800" b="1" i="0" u="none" strike="noStrike" kern="0" cap="none" spc="0" normalizeH="0" baseline="0" noProof="0" dirty="0">
              <a:ln>
                <a:noFill/>
              </a:ln>
              <a:solidFill>
                <a:srgbClr val="FF0000"/>
              </a:solidFill>
              <a:effectLst/>
              <a:uLnTx/>
              <a:uFillTx/>
              <a:latin typeface="Arial" panose="020B0604020202020204" pitchFamily="34" charset="0"/>
              <a:ea typeface="맑은 고딕" panose="020B0503020000020004" pitchFamily="34" charset="-127"/>
              <a:cs typeface="Arial" panose="020B0604020202020204" pitchFamily="34" charset="0"/>
            </a:endParaRPr>
          </a:p>
        </p:txBody>
      </p:sp>
      <p:sp>
        <p:nvSpPr>
          <p:cNvPr id="3" name="TextBox 2">
            <a:extLst>
              <a:ext uri="{FF2B5EF4-FFF2-40B4-BE49-F238E27FC236}">
                <a16:creationId xmlns:a16="http://schemas.microsoft.com/office/drawing/2014/main" id="{58BB4EAF-F1F1-5319-5E09-4A278A46B754}"/>
              </a:ext>
            </a:extLst>
          </p:cNvPr>
          <p:cNvSpPr txBox="1"/>
          <p:nvPr/>
        </p:nvSpPr>
        <p:spPr>
          <a:xfrm>
            <a:off x="279979" y="548572"/>
            <a:ext cx="2315650" cy="338554"/>
          </a:xfrm>
          <a:prstGeom prst="rect">
            <a:avLst/>
          </a:prstGeom>
          <a:noFill/>
        </p:spPr>
        <p:txBody>
          <a:bodyPr wrap="square" rtlCol="0">
            <a:spAutoFit/>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kumimoji="0" lang="en-US" sz="1600" b="1" i="1" u="none" strike="noStrike" kern="1200" cap="none" spc="0" normalizeH="0" baseline="0" noProof="0">
                <a:ln>
                  <a:noFill/>
                </a:ln>
                <a:solidFill>
                  <a:srgbClr val="0070C0"/>
                </a:solidFill>
                <a:effectLst/>
                <a:uLnTx/>
                <a:uFillTx/>
                <a:latin typeface="Arial" panose="020B0604020202020204" pitchFamily="34" charset="0"/>
                <a:ea typeface="+mn-ea"/>
                <a:cs typeface="Arial" panose="020B0604020202020204" pitchFamily="34" charset="0"/>
                <a:sym typeface="Wingdings" panose="05000000000000000000" pitchFamily="2" charset="2"/>
              </a:rPr>
              <a:t>b) Cách</a:t>
            </a:r>
            <a:r>
              <a:rPr kumimoji="0" lang="en-US" sz="1600" b="1" i="1" u="none" strike="noStrike" kern="1200" cap="none" spc="0" normalizeH="0" noProof="0">
                <a:ln>
                  <a:noFill/>
                </a:ln>
                <a:solidFill>
                  <a:srgbClr val="0070C0"/>
                </a:solidFill>
                <a:effectLst/>
                <a:uLnTx/>
                <a:uFillTx/>
                <a:latin typeface="Arial" panose="020B0604020202020204" pitchFamily="34" charset="0"/>
                <a:ea typeface="+mn-ea"/>
                <a:cs typeface="Arial" panose="020B0604020202020204" pitchFamily="34" charset="0"/>
                <a:sym typeface="Wingdings" panose="05000000000000000000" pitchFamily="2" charset="2"/>
              </a:rPr>
              <a:t> tử n</a:t>
            </a:r>
            <a:r>
              <a:rPr kumimoji="0" lang="en-US" sz="1600" b="1" i="1" u="none" strike="noStrike" kern="1200" cap="none" spc="0" normalizeH="0" baseline="0" noProof="0">
                <a:ln>
                  <a:noFill/>
                </a:ln>
                <a:solidFill>
                  <a:srgbClr val="0070C0"/>
                </a:solidFill>
                <a:effectLst/>
                <a:uLnTx/>
                <a:uFillTx/>
                <a:latin typeface="Arial" panose="020B0604020202020204" pitchFamily="34" charset="0"/>
                <a:ea typeface="+mn-ea"/>
                <a:cs typeface="Arial" panose="020B0604020202020204" pitchFamily="34" charset="0"/>
                <a:sym typeface="Wingdings" panose="05000000000000000000" pitchFamily="2" charset="2"/>
              </a:rPr>
              <a:t>hiễu xạ</a:t>
            </a:r>
            <a:endParaRPr kumimoji="0" lang="en-US" sz="1600" b="1" i="1" u="none" strike="noStrike" kern="1200" cap="none" spc="0" normalizeH="0" baseline="0" noProof="0">
              <a:ln>
                <a:noFill/>
              </a:ln>
              <a:solidFill>
                <a:srgbClr val="0070C0"/>
              </a:solidFill>
              <a:effectLst/>
              <a:uLnTx/>
              <a:uFillTx/>
              <a:latin typeface="Arial" panose="020B0604020202020204" pitchFamily="34" charset="0"/>
              <a:ea typeface="+mn-ea"/>
              <a:cs typeface="Arial" panose="020B0604020202020204" pitchFamily="34" charset="0"/>
            </a:endParaRPr>
          </a:p>
        </p:txBody>
      </p:sp>
      <p:sp>
        <p:nvSpPr>
          <p:cNvPr id="8" name="TextBox 7">
            <a:extLst>
              <a:ext uri="{FF2B5EF4-FFF2-40B4-BE49-F238E27FC236}">
                <a16:creationId xmlns:a16="http://schemas.microsoft.com/office/drawing/2014/main" id="{45634179-2C8B-1FB9-B736-EAAFFEBD35A7}"/>
              </a:ext>
            </a:extLst>
          </p:cNvPr>
          <p:cNvSpPr txBox="1"/>
          <p:nvPr/>
        </p:nvSpPr>
        <p:spPr>
          <a:xfrm>
            <a:off x="284535" y="887126"/>
            <a:ext cx="9218518" cy="307777"/>
          </a:xfrm>
          <a:prstGeom prst="rect">
            <a:avLst/>
          </a:prstGeom>
          <a:noFill/>
        </p:spPr>
        <p:txBody>
          <a:bodyPr wrap="square">
            <a:spAutoFit/>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 Là</a:t>
            </a:r>
            <a:r>
              <a:rPr kumimoji="0" lang="en-US" sz="1400" b="0" i="0" u="none" strike="noStrike" kern="1200" cap="none" spc="0" normalizeH="0" noProof="0">
                <a:ln>
                  <a:noFill/>
                </a:ln>
                <a:solidFill>
                  <a:prstClr val="black"/>
                </a:solidFill>
                <a:effectLst/>
                <a:uLnTx/>
                <a:uFillTx/>
                <a:latin typeface="Arial" panose="020B0604020202020204" pitchFamily="34" charset="0"/>
                <a:ea typeface="+mn-ea"/>
                <a:cs typeface="Arial" panose="020B0604020202020204" pitchFamily="34" charset="0"/>
              </a:rPr>
              <a:t> một tập hợp các khe hẹp giống nhau, song song, cách đều nhau và cùng nằm trên một mặt phẳng.  </a:t>
            </a:r>
            <a:endParaRPr kumimoji="0" lang="en-US" sz="14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9" name="TextBox 8">
            <a:extLst>
              <a:ext uri="{FF2B5EF4-FFF2-40B4-BE49-F238E27FC236}">
                <a16:creationId xmlns:a16="http://schemas.microsoft.com/office/drawing/2014/main" id="{7F69B196-F953-BF34-A6FE-F7EEAA4477C4}"/>
              </a:ext>
            </a:extLst>
          </p:cNvPr>
          <p:cNvSpPr txBox="1"/>
          <p:nvPr/>
        </p:nvSpPr>
        <p:spPr>
          <a:xfrm>
            <a:off x="279536" y="1224838"/>
            <a:ext cx="5736454" cy="307777"/>
          </a:xfrm>
          <a:prstGeom prst="rect">
            <a:avLst/>
          </a:prstGeom>
          <a:noFill/>
        </p:spPr>
        <p:txBody>
          <a:bodyPr wrap="square">
            <a:spAutoFit/>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 Khoảng</a:t>
            </a:r>
            <a:r>
              <a:rPr kumimoji="0" lang="en-US" sz="1400" b="0" i="0" u="none" strike="noStrike" kern="1200" cap="none" spc="0" normalizeH="0" noProof="0">
                <a:ln>
                  <a:noFill/>
                </a:ln>
                <a:solidFill>
                  <a:prstClr val="black"/>
                </a:solidFill>
                <a:effectLst/>
                <a:uLnTx/>
                <a:uFillTx/>
                <a:latin typeface="Arial" panose="020B0604020202020204" pitchFamily="34" charset="0"/>
                <a:ea typeface="+mn-ea"/>
                <a:cs typeface="Arial" panose="020B0604020202020204" pitchFamily="34" charset="0"/>
              </a:rPr>
              <a:t> cách </a:t>
            </a:r>
            <a:r>
              <a:rPr kumimoji="0" lang="en-US" sz="1400" b="0" i="1" u="none" strike="noStrike" kern="1200" cap="none" spc="0" normalizeH="0" noProof="0">
                <a:ln>
                  <a:noFill/>
                </a:ln>
                <a:solidFill>
                  <a:prstClr val="black"/>
                </a:solidFill>
                <a:effectLst/>
                <a:uLnTx/>
                <a:uFillTx/>
                <a:latin typeface="Arial" panose="020B0604020202020204" pitchFamily="34" charset="0"/>
                <a:ea typeface="+mn-ea"/>
                <a:cs typeface="Arial" panose="020B0604020202020204" pitchFamily="34" charset="0"/>
              </a:rPr>
              <a:t>d</a:t>
            </a:r>
            <a:r>
              <a:rPr kumimoji="0" lang="en-US" sz="1400" b="0" u="none" strike="noStrike" kern="1200" cap="none" spc="0" normalizeH="0" noProof="0">
                <a:ln>
                  <a:noFill/>
                </a:ln>
                <a:solidFill>
                  <a:prstClr val="black"/>
                </a:solidFill>
                <a:effectLst/>
                <a:uLnTx/>
                <a:uFillTx/>
                <a:latin typeface="Arial" panose="020B0604020202020204" pitchFamily="34" charset="0"/>
                <a:ea typeface="+mn-ea"/>
                <a:cs typeface="Arial" panose="020B0604020202020204" pitchFamily="34" charset="0"/>
              </a:rPr>
              <a:t> giữa hai khe hẹp được gọi là </a:t>
            </a:r>
            <a:r>
              <a:rPr kumimoji="0" lang="en-US" sz="1400" b="1" i="1" u="none" strike="noStrike" kern="1200" cap="none" spc="0" normalizeH="0" noProof="0">
                <a:ln>
                  <a:noFill/>
                </a:ln>
                <a:solidFill>
                  <a:srgbClr val="FF3399"/>
                </a:solidFill>
                <a:effectLst/>
                <a:uLnTx/>
                <a:uFillTx/>
                <a:latin typeface="Arial" panose="020B0604020202020204" pitchFamily="34" charset="0"/>
                <a:ea typeface="+mn-ea"/>
                <a:cs typeface="Arial" panose="020B0604020202020204" pitchFamily="34" charset="0"/>
              </a:rPr>
              <a:t>chu kỳ của cách tử</a:t>
            </a:r>
            <a:r>
              <a:rPr kumimoji="0" lang="en-US" sz="1400" i="1" u="none" strike="noStrike" kern="1200" cap="none" spc="0" normalizeH="0" noProof="0">
                <a:ln>
                  <a:noFill/>
                </a:ln>
                <a:effectLst/>
                <a:uLnTx/>
                <a:uFillTx/>
                <a:latin typeface="Arial" panose="020B0604020202020204" pitchFamily="34" charset="0"/>
                <a:ea typeface="+mn-ea"/>
                <a:cs typeface="Arial" panose="020B0604020202020204" pitchFamily="34" charset="0"/>
              </a:rPr>
              <a:t>.</a:t>
            </a:r>
            <a:r>
              <a:rPr kumimoji="0" lang="en-US" sz="1400" b="1" i="1" u="none" strike="noStrike" kern="1200" cap="none" spc="0" normalizeH="0" noProof="0">
                <a:ln>
                  <a:noFill/>
                </a:ln>
                <a:solidFill>
                  <a:srgbClr val="FF3399"/>
                </a:solidFill>
                <a:effectLst/>
                <a:uLnTx/>
                <a:uFillTx/>
                <a:latin typeface="Arial" panose="020B0604020202020204" pitchFamily="34" charset="0"/>
                <a:ea typeface="+mn-ea"/>
                <a:cs typeface="Arial" panose="020B0604020202020204" pitchFamily="34" charset="0"/>
              </a:rPr>
              <a:t> </a:t>
            </a:r>
            <a:endParaRPr kumimoji="0" lang="en-US" sz="14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p:txBody>
      </p:sp>
      <p:grpSp>
        <p:nvGrpSpPr>
          <p:cNvPr id="39" name="Group 38">
            <a:extLst>
              <a:ext uri="{FF2B5EF4-FFF2-40B4-BE49-F238E27FC236}">
                <a16:creationId xmlns:a16="http://schemas.microsoft.com/office/drawing/2014/main" id="{74462C43-A664-13BA-A5D0-C5B72547C48A}"/>
              </a:ext>
            </a:extLst>
          </p:cNvPr>
          <p:cNvGrpSpPr/>
          <p:nvPr/>
        </p:nvGrpSpPr>
        <p:grpSpPr>
          <a:xfrm>
            <a:off x="9343774" y="235604"/>
            <a:ext cx="2522694" cy="1267076"/>
            <a:chOff x="3600450" y="2548890"/>
            <a:chExt cx="2023110" cy="1383030"/>
          </a:xfrm>
        </p:grpSpPr>
        <p:sp>
          <p:nvSpPr>
            <p:cNvPr id="6" name="Cube 5">
              <a:extLst>
                <a:ext uri="{FF2B5EF4-FFF2-40B4-BE49-F238E27FC236}">
                  <a16:creationId xmlns:a16="http://schemas.microsoft.com/office/drawing/2014/main" id="{45BB2D9F-4A19-413C-F379-5F44188B96FD}"/>
                </a:ext>
              </a:extLst>
            </p:cNvPr>
            <p:cNvSpPr/>
            <p:nvPr/>
          </p:nvSpPr>
          <p:spPr>
            <a:xfrm>
              <a:off x="3600450" y="2548890"/>
              <a:ext cx="2023110" cy="1383030"/>
            </a:xfrm>
            <a:prstGeom prst="cube">
              <a:avLst>
                <a:gd name="adj" fmla="val 4279"/>
              </a:avLst>
            </a:prstGeom>
            <a:solidFill>
              <a:schemeClr val="accent6"/>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Rounded Corners 17">
              <a:extLst>
                <a:ext uri="{FF2B5EF4-FFF2-40B4-BE49-F238E27FC236}">
                  <a16:creationId xmlns:a16="http://schemas.microsoft.com/office/drawing/2014/main" id="{31C9C2B6-413C-30E9-3169-86132F879E77}"/>
                </a:ext>
              </a:extLst>
            </p:cNvPr>
            <p:cNvSpPr/>
            <p:nvPr/>
          </p:nvSpPr>
          <p:spPr>
            <a:xfrm>
              <a:off x="3760470" y="2674620"/>
              <a:ext cx="57150" cy="1131570"/>
            </a:xfrm>
            <a:prstGeom prst="roundRect">
              <a:avLst>
                <a:gd name="adj" fmla="val 47436"/>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Rectangle: Rounded Corners 22">
              <a:extLst>
                <a:ext uri="{FF2B5EF4-FFF2-40B4-BE49-F238E27FC236}">
                  <a16:creationId xmlns:a16="http://schemas.microsoft.com/office/drawing/2014/main" id="{E0096F7D-B3FC-F7FF-6022-4926C157E643}"/>
                </a:ext>
              </a:extLst>
            </p:cNvPr>
            <p:cNvSpPr/>
            <p:nvPr/>
          </p:nvSpPr>
          <p:spPr>
            <a:xfrm>
              <a:off x="3920490" y="2674620"/>
              <a:ext cx="57150" cy="1131570"/>
            </a:xfrm>
            <a:prstGeom prst="roundRect">
              <a:avLst>
                <a:gd name="adj" fmla="val 47436"/>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Rectangle: Rounded Corners 28">
              <a:extLst>
                <a:ext uri="{FF2B5EF4-FFF2-40B4-BE49-F238E27FC236}">
                  <a16:creationId xmlns:a16="http://schemas.microsoft.com/office/drawing/2014/main" id="{F1436091-9686-AA0D-8DD4-E059FCD952DB}"/>
                </a:ext>
              </a:extLst>
            </p:cNvPr>
            <p:cNvSpPr/>
            <p:nvPr/>
          </p:nvSpPr>
          <p:spPr>
            <a:xfrm>
              <a:off x="4080510" y="2674620"/>
              <a:ext cx="57150" cy="1131570"/>
            </a:xfrm>
            <a:prstGeom prst="roundRect">
              <a:avLst>
                <a:gd name="adj" fmla="val 47436"/>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Rectangle: Rounded Corners 29">
              <a:extLst>
                <a:ext uri="{FF2B5EF4-FFF2-40B4-BE49-F238E27FC236}">
                  <a16:creationId xmlns:a16="http://schemas.microsoft.com/office/drawing/2014/main" id="{835EC0AD-D53D-48D1-F9F9-15142C67E071}"/>
                </a:ext>
              </a:extLst>
            </p:cNvPr>
            <p:cNvSpPr/>
            <p:nvPr/>
          </p:nvSpPr>
          <p:spPr>
            <a:xfrm>
              <a:off x="4234815" y="2674620"/>
              <a:ext cx="57150" cy="1131570"/>
            </a:xfrm>
            <a:prstGeom prst="roundRect">
              <a:avLst>
                <a:gd name="adj" fmla="val 47436"/>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Rectangle: Rounded Corners 31">
              <a:extLst>
                <a:ext uri="{FF2B5EF4-FFF2-40B4-BE49-F238E27FC236}">
                  <a16:creationId xmlns:a16="http://schemas.microsoft.com/office/drawing/2014/main" id="{79E14B94-9D3E-9CE0-ADB5-0EFADD5053CA}"/>
                </a:ext>
              </a:extLst>
            </p:cNvPr>
            <p:cNvSpPr/>
            <p:nvPr/>
          </p:nvSpPr>
          <p:spPr>
            <a:xfrm>
              <a:off x="4417559" y="2674620"/>
              <a:ext cx="57150" cy="1131570"/>
            </a:xfrm>
            <a:prstGeom prst="roundRect">
              <a:avLst>
                <a:gd name="adj" fmla="val 47436"/>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 name="Rectangle: Rounded Corners 32">
              <a:extLst>
                <a:ext uri="{FF2B5EF4-FFF2-40B4-BE49-F238E27FC236}">
                  <a16:creationId xmlns:a16="http://schemas.microsoft.com/office/drawing/2014/main" id="{A96AF730-00C3-B64D-BEC1-9BF12F751392}"/>
                </a:ext>
              </a:extLst>
            </p:cNvPr>
            <p:cNvSpPr/>
            <p:nvPr/>
          </p:nvSpPr>
          <p:spPr>
            <a:xfrm>
              <a:off x="4594860" y="2674620"/>
              <a:ext cx="57150" cy="1131570"/>
            </a:xfrm>
            <a:prstGeom prst="roundRect">
              <a:avLst>
                <a:gd name="adj" fmla="val 47436"/>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 name="Rectangle: Rounded Corners 33">
              <a:extLst>
                <a:ext uri="{FF2B5EF4-FFF2-40B4-BE49-F238E27FC236}">
                  <a16:creationId xmlns:a16="http://schemas.microsoft.com/office/drawing/2014/main" id="{FC8A0ADD-3777-8420-6897-EF0B60C16B55}"/>
                </a:ext>
              </a:extLst>
            </p:cNvPr>
            <p:cNvSpPr/>
            <p:nvPr/>
          </p:nvSpPr>
          <p:spPr>
            <a:xfrm>
              <a:off x="4754880" y="2674620"/>
              <a:ext cx="57150" cy="1131570"/>
            </a:xfrm>
            <a:prstGeom prst="roundRect">
              <a:avLst>
                <a:gd name="adj" fmla="val 47436"/>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 name="Rectangle: Rounded Corners 34">
              <a:extLst>
                <a:ext uri="{FF2B5EF4-FFF2-40B4-BE49-F238E27FC236}">
                  <a16:creationId xmlns:a16="http://schemas.microsoft.com/office/drawing/2014/main" id="{F4B4B191-1355-D12B-D601-9568B74333FE}"/>
                </a:ext>
              </a:extLst>
            </p:cNvPr>
            <p:cNvSpPr/>
            <p:nvPr/>
          </p:nvSpPr>
          <p:spPr>
            <a:xfrm>
              <a:off x="4909185" y="2674620"/>
              <a:ext cx="57150" cy="1131570"/>
            </a:xfrm>
            <a:prstGeom prst="roundRect">
              <a:avLst>
                <a:gd name="adj" fmla="val 47436"/>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 name="Rectangle: Rounded Corners 35">
              <a:extLst>
                <a:ext uri="{FF2B5EF4-FFF2-40B4-BE49-F238E27FC236}">
                  <a16:creationId xmlns:a16="http://schemas.microsoft.com/office/drawing/2014/main" id="{1A524AE3-A734-393E-8B8E-E55ED59DBC67}"/>
                </a:ext>
              </a:extLst>
            </p:cNvPr>
            <p:cNvSpPr/>
            <p:nvPr/>
          </p:nvSpPr>
          <p:spPr>
            <a:xfrm>
              <a:off x="5046345" y="2674620"/>
              <a:ext cx="57150" cy="1131570"/>
            </a:xfrm>
            <a:prstGeom prst="roundRect">
              <a:avLst>
                <a:gd name="adj" fmla="val 47436"/>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 name="Rectangle: Rounded Corners 36">
              <a:extLst>
                <a:ext uri="{FF2B5EF4-FFF2-40B4-BE49-F238E27FC236}">
                  <a16:creationId xmlns:a16="http://schemas.microsoft.com/office/drawing/2014/main" id="{CFB0802F-D128-D8C6-0FB6-0DC1FD1FA5E4}"/>
                </a:ext>
              </a:extLst>
            </p:cNvPr>
            <p:cNvSpPr/>
            <p:nvPr/>
          </p:nvSpPr>
          <p:spPr>
            <a:xfrm>
              <a:off x="5206365" y="2674620"/>
              <a:ext cx="57150" cy="1131570"/>
            </a:xfrm>
            <a:prstGeom prst="roundRect">
              <a:avLst>
                <a:gd name="adj" fmla="val 47436"/>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8" name="Rectangle: Rounded Corners 37">
              <a:extLst>
                <a:ext uri="{FF2B5EF4-FFF2-40B4-BE49-F238E27FC236}">
                  <a16:creationId xmlns:a16="http://schemas.microsoft.com/office/drawing/2014/main" id="{360BEA26-AEC9-B3C4-67C4-80AAA3BEDB55}"/>
                </a:ext>
              </a:extLst>
            </p:cNvPr>
            <p:cNvSpPr/>
            <p:nvPr/>
          </p:nvSpPr>
          <p:spPr>
            <a:xfrm>
              <a:off x="5374106" y="2674620"/>
              <a:ext cx="57150" cy="1131570"/>
            </a:xfrm>
            <a:prstGeom prst="roundRect">
              <a:avLst>
                <a:gd name="adj" fmla="val 47436"/>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40" name="TextBox 39">
            <a:extLst>
              <a:ext uri="{FF2B5EF4-FFF2-40B4-BE49-F238E27FC236}">
                <a16:creationId xmlns:a16="http://schemas.microsoft.com/office/drawing/2014/main" id="{1110CD7C-0C53-48CC-4449-F754A683C5AD}"/>
              </a:ext>
            </a:extLst>
          </p:cNvPr>
          <p:cNvSpPr txBox="1"/>
          <p:nvPr/>
        </p:nvSpPr>
        <p:spPr>
          <a:xfrm>
            <a:off x="5694502" y="1233603"/>
            <a:ext cx="3003728" cy="307777"/>
          </a:xfrm>
          <a:prstGeom prst="rect">
            <a:avLst/>
          </a:prstGeom>
          <a:noFill/>
        </p:spPr>
        <p:txBody>
          <a:bodyPr wrap="square">
            <a:spAutoFit/>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 Số</a:t>
            </a:r>
            <a:r>
              <a:rPr kumimoji="0" lang="en-US" sz="1400" b="0" i="0" u="none" strike="noStrike" kern="1200" cap="none" spc="0" normalizeH="0" noProof="0">
                <a:ln>
                  <a:noFill/>
                </a:ln>
                <a:solidFill>
                  <a:prstClr val="black"/>
                </a:solidFill>
                <a:effectLst/>
                <a:uLnTx/>
                <a:uFillTx/>
                <a:latin typeface="Arial" panose="020B0604020202020204" pitchFamily="34" charset="0"/>
                <a:ea typeface="+mn-ea"/>
                <a:cs typeface="Arial" panose="020B0604020202020204" pitchFamily="34" charset="0"/>
              </a:rPr>
              <a:t> khe trên một đơn vị chiều dài:</a:t>
            </a:r>
            <a:endParaRPr kumimoji="0" lang="en-US" sz="14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p:txBody>
      </p:sp>
      <p:graphicFrame>
        <p:nvGraphicFramePr>
          <p:cNvPr id="41" name="Object 40">
            <a:extLst>
              <a:ext uri="{FF2B5EF4-FFF2-40B4-BE49-F238E27FC236}">
                <a16:creationId xmlns:a16="http://schemas.microsoft.com/office/drawing/2014/main" id="{B609CEF3-90C2-B298-749D-C20F1D1C0EAD}"/>
              </a:ext>
            </a:extLst>
          </p:cNvPr>
          <p:cNvGraphicFramePr>
            <a:graphicFrameLocks noChangeAspect="1"/>
          </p:cNvGraphicFramePr>
          <p:nvPr>
            <p:extLst>
              <p:ext uri="{D42A27DB-BD31-4B8C-83A1-F6EECF244321}">
                <p14:modId xmlns:p14="http://schemas.microsoft.com/office/powerpoint/2010/main" val="1681875736"/>
              </p:ext>
            </p:extLst>
          </p:nvPr>
        </p:nvGraphicFramePr>
        <p:xfrm>
          <a:off x="8609102" y="1111241"/>
          <a:ext cx="577325" cy="577325"/>
        </p:xfrm>
        <a:graphic>
          <a:graphicData uri="http://schemas.openxmlformats.org/presentationml/2006/ole">
            <mc:AlternateContent xmlns:mc="http://schemas.openxmlformats.org/markup-compatibility/2006">
              <mc:Choice xmlns:v="urn:schemas-microsoft-com:vml" Requires="v">
                <p:oleObj name="Equation" r:id="rId2" imgW="393480" imgH="393480" progId="Equation.DSMT4">
                  <p:embed/>
                </p:oleObj>
              </mc:Choice>
              <mc:Fallback>
                <p:oleObj name="Equation" r:id="rId2" imgW="393480" imgH="393480" progId="Equation.DSMT4">
                  <p:embed/>
                  <p:pic>
                    <p:nvPicPr>
                      <p:cNvPr id="41" name="Object 40">
                        <a:extLst>
                          <a:ext uri="{FF2B5EF4-FFF2-40B4-BE49-F238E27FC236}">
                            <a16:creationId xmlns:a16="http://schemas.microsoft.com/office/drawing/2014/main" id="{B609CEF3-90C2-B298-749D-C20F1D1C0EAD}"/>
                          </a:ext>
                        </a:extLst>
                      </p:cNvPr>
                      <p:cNvPicPr/>
                      <p:nvPr/>
                    </p:nvPicPr>
                    <p:blipFill>
                      <a:blip r:embed="rId3"/>
                      <a:stretch>
                        <a:fillRect/>
                      </a:stretch>
                    </p:blipFill>
                    <p:spPr>
                      <a:xfrm>
                        <a:off x="8609102" y="1111241"/>
                        <a:ext cx="577325" cy="577325"/>
                      </a:xfrm>
                      <a:prstGeom prst="rect">
                        <a:avLst/>
                      </a:prstGeom>
                      <a:ln w="28575">
                        <a:solidFill>
                          <a:srgbClr val="0070C0"/>
                        </a:solidFill>
                      </a:ln>
                    </p:spPr>
                  </p:pic>
                </p:oleObj>
              </mc:Fallback>
            </mc:AlternateContent>
          </a:graphicData>
        </a:graphic>
      </p:graphicFrame>
      <p:pic>
        <p:nvPicPr>
          <p:cNvPr id="43" name="Picture 42">
            <a:extLst>
              <a:ext uri="{FF2B5EF4-FFF2-40B4-BE49-F238E27FC236}">
                <a16:creationId xmlns:a16="http://schemas.microsoft.com/office/drawing/2014/main" id="{ABB5B9BF-4081-91F6-840A-ED7D04E77453}"/>
              </a:ext>
            </a:extLst>
          </p:cNvPr>
          <p:cNvPicPr>
            <a:picLocks noChangeAspect="1"/>
          </p:cNvPicPr>
          <p:nvPr/>
        </p:nvPicPr>
        <p:blipFill>
          <a:blip r:embed="rId4"/>
          <a:stretch>
            <a:fillRect/>
          </a:stretch>
        </p:blipFill>
        <p:spPr>
          <a:xfrm>
            <a:off x="7569692" y="1757572"/>
            <a:ext cx="4417565" cy="2126726"/>
          </a:xfrm>
          <a:prstGeom prst="rect">
            <a:avLst/>
          </a:prstGeom>
        </p:spPr>
      </p:pic>
      <p:sp>
        <p:nvSpPr>
          <p:cNvPr id="44" name="TextBox 43">
            <a:extLst>
              <a:ext uri="{FF2B5EF4-FFF2-40B4-BE49-F238E27FC236}">
                <a16:creationId xmlns:a16="http://schemas.microsoft.com/office/drawing/2014/main" id="{2E9D53DC-C3A6-CD84-8DC0-B80086B8BFC4}"/>
              </a:ext>
            </a:extLst>
          </p:cNvPr>
          <p:cNvSpPr txBox="1"/>
          <p:nvPr/>
        </p:nvSpPr>
        <p:spPr>
          <a:xfrm>
            <a:off x="279536" y="1616836"/>
            <a:ext cx="5736454" cy="307777"/>
          </a:xfrm>
          <a:prstGeom prst="rect">
            <a:avLst/>
          </a:prstGeom>
          <a:noFill/>
        </p:spPr>
        <p:txBody>
          <a:bodyPr wrap="square">
            <a:spAutoFit/>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 Bao gồm</a:t>
            </a:r>
            <a:r>
              <a:rPr kumimoji="0" lang="en-US" sz="1400" b="0" i="0" u="none" strike="noStrike" kern="1200" cap="none" spc="0" normalizeH="0" noProof="0">
                <a:ln>
                  <a:noFill/>
                </a:ln>
                <a:solidFill>
                  <a:prstClr val="black"/>
                </a:solidFill>
                <a:effectLst/>
                <a:uLnTx/>
                <a:uFillTx/>
                <a:latin typeface="Arial" panose="020B0604020202020204" pitchFamily="34" charset="0"/>
                <a:ea typeface="+mn-ea"/>
                <a:cs typeface="Arial" panose="020B0604020202020204" pitchFamily="34" charset="0"/>
              </a:rPr>
              <a:t> cách tử truyền qua và cách tử phản xạ</a:t>
            </a:r>
            <a:r>
              <a:rPr kumimoji="0" lang="en-US" sz="1400" i="1" u="none" strike="noStrike" kern="1200" cap="none" spc="0" normalizeH="0" noProof="0">
                <a:ln>
                  <a:noFill/>
                </a:ln>
                <a:effectLst/>
                <a:uLnTx/>
                <a:uFillTx/>
                <a:latin typeface="Arial" panose="020B0604020202020204" pitchFamily="34" charset="0"/>
                <a:ea typeface="+mn-ea"/>
                <a:cs typeface="Arial" panose="020B0604020202020204" pitchFamily="34" charset="0"/>
              </a:rPr>
              <a:t>.</a:t>
            </a:r>
            <a:r>
              <a:rPr kumimoji="0" lang="en-US" sz="1400" b="1" i="1" u="none" strike="noStrike" kern="1200" cap="none" spc="0" normalizeH="0" noProof="0">
                <a:ln>
                  <a:noFill/>
                </a:ln>
                <a:solidFill>
                  <a:srgbClr val="FF3399"/>
                </a:solidFill>
                <a:effectLst/>
                <a:uLnTx/>
                <a:uFillTx/>
                <a:latin typeface="Arial" panose="020B0604020202020204" pitchFamily="34" charset="0"/>
                <a:ea typeface="+mn-ea"/>
                <a:cs typeface="Arial" panose="020B0604020202020204" pitchFamily="34" charset="0"/>
              </a:rPr>
              <a:t> </a:t>
            </a:r>
            <a:endParaRPr kumimoji="0" lang="en-US" sz="14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46" name="TextBox 45">
            <a:extLst>
              <a:ext uri="{FF2B5EF4-FFF2-40B4-BE49-F238E27FC236}">
                <a16:creationId xmlns:a16="http://schemas.microsoft.com/office/drawing/2014/main" id="{0ED3D2B9-1B5F-3792-E3D3-8B0A912D261D}"/>
              </a:ext>
            </a:extLst>
          </p:cNvPr>
          <p:cNvSpPr txBox="1"/>
          <p:nvPr/>
        </p:nvSpPr>
        <p:spPr>
          <a:xfrm>
            <a:off x="7118658" y="3931412"/>
            <a:ext cx="2424651" cy="738664"/>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1" u="none" strike="noStrike" kern="1200" cap="none" spc="0" normalizeH="0" baseline="0" noProof="0">
                <a:ln>
                  <a:noFill/>
                </a:ln>
                <a:solidFill>
                  <a:srgbClr val="0070C0"/>
                </a:solidFill>
                <a:effectLst/>
                <a:uLnTx/>
                <a:uFillTx/>
                <a:latin typeface="Arial" panose="020B0604020202020204" pitchFamily="34" charset="0"/>
                <a:ea typeface="+mn-ea"/>
                <a:cs typeface="Arial" panose="020B0604020202020204" pitchFamily="34" charset="0"/>
              </a:rPr>
              <a:t>Cách</a:t>
            </a:r>
            <a:r>
              <a:rPr kumimoji="0" lang="en-US" sz="1400" b="0" i="1" u="none" strike="noStrike" kern="1200" cap="none" spc="0" normalizeH="0" noProof="0">
                <a:ln>
                  <a:noFill/>
                </a:ln>
                <a:solidFill>
                  <a:srgbClr val="0070C0"/>
                </a:solidFill>
                <a:effectLst/>
                <a:uLnTx/>
                <a:uFillTx/>
                <a:latin typeface="Arial" panose="020B0604020202020204" pitchFamily="34" charset="0"/>
                <a:ea typeface="+mn-ea"/>
                <a:cs typeface="Arial" panose="020B0604020202020204" pitchFamily="34" charset="0"/>
              </a:rPr>
              <a:t> tử truyền qua cho ánh sáng đi qua phần trong suốt giữa hai khe sáng.</a:t>
            </a:r>
            <a:endParaRPr kumimoji="0" lang="en-US" sz="1400" b="0" i="1" u="none" strike="noStrike" kern="1200" cap="none" spc="0" normalizeH="0" baseline="0" noProof="0">
              <a:ln>
                <a:noFill/>
              </a:ln>
              <a:solidFill>
                <a:srgbClr val="0070C0"/>
              </a:solidFill>
              <a:effectLst/>
              <a:uLnTx/>
              <a:uFillTx/>
              <a:latin typeface="Arial" panose="020B0604020202020204" pitchFamily="34" charset="0"/>
              <a:ea typeface="+mn-ea"/>
              <a:cs typeface="Arial" panose="020B0604020202020204" pitchFamily="34" charset="0"/>
            </a:endParaRPr>
          </a:p>
        </p:txBody>
      </p:sp>
      <p:sp>
        <p:nvSpPr>
          <p:cNvPr id="47" name="TextBox 46">
            <a:extLst>
              <a:ext uri="{FF2B5EF4-FFF2-40B4-BE49-F238E27FC236}">
                <a16:creationId xmlns:a16="http://schemas.microsoft.com/office/drawing/2014/main" id="{272A14C5-5DB7-4393-61E5-7B997245BC6F}"/>
              </a:ext>
            </a:extLst>
          </p:cNvPr>
          <p:cNvSpPr txBox="1"/>
          <p:nvPr/>
        </p:nvSpPr>
        <p:spPr>
          <a:xfrm>
            <a:off x="9631151" y="3907855"/>
            <a:ext cx="2573439" cy="738664"/>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1" u="none" strike="noStrike" kern="1200" cap="none" spc="0" normalizeH="0" baseline="0" noProof="0">
                <a:ln>
                  <a:noFill/>
                </a:ln>
                <a:solidFill>
                  <a:srgbClr val="0070C0"/>
                </a:solidFill>
                <a:effectLst/>
                <a:uLnTx/>
                <a:uFillTx/>
                <a:latin typeface="Arial" panose="020B0604020202020204" pitchFamily="34" charset="0"/>
                <a:ea typeface="+mn-ea"/>
                <a:cs typeface="Arial" panose="020B0604020202020204" pitchFamily="34" charset="0"/>
              </a:rPr>
              <a:t>Cách</a:t>
            </a:r>
            <a:r>
              <a:rPr kumimoji="0" lang="en-US" sz="1400" b="0" i="1" u="none" strike="noStrike" kern="1200" cap="none" spc="0" normalizeH="0" noProof="0">
                <a:ln>
                  <a:noFill/>
                </a:ln>
                <a:solidFill>
                  <a:srgbClr val="0070C0"/>
                </a:solidFill>
                <a:effectLst/>
                <a:uLnTx/>
                <a:uFillTx/>
                <a:latin typeface="Arial" panose="020B0604020202020204" pitchFamily="34" charset="0"/>
                <a:ea typeface="+mn-ea"/>
                <a:cs typeface="Arial" panose="020B0604020202020204" pitchFamily="34" charset="0"/>
              </a:rPr>
              <a:t> tử phản xạ cho ánh sáng nhiễu xạ trên phần bằng phẳng giữa hai khe sáng</a:t>
            </a:r>
            <a:endParaRPr kumimoji="0" lang="en-US" sz="1400" b="0" i="1" u="none" strike="noStrike" kern="1200" cap="none" spc="0" normalizeH="0" baseline="0" noProof="0">
              <a:ln>
                <a:noFill/>
              </a:ln>
              <a:solidFill>
                <a:srgbClr val="0070C0"/>
              </a:solidFill>
              <a:effectLst/>
              <a:uLnTx/>
              <a:uFillTx/>
              <a:latin typeface="Arial" panose="020B0604020202020204" pitchFamily="34" charset="0"/>
              <a:ea typeface="+mn-ea"/>
              <a:cs typeface="Arial" panose="020B0604020202020204" pitchFamily="34" charset="0"/>
            </a:endParaRPr>
          </a:p>
        </p:txBody>
      </p:sp>
      <p:pic>
        <p:nvPicPr>
          <p:cNvPr id="49" name="Picture 48">
            <a:extLst>
              <a:ext uri="{FF2B5EF4-FFF2-40B4-BE49-F238E27FC236}">
                <a16:creationId xmlns:a16="http://schemas.microsoft.com/office/drawing/2014/main" id="{F38B2464-6E6E-0DC4-0ED8-97E74862DA87}"/>
              </a:ext>
            </a:extLst>
          </p:cNvPr>
          <p:cNvPicPr>
            <a:picLocks noChangeAspect="1"/>
          </p:cNvPicPr>
          <p:nvPr/>
        </p:nvPicPr>
        <p:blipFill>
          <a:blip r:embed="rId5"/>
          <a:stretch>
            <a:fillRect/>
          </a:stretch>
        </p:blipFill>
        <p:spPr>
          <a:xfrm>
            <a:off x="4445021" y="1900656"/>
            <a:ext cx="2673637" cy="2723093"/>
          </a:xfrm>
          <a:prstGeom prst="rect">
            <a:avLst/>
          </a:prstGeom>
        </p:spPr>
      </p:pic>
      <p:sp>
        <p:nvSpPr>
          <p:cNvPr id="50" name="TextBox 49">
            <a:extLst>
              <a:ext uri="{FF2B5EF4-FFF2-40B4-BE49-F238E27FC236}">
                <a16:creationId xmlns:a16="http://schemas.microsoft.com/office/drawing/2014/main" id="{566833B6-1CFC-65CA-498B-44132483AE01}"/>
              </a:ext>
            </a:extLst>
          </p:cNvPr>
          <p:cNvSpPr txBox="1"/>
          <p:nvPr/>
        </p:nvSpPr>
        <p:spPr>
          <a:xfrm>
            <a:off x="325532" y="1918309"/>
            <a:ext cx="4119489" cy="954107"/>
          </a:xfrm>
          <a:prstGeom prst="rect">
            <a:avLst/>
          </a:prstGeom>
          <a:noFill/>
        </p:spPr>
        <p:txBody>
          <a:bodyPr wrap="square">
            <a:spAutoFit/>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 Chiếu</a:t>
            </a:r>
            <a:r>
              <a:rPr kumimoji="0" lang="en-US" sz="1400" b="0" i="0" u="none" strike="noStrike" kern="1200" cap="none" spc="0" normalizeH="0" noProof="0">
                <a:ln>
                  <a:noFill/>
                </a:ln>
                <a:solidFill>
                  <a:prstClr val="black"/>
                </a:solidFill>
                <a:effectLst/>
                <a:uLnTx/>
                <a:uFillTx/>
                <a:latin typeface="Arial" panose="020B0604020202020204" pitchFamily="34" charset="0"/>
                <a:ea typeface="+mn-ea"/>
                <a:cs typeface="Arial" panose="020B0604020202020204" pitchFamily="34" charset="0"/>
              </a:rPr>
              <a:t> một chùm sáng đơn sắc vào cách tử, trên màn quan sát thu được các vạch sáng, đó là các cực đại chính ứng với nhiễu xạ </a:t>
            </a:r>
            <a:r>
              <a:rPr lang="en-US" sz="1400">
                <a:solidFill>
                  <a:prstClr val="black"/>
                </a:solidFill>
                <a:latin typeface="Arial" panose="020B0604020202020204" pitchFamily="34" charset="0"/>
                <a:cs typeface="Arial" panose="020B0604020202020204" pitchFamily="34" charset="0"/>
              </a:rPr>
              <a:t>sóng phẳng qua nhiều khe hẹp.</a:t>
            </a:r>
            <a:endParaRPr kumimoji="0" lang="en-US" sz="14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p:txBody>
      </p:sp>
      <p:pic>
        <p:nvPicPr>
          <p:cNvPr id="51" name="Picture 50">
            <a:extLst>
              <a:ext uri="{FF2B5EF4-FFF2-40B4-BE49-F238E27FC236}">
                <a16:creationId xmlns:a16="http://schemas.microsoft.com/office/drawing/2014/main" id="{1C129262-BA4E-945D-CF83-419C9F038554}"/>
              </a:ext>
            </a:extLst>
          </p:cNvPr>
          <p:cNvPicPr>
            <a:picLocks noChangeAspect="1"/>
          </p:cNvPicPr>
          <p:nvPr/>
        </p:nvPicPr>
        <p:blipFill>
          <a:blip r:embed="rId6"/>
          <a:stretch>
            <a:fillRect/>
          </a:stretch>
        </p:blipFill>
        <p:spPr>
          <a:xfrm>
            <a:off x="6690951" y="4711346"/>
            <a:ext cx="5305645" cy="1832859"/>
          </a:xfrm>
          <a:prstGeom prst="rect">
            <a:avLst/>
          </a:prstGeom>
        </p:spPr>
      </p:pic>
      <p:sp>
        <p:nvSpPr>
          <p:cNvPr id="52" name="TextBox 51">
            <a:extLst>
              <a:ext uri="{FF2B5EF4-FFF2-40B4-BE49-F238E27FC236}">
                <a16:creationId xmlns:a16="http://schemas.microsoft.com/office/drawing/2014/main" id="{FB2ABFEA-8D19-8BA5-F66B-D1B6FFF197BB}"/>
              </a:ext>
            </a:extLst>
          </p:cNvPr>
          <p:cNvSpPr txBox="1"/>
          <p:nvPr/>
        </p:nvSpPr>
        <p:spPr>
          <a:xfrm>
            <a:off x="316193" y="2852292"/>
            <a:ext cx="4128828" cy="738664"/>
          </a:xfrm>
          <a:prstGeom prst="rect">
            <a:avLst/>
          </a:prstGeom>
          <a:noFill/>
        </p:spPr>
        <p:txBody>
          <a:bodyPr wrap="square">
            <a:spAutoFit/>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 Chiếu</a:t>
            </a:r>
            <a:r>
              <a:rPr kumimoji="0" lang="en-US" sz="1400" b="0" i="0" u="none" strike="noStrike" kern="1200" cap="none" spc="0" normalizeH="0" noProof="0">
                <a:ln>
                  <a:noFill/>
                </a:ln>
                <a:solidFill>
                  <a:prstClr val="black"/>
                </a:solidFill>
                <a:effectLst/>
                <a:uLnTx/>
                <a:uFillTx/>
                <a:latin typeface="Arial" panose="020B0604020202020204" pitchFamily="34" charset="0"/>
                <a:ea typeface="+mn-ea"/>
                <a:cs typeface="Arial" panose="020B0604020202020204" pitchFamily="34" charset="0"/>
              </a:rPr>
              <a:t> một chùm sáng trắng vào cách tử, mỗi ánh sáng đơn sắc sẽ cho một hệ thống các cực đại chính.</a:t>
            </a:r>
            <a:endParaRPr kumimoji="0" lang="en-US" sz="14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53" name="TextBox 52">
            <a:extLst>
              <a:ext uri="{FF2B5EF4-FFF2-40B4-BE49-F238E27FC236}">
                <a16:creationId xmlns:a16="http://schemas.microsoft.com/office/drawing/2014/main" id="{C89F7038-2732-9E50-BB25-ED255EEF6A43}"/>
              </a:ext>
            </a:extLst>
          </p:cNvPr>
          <p:cNvSpPr txBox="1"/>
          <p:nvPr/>
        </p:nvSpPr>
        <p:spPr>
          <a:xfrm>
            <a:off x="279536" y="3632226"/>
            <a:ext cx="4421735" cy="738664"/>
          </a:xfrm>
          <a:prstGeom prst="rect">
            <a:avLst/>
          </a:prstGeom>
          <a:noFill/>
        </p:spPr>
        <p:txBody>
          <a:bodyPr wrap="square">
            <a:spAutoFit/>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kumimoji="0" lang="en-US" sz="1400" b="0" i="1" u="none" strike="noStrike" kern="1200" cap="none" spc="0" normalizeH="0" baseline="0" noProof="0">
                <a:ln>
                  <a:noFill/>
                </a:ln>
                <a:solidFill>
                  <a:srgbClr val="FF0000"/>
                </a:solidFill>
                <a:effectLst/>
                <a:uLnTx/>
                <a:uFillTx/>
                <a:latin typeface="Arial" panose="020B0604020202020204" pitchFamily="34" charset="0"/>
                <a:ea typeface="+mn-ea"/>
                <a:cs typeface="Arial" panose="020B0604020202020204" pitchFamily="34" charset="0"/>
              </a:rPr>
              <a:t>Tại</a:t>
            </a:r>
            <a:r>
              <a:rPr kumimoji="0" lang="en-US" sz="1400" b="0" i="1" u="none" strike="noStrike" kern="1200" cap="none" spc="0" normalizeH="0" noProof="0">
                <a:ln>
                  <a:noFill/>
                </a:ln>
                <a:solidFill>
                  <a:srgbClr val="FF0000"/>
                </a:solidFill>
                <a:effectLst/>
                <a:uLnTx/>
                <a:uFillTx/>
                <a:latin typeface="Arial" panose="020B0604020202020204" pitchFamily="34" charset="0"/>
                <a:ea typeface="+mn-ea"/>
                <a:cs typeface="Arial" panose="020B0604020202020204" pitchFamily="34" charset="0"/>
              </a:rPr>
              <a:t> điểm F chính giữa màn, các ánh sáng đơn sắc đều cho cực đạ chính. Kết quả F là một vệ sáng trắng.</a:t>
            </a:r>
            <a:endParaRPr kumimoji="0" lang="en-US" sz="1400" b="0" i="1" u="none" strike="noStrike" kern="1200" cap="none" spc="0" normalizeH="0" baseline="0" noProof="0">
              <a:ln>
                <a:noFill/>
              </a:ln>
              <a:solidFill>
                <a:srgbClr val="FF0000"/>
              </a:solidFill>
              <a:effectLst/>
              <a:uLnTx/>
              <a:uFillTx/>
              <a:latin typeface="Arial" panose="020B0604020202020204" pitchFamily="34" charset="0"/>
              <a:ea typeface="+mn-ea"/>
              <a:cs typeface="Arial" panose="020B0604020202020204" pitchFamily="34" charset="0"/>
            </a:endParaRPr>
          </a:p>
        </p:txBody>
      </p:sp>
      <p:sp>
        <p:nvSpPr>
          <p:cNvPr id="54" name="TextBox 53">
            <a:extLst>
              <a:ext uri="{FF2B5EF4-FFF2-40B4-BE49-F238E27FC236}">
                <a16:creationId xmlns:a16="http://schemas.microsoft.com/office/drawing/2014/main" id="{E4082759-7A29-AA5E-1C82-4A31E07DB6E3}"/>
              </a:ext>
            </a:extLst>
          </p:cNvPr>
          <p:cNvSpPr txBox="1"/>
          <p:nvPr/>
        </p:nvSpPr>
        <p:spPr>
          <a:xfrm>
            <a:off x="279536" y="4426966"/>
            <a:ext cx="5736454" cy="738664"/>
          </a:xfrm>
          <a:prstGeom prst="rect">
            <a:avLst/>
          </a:prstGeom>
          <a:noFill/>
        </p:spPr>
        <p:txBody>
          <a:bodyPr wrap="square">
            <a:spAutoFit/>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kumimoji="0" lang="en-US" sz="1400" b="0" u="none" strike="noStrike" kern="1200" cap="none" spc="0" normalizeH="0" baseline="0" noProof="0">
                <a:ln>
                  <a:noFill/>
                </a:ln>
                <a:solidFill>
                  <a:srgbClr val="0070C0"/>
                </a:solidFill>
                <a:effectLst/>
                <a:uLnTx/>
                <a:uFillTx/>
                <a:latin typeface="Arial" panose="020B0604020202020204" pitchFamily="34" charset="0"/>
                <a:ea typeface="+mn-ea"/>
                <a:cs typeface="Arial" panose="020B0604020202020204" pitchFamily="34" charset="0"/>
              </a:rPr>
              <a:t>Với</a:t>
            </a:r>
            <a:r>
              <a:rPr kumimoji="0" lang="en-US" sz="1400" b="0" u="none" strike="noStrike" kern="1200" cap="none" spc="0" normalizeH="0" noProof="0">
                <a:ln>
                  <a:noFill/>
                </a:ln>
                <a:solidFill>
                  <a:srgbClr val="0070C0"/>
                </a:solidFill>
                <a:effectLst/>
                <a:uLnTx/>
                <a:uFillTx/>
                <a:latin typeface="Arial" panose="020B0604020202020204" pitchFamily="34" charset="0"/>
                <a:ea typeface="+mn-ea"/>
                <a:cs typeface="Arial" panose="020B0604020202020204" pitchFamily="34" charset="0"/>
              </a:rPr>
              <a:t> mỗi k xác định, các cực đại chính cùng bậc của các ánh sáng đơn sắc khác nhau không trùng nhau nên tập hợp các cực đại chính đó hợp thành quang phổ bậc k. </a:t>
            </a:r>
            <a:endParaRPr kumimoji="0" lang="en-US" sz="1400" b="0" u="none" strike="noStrike" kern="1200" cap="none" spc="0" normalizeH="0" baseline="0" noProof="0">
              <a:ln>
                <a:noFill/>
              </a:ln>
              <a:solidFill>
                <a:srgbClr val="0070C0"/>
              </a:solidFill>
              <a:effectLst/>
              <a:uLnTx/>
              <a:uFillTx/>
              <a:latin typeface="Arial" panose="020B0604020202020204" pitchFamily="34" charset="0"/>
              <a:ea typeface="+mn-ea"/>
              <a:cs typeface="Arial" panose="020B0604020202020204" pitchFamily="34" charset="0"/>
            </a:endParaRPr>
          </a:p>
        </p:txBody>
      </p:sp>
      <p:sp>
        <p:nvSpPr>
          <p:cNvPr id="55" name="TextBox 54">
            <a:extLst>
              <a:ext uri="{FF2B5EF4-FFF2-40B4-BE49-F238E27FC236}">
                <a16:creationId xmlns:a16="http://schemas.microsoft.com/office/drawing/2014/main" id="{087C318C-31C1-0EDC-F68F-412B5DE95536}"/>
              </a:ext>
            </a:extLst>
          </p:cNvPr>
          <p:cNvSpPr txBox="1"/>
          <p:nvPr/>
        </p:nvSpPr>
        <p:spPr>
          <a:xfrm>
            <a:off x="279536" y="5215214"/>
            <a:ext cx="6411415" cy="307777"/>
          </a:xfrm>
          <a:prstGeom prst="rect">
            <a:avLst/>
          </a:prstGeom>
          <a:noFill/>
        </p:spPr>
        <p:txBody>
          <a:bodyPr wrap="square">
            <a:spAutoFit/>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kumimoji="0" lang="en-US" sz="1400" b="0" i="1" u="none" strike="noStrike" kern="1200" cap="none" spc="0" normalizeH="0" baseline="0" noProof="0">
                <a:ln>
                  <a:noFill/>
                </a:ln>
                <a:solidFill>
                  <a:srgbClr val="FF0000"/>
                </a:solidFill>
                <a:effectLst/>
                <a:uLnTx/>
                <a:uFillTx/>
                <a:latin typeface="Arial" panose="020B0604020202020204" pitchFamily="34" charset="0"/>
                <a:ea typeface="+mn-ea"/>
                <a:cs typeface="Arial" panose="020B0604020202020204" pitchFamily="34" charset="0"/>
              </a:rPr>
              <a:t>Trong mỗi</a:t>
            </a:r>
            <a:r>
              <a:rPr kumimoji="0" lang="en-US" sz="1400" b="0" i="1" u="none" strike="noStrike" kern="1200" cap="none" spc="0" normalizeH="0" noProof="0">
                <a:ln>
                  <a:noFill/>
                </a:ln>
                <a:solidFill>
                  <a:srgbClr val="FF0000"/>
                </a:solidFill>
                <a:effectLst/>
                <a:uLnTx/>
                <a:uFillTx/>
                <a:latin typeface="Arial" panose="020B0604020202020204" pitchFamily="34" charset="0"/>
                <a:ea typeface="+mn-ea"/>
                <a:cs typeface="Arial" panose="020B0604020202020204" pitchFamily="34" charset="0"/>
              </a:rPr>
              <a:t> quang phổ, vạch tím nằm phía trong còn vạch đỏ nằm phía ngoài.</a:t>
            </a:r>
            <a:endParaRPr kumimoji="0" lang="en-US" sz="1400" b="0" i="1" u="none" strike="noStrike" kern="1200" cap="none" spc="0" normalizeH="0" baseline="0" noProof="0">
              <a:ln>
                <a:noFill/>
              </a:ln>
              <a:solidFill>
                <a:srgbClr val="FF0000"/>
              </a:solidFill>
              <a:effectLst/>
              <a:uLnTx/>
              <a:uFillTx/>
              <a:latin typeface="Arial" panose="020B0604020202020204" pitchFamily="34" charset="0"/>
              <a:ea typeface="+mn-ea"/>
              <a:cs typeface="Arial" panose="020B0604020202020204" pitchFamily="34" charset="0"/>
            </a:endParaRPr>
          </a:p>
        </p:txBody>
      </p:sp>
      <p:sp>
        <p:nvSpPr>
          <p:cNvPr id="56" name="TextBox 55">
            <a:extLst>
              <a:ext uri="{FF2B5EF4-FFF2-40B4-BE49-F238E27FC236}">
                <a16:creationId xmlns:a16="http://schemas.microsoft.com/office/drawing/2014/main" id="{7B78DE71-2C01-78F1-AC54-E0FF8CE39FAA}"/>
              </a:ext>
            </a:extLst>
          </p:cNvPr>
          <p:cNvSpPr txBox="1"/>
          <p:nvPr/>
        </p:nvSpPr>
        <p:spPr>
          <a:xfrm>
            <a:off x="279536" y="5624397"/>
            <a:ext cx="6281146" cy="307777"/>
          </a:xfrm>
          <a:prstGeom prst="rect">
            <a:avLst/>
          </a:prstGeom>
          <a:noFill/>
        </p:spPr>
        <p:txBody>
          <a:bodyPr wrap="square">
            <a:spAutoFit/>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kumimoji="0" lang="en-US" sz="1400" b="0" u="none" strike="noStrike" kern="1200" cap="none" spc="0" normalizeH="0" baseline="0" noProof="0">
                <a:ln>
                  <a:noFill/>
                </a:ln>
                <a:solidFill>
                  <a:srgbClr val="0070C0"/>
                </a:solidFill>
                <a:effectLst/>
                <a:uLnTx/>
                <a:uFillTx/>
                <a:latin typeface="Arial" panose="020B0604020202020204" pitchFamily="34" charset="0"/>
                <a:ea typeface="+mn-ea"/>
                <a:cs typeface="Arial" panose="020B0604020202020204" pitchFamily="34" charset="0"/>
              </a:rPr>
              <a:t>Ra xa vân</a:t>
            </a:r>
            <a:r>
              <a:rPr kumimoji="0" lang="en-US" sz="1400" b="0" u="none" strike="noStrike" kern="1200" cap="none" spc="0" normalizeH="0" noProof="0">
                <a:ln>
                  <a:noFill/>
                </a:ln>
                <a:solidFill>
                  <a:srgbClr val="0070C0"/>
                </a:solidFill>
                <a:effectLst/>
                <a:uLnTx/>
                <a:uFillTx/>
                <a:latin typeface="Arial" panose="020B0604020202020204" pitchFamily="34" charset="0"/>
                <a:ea typeface="+mn-ea"/>
                <a:cs typeface="Arial" panose="020B0604020202020204" pitchFamily="34" charset="0"/>
              </a:rPr>
              <a:t> trắng giữa, các quang phổ bậc khác nhau có thể chồng lên nhau, </a:t>
            </a:r>
            <a:endParaRPr kumimoji="0" lang="en-US" sz="1400" b="0" u="none" strike="noStrike" kern="1200" cap="none" spc="0" normalizeH="0" baseline="0" noProof="0">
              <a:ln>
                <a:noFill/>
              </a:ln>
              <a:solidFill>
                <a:srgbClr val="0070C0"/>
              </a:solidFill>
              <a:effectLst/>
              <a:uLnTx/>
              <a:uFillTx/>
              <a:latin typeface="Arial" panose="020B0604020202020204" pitchFamily="34" charset="0"/>
              <a:ea typeface="+mn-ea"/>
              <a:cs typeface="Arial" panose="020B0604020202020204" pitchFamily="34" charset="0"/>
            </a:endParaRPr>
          </a:p>
        </p:txBody>
      </p:sp>
    </p:spTree>
    <p:extLst>
      <p:ext uri="{BB962C8B-B14F-4D97-AF65-F5344CB8AC3E}">
        <p14:creationId xmlns:p14="http://schemas.microsoft.com/office/powerpoint/2010/main" val="427084149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 calcmode="lin" valueType="num">
                                      <p:cBhvr additive="base">
                                        <p:cTn id="7" dur="500" fill="hold"/>
                                        <p:tgtEl>
                                          <p:spTgt spid="8"/>
                                        </p:tgtEl>
                                        <p:attrNameLst>
                                          <p:attrName>ppt_x</p:attrName>
                                        </p:attrNameLst>
                                      </p:cBhvr>
                                      <p:tavLst>
                                        <p:tav tm="0">
                                          <p:val>
                                            <p:strVal val="#ppt_x"/>
                                          </p:val>
                                        </p:tav>
                                        <p:tav tm="100000">
                                          <p:val>
                                            <p:strVal val="#ppt_x"/>
                                          </p:val>
                                        </p:tav>
                                      </p:tavLst>
                                    </p:anim>
                                    <p:anim calcmode="lin" valueType="num">
                                      <p:cBhvr additive="base">
                                        <p:cTn id="8" dur="500" fill="hold"/>
                                        <p:tgtEl>
                                          <p:spTgt spid="8"/>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42" presetClass="entr" presetSubtype="0" fill="hold" grpId="0" nodeType="clickEffect">
                                  <p:stCondLst>
                                    <p:cond delay="0"/>
                                  </p:stCondLst>
                                  <p:childTnLst>
                                    <p:set>
                                      <p:cBhvr>
                                        <p:cTn id="12" dur="1" fill="hold">
                                          <p:stCondLst>
                                            <p:cond delay="0"/>
                                          </p:stCondLst>
                                        </p:cTn>
                                        <p:tgtEl>
                                          <p:spTgt spid="9"/>
                                        </p:tgtEl>
                                        <p:attrNameLst>
                                          <p:attrName>style.visibility</p:attrName>
                                        </p:attrNameLst>
                                      </p:cBhvr>
                                      <p:to>
                                        <p:strVal val="visible"/>
                                      </p:to>
                                    </p:set>
                                    <p:animEffect transition="in" filter="fade">
                                      <p:cBhvr>
                                        <p:cTn id="13" dur="1000"/>
                                        <p:tgtEl>
                                          <p:spTgt spid="9"/>
                                        </p:tgtEl>
                                      </p:cBhvr>
                                    </p:animEffect>
                                    <p:anim calcmode="lin" valueType="num">
                                      <p:cBhvr>
                                        <p:cTn id="14" dur="1000" fill="hold"/>
                                        <p:tgtEl>
                                          <p:spTgt spid="9"/>
                                        </p:tgtEl>
                                        <p:attrNameLst>
                                          <p:attrName>ppt_x</p:attrName>
                                        </p:attrNameLst>
                                      </p:cBhvr>
                                      <p:tavLst>
                                        <p:tav tm="0">
                                          <p:val>
                                            <p:strVal val="#ppt_x"/>
                                          </p:val>
                                        </p:tav>
                                        <p:tav tm="100000">
                                          <p:val>
                                            <p:strVal val="#ppt_x"/>
                                          </p:val>
                                        </p:tav>
                                      </p:tavLst>
                                    </p:anim>
                                    <p:anim calcmode="lin" valueType="num">
                                      <p:cBhvr>
                                        <p:cTn id="15" dur="1000" fill="hold"/>
                                        <p:tgtEl>
                                          <p:spTgt spid="9"/>
                                        </p:tgtEl>
                                        <p:attrNameLst>
                                          <p:attrName>ppt_y</p:attrName>
                                        </p:attrNameLst>
                                      </p:cBhvr>
                                      <p:tavLst>
                                        <p:tav tm="0">
                                          <p:val>
                                            <p:strVal val="#ppt_y+.1"/>
                                          </p:val>
                                        </p:tav>
                                        <p:tav tm="100000">
                                          <p:val>
                                            <p:strVal val="#ppt_y"/>
                                          </p:val>
                                        </p:tav>
                                      </p:tavLst>
                                    </p:anim>
                                  </p:childTnLst>
                                </p:cTn>
                              </p:par>
                            </p:childTnLst>
                          </p:cTn>
                        </p:par>
                      </p:childTnLst>
                    </p:cTn>
                  </p:par>
                  <p:par>
                    <p:cTn id="16" fill="hold">
                      <p:stCondLst>
                        <p:cond delay="indefinite"/>
                      </p:stCondLst>
                      <p:childTnLst>
                        <p:par>
                          <p:cTn id="17" fill="hold">
                            <p:stCondLst>
                              <p:cond delay="0"/>
                            </p:stCondLst>
                            <p:childTnLst>
                              <p:par>
                                <p:cTn id="18" presetID="6" presetClass="entr" presetSubtype="16" fill="hold" nodeType="clickEffect">
                                  <p:stCondLst>
                                    <p:cond delay="0"/>
                                  </p:stCondLst>
                                  <p:childTnLst>
                                    <p:set>
                                      <p:cBhvr>
                                        <p:cTn id="19" dur="1" fill="hold">
                                          <p:stCondLst>
                                            <p:cond delay="0"/>
                                          </p:stCondLst>
                                        </p:cTn>
                                        <p:tgtEl>
                                          <p:spTgt spid="39"/>
                                        </p:tgtEl>
                                        <p:attrNameLst>
                                          <p:attrName>style.visibility</p:attrName>
                                        </p:attrNameLst>
                                      </p:cBhvr>
                                      <p:to>
                                        <p:strVal val="visible"/>
                                      </p:to>
                                    </p:set>
                                    <p:animEffect transition="in" filter="circle(in)">
                                      <p:cBhvr>
                                        <p:cTn id="20" dur="2000"/>
                                        <p:tgtEl>
                                          <p:spTgt spid="39"/>
                                        </p:tgtEl>
                                      </p:cBhvr>
                                    </p:animEffect>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40"/>
                                        </p:tgtEl>
                                        <p:attrNameLst>
                                          <p:attrName>style.visibility</p:attrName>
                                        </p:attrNameLst>
                                      </p:cBhvr>
                                      <p:to>
                                        <p:strVal val="visible"/>
                                      </p:to>
                                    </p:set>
                                    <p:anim calcmode="lin" valueType="num">
                                      <p:cBhvr additive="base">
                                        <p:cTn id="25" dur="500" fill="hold"/>
                                        <p:tgtEl>
                                          <p:spTgt spid="40"/>
                                        </p:tgtEl>
                                        <p:attrNameLst>
                                          <p:attrName>ppt_x</p:attrName>
                                        </p:attrNameLst>
                                      </p:cBhvr>
                                      <p:tavLst>
                                        <p:tav tm="0">
                                          <p:val>
                                            <p:strVal val="#ppt_x"/>
                                          </p:val>
                                        </p:tav>
                                        <p:tav tm="100000">
                                          <p:val>
                                            <p:strVal val="#ppt_x"/>
                                          </p:val>
                                        </p:tav>
                                      </p:tavLst>
                                    </p:anim>
                                    <p:anim calcmode="lin" valueType="num">
                                      <p:cBhvr additive="base">
                                        <p:cTn id="26" dur="500" fill="hold"/>
                                        <p:tgtEl>
                                          <p:spTgt spid="40"/>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42" presetClass="entr" presetSubtype="0" fill="hold" nodeType="clickEffect">
                                  <p:stCondLst>
                                    <p:cond delay="0"/>
                                  </p:stCondLst>
                                  <p:childTnLst>
                                    <p:set>
                                      <p:cBhvr>
                                        <p:cTn id="30" dur="1" fill="hold">
                                          <p:stCondLst>
                                            <p:cond delay="0"/>
                                          </p:stCondLst>
                                        </p:cTn>
                                        <p:tgtEl>
                                          <p:spTgt spid="41"/>
                                        </p:tgtEl>
                                        <p:attrNameLst>
                                          <p:attrName>style.visibility</p:attrName>
                                        </p:attrNameLst>
                                      </p:cBhvr>
                                      <p:to>
                                        <p:strVal val="visible"/>
                                      </p:to>
                                    </p:set>
                                    <p:animEffect transition="in" filter="fade">
                                      <p:cBhvr>
                                        <p:cTn id="31" dur="1000"/>
                                        <p:tgtEl>
                                          <p:spTgt spid="41"/>
                                        </p:tgtEl>
                                      </p:cBhvr>
                                    </p:animEffect>
                                    <p:anim calcmode="lin" valueType="num">
                                      <p:cBhvr>
                                        <p:cTn id="32" dur="1000" fill="hold"/>
                                        <p:tgtEl>
                                          <p:spTgt spid="41"/>
                                        </p:tgtEl>
                                        <p:attrNameLst>
                                          <p:attrName>ppt_x</p:attrName>
                                        </p:attrNameLst>
                                      </p:cBhvr>
                                      <p:tavLst>
                                        <p:tav tm="0">
                                          <p:val>
                                            <p:strVal val="#ppt_x"/>
                                          </p:val>
                                        </p:tav>
                                        <p:tav tm="100000">
                                          <p:val>
                                            <p:strVal val="#ppt_x"/>
                                          </p:val>
                                        </p:tav>
                                      </p:tavLst>
                                    </p:anim>
                                    <p:anim calcmode="lin" valueType="num">
                                      <p:cBhvr>
                                        <p:cTn id="33" dur="1000" fill="hold"/>
                                        <p:tgtEl>
                                          <p:spTgt spid="41"/>
                                        </p:tgtEl>
                                        <p:attrNameLst>
                                          <p:attrName>ppt_y</p:attrName>
                                        </p:attrNameLst>
                                      </p:cBhvr>
                                      <p:tavLst>
                                        <p:tav tm="0">
                                          <p:val>
                                            <p:strVal val="#ppt_y+.1"/>
                                          </p:val>
                                        </p:tav>
                                        <p:tav tm="100000">
                                          <p:val>
                                            <p:strVal val="#ppt_y"/>
                                          </p:val>
                                        </p:tav>
                                      </p:tavLst>
                                    </p:anim>
                                  </p:childTnLst>
                                </p:cTn>
                              </p:par>
                            </p:childTnLst>
                          </p:cTn>
                        </p:par>
                      </p:childTnLst>
                    </p:cTn>
                  </p:par>
                  <p:par>
                    <p:cTn id="34" fill="hold">
                      <p:stCondLst>
                        <p:cond delay="indefinite"/>
                      </p:stCondLst>
                      <p:childTnLst>
                        <p:par>
                          <p:cTn id="35" fill="hold">
                            <p:stCondLst>
                              <p:cond delay="0"/>
                            </p:stCondLst>
                            <p:childTnLst>
                              <p:par>
                                <p:cTn id="36" presetID="42" presetClass="entr" presetSubtype="0" fill="hold" grpId="0" nodeType="clickEffect">
                                  <p:stCondLst>
                                    <p:cond delay="0"/>
                                  </p:stCondLst>
                                  <p:childTnLst>
                                    <p:set>
                                      <p:cBhvr>
                                        <p:cTn id="37" dur="1" fill="hold">
                                          <p:stCondLst>
                                            <p:cond delay="0"/>
                                          </p:stCondLst>
                                        </p:cTn>
                                        <p:tgtEl>
                                          <p:spTgt spid="44"/>
                                        </p:tgtEl>
                                        <p:attrNameLst>
                                          <p:attrName>style.visibility</p:attrName>
                                        </p:attrNameLst>
                                      </p:cBhvr>
                                      <p:to>
                                        <p:strVal val="visible"/>
                                      </p:to>
                                    </p:set>
                                    <p:animEffect transition="in" filter="fade">
                                      <p:cBhvr>
                                        <p:cTn id="38" dur="1000"/>
                                        <p:tgtEl>
                                          <p:spTgt spid="44"/>
                                        </p:tgtEl>
                                      </p:cBhvr>
                                    </p:animEffect>
                                    <p:anim calcmode="lin" valueType="num">
                                      <p:cBhvr>
                                        <p:cTn id="39" dur="1000" fill="hold"/>
                                        <p:tgtEl>
                                          <p:spTgt spid="44"/>
                                        </p:tgtEl>
                                        <p:attrNameLst>
                                          <p:attrName>ppt_x</p:attrName>
                                        </p:attrNameLst>
                                      </p:cBhvr>
                                      <p:tavLst>
                                        <p:tav tm="0">
                                          <p:val>
                                            <p:strVal val="#ppt_x"/>
                                          </p:val>
                                        </p:tav>
                                        <p:tav tm="100000">
                                          <p:val>
                                            <p:strVal val="#ppt_x"/>
                                          </p:val>
                                        </p:tav>
                                      </p:tavLst>
                                    </p:anim>
                                    <p:anim calcmode="lin" valueType="num">
                                      <p:cBhvr>
                                        <p:cTn id="40" dur="1000" fill="hold"/>
                                        <p:tgtEl>
                                          <p:spTgt spid="44"/>
                                        </p:tgtEl>
                                        <p:attrNameLst>
                                          <p:attrName>ppt_y</p:attrName>
                                        </p:attrNameLst>
                                      </p:cBhvr>
                                      <p:tavLst>
                                        <p:tav tm="0">
                                          <p:val>
                                            <p:strVal val="#ppt_y+.1"/>
                                          </p:val>
                                        </p:tav>
                                        <p:tav tm="100000">
                                          <p:val>
                                            <p:strVal val="#ppt_y"/>
                                          </p:val>
                                        </p:tav>
                                      </p:tavLst>
                                    </p:anim>
                                  </p:childTnLst>
                                </p:cTn>
                              </p:par>
                            </p:childTnLst>
                          </p:cTn>
                        </p:par>
                      </p:childTnLst>
                    </p:cTn>
                  </p:par>
                  <p:par>
                    <p:cTn id="41" fill="hold">
                      <p:stCondLst>
                        <p:cond delay="indefinite"/>
                      </p:stCondLst>
                      <p:childTnLst>
                        <p:par>
                          <p:cTn id="42" fill="hold">
                            <p:stCondLst>
                              <p:cond delay="0"/>
                            </p:stCondLst>
                            <p:childTnLst>
                              <p:par>
                                <p:cTn id="43" presetID="6" presetClass="entr" presetSubtype="16" fill="hold" nodeType="clickEffect">
                                  <p:stCondLst>
                                    <p:cond delay="0"/>
                                  </p:stCondLst>
                                  <p:childTnLst>
                                    <p:set>
                                      <p:cBhvr>
                                        <p:cTn id="44" dur="1" fill="hold">
                                          <p:stCondLst>
                                            <p:cond delay="0"/>
                                          </p:stCondLst>
                                        </p:cTn>
                                        <p:tgtEl>
                                          <p:spTgt spid="43"/>
                                        </p:tgtEl>
                                        <p:attrNameLst>
                                          <p:attrName>style.visibility</p:attrName>
                                        </p:attrNameLst>
                                      </p:cBhvr>
                                      <p:to>
                                        <p:strVal val="visible"/>
                                      </p:to>
                                    </p:set>
                                    <p:animEffect transition="in" filter="circle(in)">
                                      <p:cBhvr>
                                        <p:cTn id="45" dur="2000"/>
                                        <p:tgtEl>
                                          <p:spTgt spid="43"/>
                                        </p:tgtEl>
                                      </p:cBhvr>
                                    </p:animEffect>
                                  </p:childTnLst>
                                </p:cTn>
                              </p:par>
                            </p:childTnLst>
                          </p:cTn>
                        </p:par>
                      </p:childTnLst>
                    </p:cTn>
                  </p:par>
                  <p:par>
                    <p:cTn id="46" fill="hold">
                      <p:stCondLst>
                        <p:cond delay="indefinite"/>
                      </p:stCondLst>
                      <p:childTnLst>
                        <p:par>
                          <p:cTn id="47" fill="hold">
                            <p:stCondLst>
                              <p:cond delay="0"/>
                            </p:stCondLst>
                            <p:childTnLst>
                              <p:par>
                                <p:cTn id="48" presetID="42" presetClass="entr" presetSubtype="0" fill="hold" grpId="0" nodeType="clickEffect">
                                  <p:stCondLst>
                                    <p:cond delay="0"/>
                                  </p:stCondLst>
                                  <p:childTnLst>
                                    <p:set>
                                      <p:cBhvr>
                                        <p:cTn id="49" dur="1" fill="hold">
                                          <p:stCondLst>
                                            <p:cond delay="0"/>
                                          </p:stCondLst>
                                        </p:cTn>
                                        <p:tgtEl>
                                          <p:spTgt spid="46"/>
                                        </p:tgtEl>
                                        <p:attrNameLst>
                                          <p:attrName>style.visibility</p:attrName>
                                        </p:attrNameLst>
                                      </p:cBhvr>
                                      <p:to>
                                        <p:strVal val="visible"/>
                                      </p:to>
                                    </p:set>
                                    <p:animEffect transition="in" filter="fade">
                                      <p:cBhvr>
                                        <p:cTn id="50" dur="1000"/>
                                        <p:tgtEl>
                                          <p:spTgt spid="46"/>
                                        </p:tgtEl>
                                      </p:cBhvr>
                                    </p:animEffect>
                                    <p:anim calcmode="lin" valueType="num">
                                      <p:cBhvr>
                                        <p:cTn id="51" dur="1000" fill="hold"/>
                                        <p:tgtEl>
                                          <p:spTgt spid="46"/>
                                        </p:tgtEl>
                                        <p:attrNameLst>
                                          <p:attrName>ppt_x</p:attrName>
                                        </p:attrNameLst>
                                      </p:cBhvr>
                                      <p:tavLst>
                                        <p:tav tm="0">
                                          <p:val>
                                            <p:strVal val="#ppt_x"/>
                                          </p:val>
                                        </p:tav>
                                        <p:tav tm="100000">
                                          <p:val>
                                            <p:strVal val="#ppt_x"/>
                                          </p:val>
                                        </p:tav>
                                      </p:tavLst>
                                    </p:anim>
                                    <p:anim calcmode="lin" valueType="num">
                                      <p:cBhvr>
                                        <p:cTn id="52" dur="1000" fill="hold"/>
                                        <p:tgtEl>
                                          <p:spTgt spid="46"/>
                                        </p:tgtEl>
                                        <p:attrNameLst>
                                          <p:attrName>ppt_y</p:attrName>
                                        </p:attrNameLst>
                                      </p:cBhvr>
                                      <p:tavLst>
                                        <p:tav tm="0">
                                          <p:val>
                                            <p:strVal val="#ppt_y+.1"/>
                                          </p:val>
                                        </p:tav>
                                        <p:tav tm="100000">
                                          <p:val>
                                            <p:strVal val="#ppt_y"/>
                                          </p:val>
                                        </p:tav>
                                      </p:tavLst>
                                    </p:anim>
                                  </p:childTnLst>
                                </p:cTn>
                              </p:par>
                            </p:childTnLst>
                          </p:cTn>
                        </p:par>
                      </p:childTnLst>
                    </p:cTn>
                  </p:par>
                  <p:par>
                    <p:cTn id="53" fill="hold">
                      <p:stCondLst>
                        <p:cond delay="indefinite"/>
                      </p:stCondLst>
                      <p:childTnLst>
                        <p:par>
                          <p:cTn id="54" fill="hold">
                            <p:stCondLst>
                              <p:cond delay="0"/>
                            </p:stCondLst>
                            <p:childTnLst>
                              <p:par>
                                <p:cTn id="55" presetID="42" presetClass="entr" presetSubtype="0" fill="hold" grpId="0" nodeType="clickEffect">
                                  <p:stCondLst>
                                    <p:cond delay="0"/>
                                  </p:stCondLst>
                                  <p:childTnLst>
                                    <p:set>
                                      <p:cBhvr>
                                        <p:cTn id="56" dur="1" fill="hold">
                                          <p:stCondLst>
                                            <p:cond delay="0"/>
                                          </p:stCondLst>
                                        </p:cTn>
                                        <p:tgtEl>
                                          <p:spTgt spid="47"/>
                                        </p:tgtEl>
                                        <p:attrNameLst>
                                          <p:attrName>style.visibility</p:attrName>
                                        </p:attrNameLst>
                                      </p:cBhvr>
                                      <p:to>
                                        <p:strVal val="visible"/>
                                      </p:to>
                                    </p:set>
                                    <p:animEffect transition="in" filter="fade">
                                      <p:cBhvr>
                                        <p:cTn id="57" dur="1000"/>
                                        <p:tgtEl>
                                          <p:spTgt spid="47"/>
                                        </p:tgtEl>
                                      </p:cBhvr>
                                    </p:animEffect>
                                    <p:anim calcmode="lin" valueType="num">
                                      <p:cBhvr>
                                        <p:cTn id="58" dur="1000" fill="hold"/>
                                        <p:tgtEl>
                                          <p:spTgt spid="47"/>
                                        </p:tgtEl>
                                        <p:attrNameLst>
                                          <p:attrName>ppt_x</p:attrName>
                                        </p:attrNameLst>
                                      </p:cBhvr>
                                      <p:tavLst>
                                        <p:tav tm="0">
                                          <p:val>
                                            <p:strVal val="#ppt_x"/>
                                          </p:val>
                                        </p:tav>
                                        <p:tav tm="100000">
                                          <p:val>
                                            <p:strVal val="#ppt_x"/>
                                          </p:val>
                                        </p:tav>
                                      </p:tavLst>
                                    </p:anim>
                                    <p:anim calcmode="lin" valueType="num">
                                      <p:cBhvr>
                                        <p:cTn id="59" dur="1000" fill="hold"/>
                                        <p:tgtEl>
                                          <p:spTgt spid="47"/>
                                        </p:tgtEl>
                                        <p:attrNameLst>
                                          <p:attrName>ppt_y</p:attrName>
                                        </p:attrNameLst>
                                      </p:cBhvr>
                                      <p:tavLst>
                                        <p:tav tm="0">
                                          <p:val>
                                            <p:strVal val="#ppt_y+.1"/>
                                          </p:val>
                                        </p:tav>
                                        <p:tav tm="100000">
                                          <p:val>
                                            <p:strVal val="#ppt_y"/>
                                          </p:val>
                                        </p:tav>
                                      </p:tavLst>
                                    </p:anim>
                                  </p:childTnLst>
                                </p:cTn>
                              </p:par>
                            </p:childTnLst>
                          </p:cTn>
                        </p:par>
                      </p:childTnLst>
                    </p:cTn>
                  </p:par>
                  <p:par>
                    <p:cTn id="60" fill="hold">
                      <p:stCondLst>
                        <p:cond delay="indefinite"/>
                      </p:stCondLst>
                      <p:childTnLst>
                        <p:par>
                          <p:cTn id="61" fill="hold">
                            <p:stCondLst>
                              <p:cond delay="0"/>
                            </p:stCondLst>
                            <p:childTnLst>
                              <p:par>
                                <p:cTn id="62" presetID="42" presetClass="entr" presetSubtype="0" fill="hold" grpId="0" nodeType="clickEffect">
                                  <p:stCondLst>
                                    <p:cond delay="0"/>
                                  </p:stCondLst>
                                  <p:childTnLst>
                                    <p:set>
                                      <p:cBhvr>
                                        <p:cTn id="63" dur="1" fill="hold">
                                          <p:stCondLst>
                                            <p:cond delay="0"/>
                                          </p:stCondLst>
                                        </p:cTn>
                                        <p:tgtEl>
                                          <p:spTgt spid="50"/>
                                        </p:tgtEl>
                                        <p:attrNameLst>
                                          <p:attrName>style.visibility</p:attrName>
                                        </p:attrNameLst>
                                      </p:cBhvr>
                                      <p:to>
                                        <p:strVal val="visible"/>
                                      </p:to>
                                    </p:set>
                                    <p:animEffect transition="in" filter="fade">
                                      <p:cBhvr>
                                        <p:cTn id="64" dur="1000"/>
                                        <p:tgtEl>
                                          <p:spTgt spid="50"/>
                                        </p:tgtEl>
                                      </p:cBhvr>
                                    </p:animEffect>
                                    <p:anim calcmode="lin" valueType="num">
                                      <p:cBhvr>
                                        <p:cTn id="65" dur="1000" fill="hold"/>
                                        <p:tgtEl>
                                          <p:spTgt spid="50"/>
                                        </p:tgtEl>
                                        <p:attrNameLst>
                                          <p:attrName>ppt_x</p:attrName>
                                        </p:attrNameLst>
                                      </p:cBhvr>
                                      <p:tavLst>
                                        <p:tav tm="0">
                                          <p:val>
                                            <p:strVal val="#ppt_x"/>
                                          </p:val>
                                        </p:tav>
                                        <p:tav tm="100000">
                                          <p:val>
                                            <p:strVal val="#ppt_x"/>
                                          </p:val>
                                        </p:tav>
                                      </p:tavLst>
                                    </p:anim>
                                    <p:anim calcmode="lin" valueType="num">
                                      <p:cBhvr>
                                        <p:cTn id="66" dur="1000" fill="hold"/>
                                        <p:tgtEl>
                                          <p:spTgt spid="50"/>
                                        </p:tgtEl>
                                        <p:attrNameLst>
                                          <p:attrName>ppt_y</p:attrName>
                                        </p:attrNameLst>
                                      </p:cBhvr>
                                      <p:tavLst>
                                        <p:tav tm="0">
                                          <p:val>
                                            <p:strVal val="#ppt_y+.1"/>
                                          </p:val>
                                        </p:tav>
                                        <p:tav tm="100000">
                                          <p:val>
                                            <p:strVal val="#ppt_y"/>
                                          </p:val>
                                        </p:tav>
                                      </p:tavLst>
                                    </p:anim>
                                  </p:childTnLst>
                                </p:cTn>
                              </p:par>
                            </p:childTnLst>
                          </p:cTn>
                        </p:par>
                      </p:childTnLst>
                    </p:cTn>
                  </p:par>
                  <p:par>
                    <p:cTn id="67" fill="hold">
                      <p:stCondLst>
                        <p:cond delay="indefinite"/>
                      </p:stCondLst>
                      <p:childTnLst>
                        <p:par>
                          <p:cTn id="68" fill="hold">
                            <p:stCondLst>
                              <p:cond delay="0"/>
                            </p:stCondLst>
                            <p:childTnLst>
                              <p:par>
                                <p:cTn id="69" presetID="6" presetClass="entr" presetSubtype="16" fill="hold" nodeType="clickEffect">
                                  <p:stCondLst>
                                    <p:cond delay="0"/>
                                  </p:stCondLst>
                                  <p:childTnLst>
                                    <p:set>
                                      <p:cBhvr>
                                        <p:cTn id="70" dur="1" fill="hold">
                                          <p:stCondLst>
                                            <p:cond delay="0"/>
                                          </p:stCondLst>
                                        </p:cTn>
                                        <p:tgtEl>
                                          <p:spTgt spid="49"/>
                                        </p:tgtEl>
                                        <p:attrNameLst>
                                          <p:attrName>style.visibility</p:attrName>
                                        </p:attrNameLst>
                                      </p:cBhvr>
                                      <p:to>
                                        <p:strVal val="visible"/>
                                      </p:to>
                                    </p:set>
                                    <p:animEffect transition="in" filter="circle(in)">
                                      <p:cBhvr>
                                        <p:cTn id="71" dur="2000"/>
                                        <p:tgtEl>
                                          <p:spTgt spid="49"/>
                                        </p:tgtEl>
                                      </p:cBhvr>
                                    </p:animEffect>
                                  </p:childTnLst>
                                </p:cTn>
                              </p:par>
                            </p:childTnLst>
                          </p:cTn>
                        </p:par>
                      </p:childTnLst>
                    </p:cTn>
                  </p:par>
                  <p:par>
                    <p:cTn id="72" fill="hold">
                      <p:stCondLst>
                        <p:cond delay="indefinite"/>
                      </p:stCondLst>
                      <p:childTnLst>
                        <p:par>
                          <p:cTn id="73" fill="hold">
                            <p:stCondLst>
                              <p:cond delay="0"/>
                            </p:stCondLst>
                            <p:childTnLst>
                              <p:par>
                                <p:cTn id="74" presetID="42" presetClass="entr" presetSubtype="0" fill="hold" grpId="0" nodeType="clickEffect">
                                  <p:stCondLst>
                                    <p:cond delay="0"/>
                                  </p:stCondLst>
                                  <p:childTnLst>
                                    <p:set>
                                      <p:cBhvr>
                                        <p:cTn id="75" dur="1" fill="hold">
                                          <p:stCondLst>
                                            <p:cond delay="0"/>
                                          </p:stCondLst>
                                        </p:cTn>
                                        <p:tgtEl>
                                          <p:spTgt spid="52"/>
                                        </p:tgtEl>
                                        <p:attrNameLst>
                                          <p:attrName>style.visibility</p:attrName>
                                        </p:attrNameLst>
                                      </p:cBhvr>
                                      <p:to>
                                        <p:strVal val="visible"/>
                                      </p:to>
                                    </p:set>
                                    <p:animEffect transition="in" filter="fade">
                                      <p:cBhvr>
                                        <p:cTn id="76" dur="1000"/>
                                        <p:tgtEl>
                                          <p:spTgt spid="52"/>
                                        </p:tgtEl>
                                      </p:cBhvr>
                                    </p:animEffect>
                                    <p:anim calcmode="lin" valueType="num">
                                      <p:cBhvr>
                                        <p:cTn id="77" dur="1000" fill="hold"/>
                                        <p:tgtEl>
                                          <p:spTgt spid="52"/>
                                        </p:tgtEl>
                                        <p:attrNameLst>
                                          <p:attrName>ppt_x</p:attrName>
                                        </p:attrNameLst>
                                      </p:cBhvr>
                                      <p:tavLst>
                                        <p:tav tm="0">
                                          <p:val>
                                            <p:strVal val="#ppt_x"/>
                                          </p:val>
                                        </p:tav>
                                        <p:tav tm="100000">
                                          <p:val>
                                            <p:strVal val="#ppt_x"/>
                                          </p:val>
                                        </p:tav>
                                      </p:tavLst>
                                    </p:anim>
                                    <p:anim calcmode="lin" valueType="num">
                                      <p:cBhvr>
                                        <p:cTn id="78" dur="1000" fill="hold"/>
                                        <p:tgtEl>
                                          <p:spTgt spid="52"/>
                                        </p:tgtEl>
                                        <p:attrNameLst>
                                          <p:attrName>ppt_y</p:attrName>
                                        </p:attrNameLst>
                                      </p:cBhvr>
                                      <p:tavLst>
                                        <p:tav tm="0">
                                          <p:val>
                                            <p:strVal val="#ppt_y+.1"/>
                                          </p:val>
                                        </p:tav>
                                        <p:tav tm="100000">
                                          <p:val>
                                            <p:strVal val="#ppt_y"/>
                                          </p:val>
                                        </p:tav>
                                      </p:tavLst>
                                    </p:anim>
                                  </p:childTnLst>
                                </p:cTn>
                              </p:par>
                            </p:childTnLst>
                          </p:cTn>
                        </p:par>
                      </p:childTnLst>
                    </p:cTn>
                  </p:par>
                  <p:par>
                    <p:cTn id="79" fill="hold">
                      <p:stCondLst>
                        <p:cond delay="indefinite"/>
                      </p:stCondLst>
                      <p:childTnLst>
                        <p:par>
                          <p:cTn id="80" fill="hold">
                            <p:stCondLst>
                              <p:cond delay="0"/>
                            </p:stCondLst>
                            <p:childTnLst>
                              <p:par>
                                <p:cTn id="81" presetID="6" presetClass="entr" presetSubtype="16" fill="hold" nodeType="clickEffect">
                                  <p:stCondLst>
                                    <p:cond delay="0"/>
                                  </p:stCondLst>
                                  <p:childTnLst>
                                    <p:set>
                                      <p:cBhvr>
                                        <p:cTn id="82" dur="1" fill="hold">
                                          <p:stCondLst>
                                            <p:cond delay="0"/>
                                          </p:stCondLst>
                                        </p:cTn>
                                        <p:tgtEl>
                                          <p:spTgt spid="51"/>
                                        </p:tgtEl>
                                        <p:attrNameLst>
                                          <p:attrName>style.visibility</p:attrName>
                                        </p:attrNameLst>
                                      </p:cBhvr>
                                      <p:to>
                                        <p:strVal val="visible"/>
                                      </p:to>
                                    </p:set>
                                    <p:animEffect transition="in" filter="circle(in)">
                                      <p:cBhvr>
                                        <p:cTn id="83" dur="2000"/>
                                        <p:tgtEl>
                                          <p:spTgt spid="51"/>
                                        </p:tgtEl>
                                      </p:cBhvr>
                                    </p:animEffect>
                                  </p:childTnLst>
                                </p:cTn>
                              </p:par>
                            </p:childTnLst>
                          </p:cTn>
                        </p:par>
                      </p:childTnLst>
                    </p:cTn>
                  </p:par>
                  <p:par>
                    <p:cTn id="84" fill="hold">
                      <p:stCondLst>
                        <p:cond delay="indefinite"/>
                      </p:stCondLst>
                      <p:childTnLst>
                        <p:par>
                          <p:cTn id="85" fill="hold">
                            <p:stCondLst>
                              <p:cond delay="0"/>
                            </p:stCondLst>
                            <p:childTnLst>
                              <p:par>
                                <p:cTn id="86" presetID="42" presetClass="entr" presetSubtype="0" fill="hold" grpId="0" nodeType="clickEffect">
                                  <p:stCondLst>
                                    <p:cond delay="0"/>
                                  </p:stCondLst>
                                  <p:childTnLst>
                                    <p:set>
                                      <p:cBhvr>
                                        <p:cTn id="87" dur="1" fill="hold">
                                          <p:stCondLst>
                                            <p:cond delay="0"/>
                                          </p:stCondLst>
                                        </p:cTn>
                                        <p:tgtEl>
                                          <p:spTgt spid="53"/>
                                        </p:tgtEl>
                                        <p:attrNameLst>
                                          <p:attrName>style.visibility</p:attrName>
                                        </p:attrNameLst>
                                      </p:cBhvr>
                                      <p:to>
                                        <p:strVal val="visible"/>
                                      </p:to>
                                    </p:set>
                                    <p:animEffect transition="in" filter="fade">
                                      <p:cBhvr>
                                        <p:cTn id="88" dur="1000"/>
                                        <p:tgtEl>
                                          <p:spTgt spid="53"/>
                                        </p:tgtEl>
                                      </p:cBhvr>
                                    </p:animEffect>
                                    <p:anim calcmode="lin" valueType="num">
                                      <p:cBhvr>
                                        <p:cTn id="89" dur="1000" fill="hold"/>
                                        <p:tgtEl>
                                          <p:spTgt spid="53"/>
                                        </p:tgtEl>
                                        <p:attrNameLst>
                                          <p:attrName>ppt_x</p:attrName>
                                        </p:attrNameLst>
                                      </p:cBhvr>
                                      <p:tavLst>
                                        <p:tav tm="0">
                                          <p:val>
                                            <p:strVal val="#ppt_x"/>
                                          </p:val>
                                        </p:tav>
                                        <p:tav tm="100000">
                                          <p:val>
                                            <p:strVal val="#ppt_x"/>
                                          </p:val>
                                        </p:tav>
                                      </p:tavLst>
                                    </p:anim>
                                    <p:anim calcmode="lin" valueType="num">
                                      <p:cBhvr>
                                        <p:cTn id="90" dur="1000" fill="hold"/>
                                        <p:tgtEl>
                                          <p:spTgt spid="53"/>
                                        </p:tgtEl>
                                        <p:attrNameLst>
                                          <p:attrName>ppt_y</p:attrName>
                                        </p:attrNameLst>
                                      </p:cBhvr>
                                      <p:tavLst>
                                        <p:tav tm="0">
                                          <p:val>
                                            <p:strVal val="#ppt_y+.1"/>
                                          </p:val>
                                        </p:tav>
                                        <p:tav tm="100000">
                                          <p:val>
                                            <p:strVal val="#ppt_y"/>
                                          </p:val>
                                        </p:tav>
                                      </p:tavLst>
                                    </p:anim>
                                  </p:childTnLst>
                                </p:cTn>
                              </p:par>
                            </p:childTnLst>
                          </p:cTn>
                        </p:par>
                      </p:childTnLst>
                    </p:cTn>
                  </p:par>
                  <p:par>
                    <p:cTn id="91" fill="hold">
                      <p:stCondLst>
                        <p:cond delay="indefinite"/>
                      </p:stCondLst>
                      <p:childTnLst>
                        <p:par>
                          <p:cTn id="92" fill="hold">
                            <p:stCondLst>
                              <p:cond delay="0"/>
                            </p:stCondLst>
                            <p:childTnLst>
                              <p:par>
                                <p:cTn id="93" presetID="42" presetClass="entr" presetSubtype="0" fill="hold" grpId="0" nodeType="clickEffect">
                                  <p:stCondLst>
                                    <p:cond delay="0"/>
                                  </p:stCondLst>
                                  <p:childTnLst>
                                    <p:set>
                                      <p:cBhvr>
                                        <p:cTn id="94" dur="1" fill="hold">
                                          <p:stCondLst>
                                            <p:cond delay="0"/>
                                          </p:stCondLst>
                                        </p:cTn>
                                        <p:tgtEl>
                                          <p:spTgt spid="54"/>
                                        </p:tgtEl>
                                        <p:attrNameLst>
                                          <p:attrName>style.visibility</p:attrName>
                                        </p:attrNameLst>
                                      </p:cBhvr>
                                      <p:to>
                                        <p:strVal val="visible"/>
                                      </p:to>
                                    </p:set>
                                    <p:animEffect transition="in" filter="fade">
                                      <p:cBhvr>
                                        <p:cTn id="95" dur="1000"/>
                                        <p:tgtEl>
                                          <p:spTgt spid="54"/>
                                        </p:tgtEl>
                                      </p:cBhvr>
                                    </p:animEffect>
                                    <p:anim calcmode="lin" valueType="num">
                                      <p:cBhvr>
                                        <p:cTn id="96" dur="1000" fill="hold"/>
                                        <p:tgtEl>
                                          <p:spTgt spid="54"/>
                                        </p:tgtEl>
                                        <p:attrNameLst>
                                          <p:attrName>ppt_x</p:attrName>
                                        </p:attrNameLst>
                                      </p:cBhvr>
                                      <p:tavLst>
                                        <p:tav tm="0">
                                          <p:val>
                                            <p:strVal val="#ppt_x"/>
                                          </p:val>
                                        </p:tav>
                                        <p:tav tm="100000">
                                          <p:val>
                                            <p:strVal val="#ppt_x"/>
                                          </p:val>
                                        </p:tav>
                                      </p:tavLst>
                                    </p:anim>
                                    <p:anim calcmode="lin" valueType="num">
                                      <p:cBhvr>
                                        <p:cTn id="97" dur="1000" fill="hold"/>
                                        <p:tgtEl>
                                          <p:spTgt spid="54"/>
                                        </p:tgtEl>
                                        <p:attrNameLst>
                                          <p:attrName>ppt_y</p:attrName>
                                        </p:attrNameLst>
                                      </p:cBhvr>
                                      <p:tavLst>
                                        <p:tav tm="0">
                                          <p:val>
                                            <p:strVal val="#ppt_y+.1"/>
                                          </p:val>
                                        </p:tav>
                                        <p:tav tm="100000">
                                          <p:val>
                                            <p:strVal val="#ppt_y"/>
                                          </p:val>
                                        </p:tav>
                                      </p:tavLst>
                                    </p:anim>
                                  </p:childTnLst>
                                </p:cTn>
                              </p:par>
                            </p:childTnLst>
                          </p:cTn>
                        </p:par>
                      </p:childTnLst>
                    </p:cTn>
                  </p:par>
                  <p:par>
                    <p:cTn id="98" fill="hold">
                      <p:stCondLst>
                        <p:cond delay="indefinite"/>
                      </p:stCondLst>
                      <p:childTnLst>
                        <p:par>
                          <p:cTn id="99" fill="hold">
                            <p:stCondLst>
                              <p:cond delay="0"/>
                            </p:stCondLst>
                            <p:childTnLst>
                              <p:par>
                                <p:cTn id="100" presetID="42" presetClass="entr" presetSubtype="0" fill="hold" grpId="0" nodeType="clickEffect">
                                  <p:stCondLst>
                                    <p:cond delay="0"/>
                                  </p:stCondLst>
                                  <p:childTnLst>
                                    <p:set>
                                      <p:cBhvr>
                                        <p:cTn id="101" dur="1" fill="hold">
                                          <p:stCondLst>
                                            <p:cond delay="0"/>
                                          </p:stCondLst>
                                        </p:cTn>
                                        <p:tgtEl>
                                          <p:spTgt spid="55"/>
                                        </p:tgtEl>
                                        <p:attrNameLst>
                                          <p:attrName>style.visibility</p:attrName>
                                        </p:attrNameLst>
                                      </p:cBhvr>
                                      <p:to>
                                        <p:strVal val="visible"/>
                                      </p:to>
                                    </p:set>
                                    <p:animEffect transition="in" filter="fade">
                                      <p:cBhvr>
                                        <p:cTn id="102" dur="1000"/>
                                        <p:tgtEl>
                                          <p:spTgt spid="55"/>
                                        </p:tgtEl>
                                      </p:cBhvr>
                                    </p:animEffect>
                                    <p:anim calcmode="lin" valueType="num">
                                      <p:cBhvr>
                                        <p:cTn id="103" dur="1000" fill="hold"/>
                                        <p:tgtEl>
                                          <p:spTgt spid="55"/>
                                        </p:tgtEl>
                                        <p:attrNameLst>
                                          <p:attrName>ppt_x</p:attrName>
                                        </p:attrNameLst>
                                      </p:cBhvr>
                                      <p:tavLst>
                                        <p:tav tm="0">
                                          <p:val>
                                            <p:strVal val="#ppt_x"/>
                                          </p:val>
                                        </p:tav>
                                        <p:tav tm="100000">
                                          <p:val>
                                            <p:strVal val="#ppt_x"/>
                                          </p:val>
                                        </p:tav>
                                      </p:tavLst>
                                    </p:anim>
                                    <p:anim calcmode="lin" valueType="num">
                                      <p:cBhvr>
                                        <p:cTn id="104" dur="1000" fill="hold"/>
                                        <p:tgtEl>
                                          <p:spTgt spid="55"/>
                                        </p:tgtEl>
                                        <p:attrNameLst>
                                          <p:attrName>ppt_y</p:attrName>
                                        </p:attrNameLst>
                                      </p:cBhvr>
                                      <p:tavLst>
                                        <p:tav tm="0">
                                          <p:val>
                                            <p:strVal val="#ppt_y+.1"/>
                                          </p:val>
                                        </p:tav>
                                        <p:tav tm="100000">
                                          <p:val>
                                            <p:strVal val="#ppt_y"/>
                                          </p:val>
                                        </p:tav>
                                      </p:tavLst>
                                    </p:anim>
                                  </p:childTnLst>
                                </p:cTn>
                              </p:par>
                            </p:childTnLst>
                          </p:cTn>
                        </p:par>
                      </p:childTnLst>
                    </p:cTn>
                  </p:par>
                  <p:par>
                    <p:cTn id="105" fill="hold">
                      <p:stCondLst>
                        <p:cond delay="indefinite"/>
                      </p:stCondLst>
                      <p:childTnLst>
                        <p:par>
                          <p:cTn id="106" fill="hold">
                            <p:stCondLst>
                              <p:cond delay="0"/>
                            </p:stCondLst>
                            <p:childTnLst>
                              <p:par>
                                <p:cTn id="107" presetID="42" presetClass="entr" presetSubtype="0" fill="hold" grpId="0" nodeType="clickEffect">
                                  <p:stCondLst>
                                    <p:cond delay="0"/>
                                  </p:stCondLst>
                                  <p:childTnLst>
                                    <p:set>
                                      <p:cBhvr>
                                        <p:cTn id="108" dur="1" fill="hold">
                                          <p:stCondLst>
                                            <p:cond delay="0"/>
                                          </p:stCondLst>
                                        </p:cTn>
                                        <p:tgtEl>
                                          <p:spTgt spid="56"/>
                                        </p:tgtEl>
                                        <p:attrNameLst>
                                          <p:attrName>style.visibility</p:attrName>
                                        </p:attrNameLst>
                                      </p:cBhvr>
                                      <p:to>
                                        <p:strVal val="visible"/>
                                      </p:to>
                                    </p:set>
                                    <p:animEffect transition="in" filter="fade">
                                      <p:cBhvr>
                                        <p:cTn id="109" dur="1000"/>
                                        <p:tgtEl>
                                          <p:spTgt spid="56"/>
                                        </p:tgtEl>
                                      </p:cBhvr>
                                    </p:animEffect>
                                    <p:anim calcmode="lin" valueType="num">
                                      <p:cBhvr>
                                        <p:cTn id="110" dur="1000" fill="hold"/>
                                        <p:tgtEl>
                                          <p:spTgt spid="56"/>
                                        </p:tgtEl>
                                        <p:attrNameLst>
                                          <p:attrName>ppt_x</p:attrName>
                                        </p:attrNameLst>
                                      </p:cBhvr>
                                      <p:tavLst>
                                        <p:tav tm="0">
                                          <p:val>
                                            <p:strVal val="#ppt_x"/>
                                          </p:val>
                                        </p:tav>
                                        <p:tav tm="100000">
                                          <p:val>
                                            <p:strVal val="#ppt_x"/>
                                          </p:val>
                                        </p:tav>
                                      </p:tavLst>
                                    </p:anim>
                                    <p:anim calcmode="lin" valueType="num">
                                      <p:cBhvr>
                                        <p:cTn id="111" dur="1000" fill="hold"/>
                                        <p:tgtEl>
                                          <p:spTgt spid="56"/>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9" grpId="0"/>
      <p:bldP spid="40" grpId="0"/>
      <p:bldP spid="44" grpId="0"/>
      <p:bldP spid="46" grpId="0"/>
      <p:bldP spid="47" grpId="0"/>
      <p:bldP spid="50" grpId="0"/>
      <p:bldP spid="52" grpId="0"/>
      <p:bldP spid="53" grpId="0"/>
      <p:bldP spid="54" grpId="0"/>
      <p:bldP spid="55" grpId="0"/>
      <p:bldP spid="56" grpId="0"/>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A280666-B65E-FC50-B79D-E30CEFFEF0B5}"/>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6D30D211-014A-9F17-4171-4D3A3C8D2348}"/>
              </a:ext>
            </a:extLst>
          </p:cNvPr>
          <p:cNvSpPr txBox="1"/>
          <p:nvPr/>
        </p:nvSpPr>
        <p:spPr>
          <a:xfrm>
            <a:off x="170687" y="109513"/>
            <a:ext cx="11863773" cy="1200329"/>
          </a:xfrm>
          <a:prstGeom prst="rect">
            <a:avLst/>
          </a:prstGeom>
          <a:noFill/>
        </p:spPr>
        <p:txBody>
          <a:bodyPr wrap="square" rtlCol="0">
            <a:spAutoFit/>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kumimoji="0" lang="en-US" sz="1800" b="1" i="1" u="none" strike="noStrike" kern="1200" cap="none" spc="0" normalizeH="0" baseline="0" noProof="0">
                <a:ln>
                  <a:noFill/>
                </a:ln>
                <a:solidFill>
                  <a:srgbClr val="FF0000"/>
                </a:solidFill>
                <a:effectLst/>
                <a:uLnTx/>
                <a:uFillTx/>
                <a:latin typeface="Calibri" panose="020F0502020204030204"/>
                <a:ea typeface="+mn-ea"/>
                <a:cs typeface="+mn-cs"/>
              </a:rPr>
              <a:t>Bài tập 5.6. (Bài 6c trang </a:t>
            </a:r>
            <a:r>
              <a:rPr lang="en-US" b="1" i="1">
                <a:solidFill>
                  <a:srgbClr val="FF0000"/>
                </a:solidFill>
                <a:latin typeface="Calibri" panose="020F0502020204030204"/>
              </a:rPr>
              <a:t>4). </a:t>
            </a:r>
            <a:r>
              <a:rPr kumimoji="0" lang="en-US" sz="1800" b="0" i="0" u="none" strike="noStrike" kern="1200" cap="none" spc="0" normalizeH="0" baseline="0" noProof="0">
                <a:ln>
                  <a:noFill/>
                </a:ln>
                <a:solidFill>
                  <a:prstClr val="black"/>
                </a:solidFill>
                <a:effectLst/>
                <a:uLnTx/>
                <a:uFillTx/>
                <a:latin typeface="Calibri" panose="020F0502020204030204"/>
                <a:ea typeface="+mn-ea"/>
                <a:cs typeface="+mn-cs"/>
                <a:sym typeface="Symbol" panose="05050102010706020507" pitchFamily="18" charset="2"/>
              </a:rPr>
              <a:t>Một chùm sáng đơn sắc có bước sóng  = 0,6 m được chiếu vuông góc với một khe hẹp có bề rộng b = 2 m, ngay sau khe hẹp đặt một thấu kính hội tụ. </a:t>
            </a:r>
          </a:p>
          <a:p>
            <a:pPr marL="0" marR="0" lvl="0" indent="0" algn="just" defTabSz="914400" rtl="0" eaLnBrk="1" fontAlgn="auto" latinLnBrk="0" hangingPunct="1">
              <a:lnSpc>
                <a:spcPct val="100000"/>
              </a:lnSpc>
              <a:spcBef>
                <a:spcPts val="0"/>
              </a:spcBef>
              <a:spcAft>
                <a:spcPts val="0"/>
              </a:spcAft>
              <a:buClrTx/>
              <a:buSzTx/>
              <a:buFontTx/>
              <a:buNone/>
              <a:tabLst/>
              <a:defRPr/>
            </a:pPr>
            <a:r>
              <a:rPr lang="en-US">
                <a:solidFill>
                  <a:prstClr val="black"/>
                </a:solidFill>
                <a:latin typeface="Calibri" panose="020F0502020204030204"/>
                <a:sym typeface="Symbol" panose="05050102010706020507" pitchFamily="18" charset="2"/>
              </a:rPr>
              <a:t>a) </a:t>
            </a:r>
            <a:r>
              <a:rPr kumimoji="0" lang="en-US" sz="1800" b="0" i="0" u="none" strike="noStrike" kern="1200" cap="none" spc="0" normalizeH="0" baseline="0" noProof="0">
                <a:ln>
                  <a:noFill/>
                </a:ln>
                <a:solidFill>
                  <a:prstClr val="black"/>
                </a:solidFill>
                <a:effectLst/>
                <a:uLnTx/>
                <a:uFillTx/>
                <a:latin typeface="Calibri" panose="020F0502020204030204"/>
                <a:ea typeface="+mn-ea"/>
                <a:cs typeface="+mn-cs"/>
                <a:sym typeface="Symbol" panose="05050102010706020507" pitchFamily="18" charset="2"/>
              </a:rPr>
              <a:t>Tìm bề rộng của vân cực đại giữa trên màn quan sát đặt tại mặt phẳng tiêu của thấu kính và cách thấu kính D = 1 m.</a:t>
            </a:r>
          </a:p>
          <a:p>
            <a:pPr marL="0" marR="0" lvl="0" indent="0" algn="just" defTabSz="914400" rtl="0" eaLnBrk="1" fontAlgn="auto" latinLnBrk="0" hangingPunct="1">
              <a:lnSpc>
                <a:spcPct val="100000"/>
              </a:lnSpc>
              <a:spcBef>
                <a:spcPts val="0"/>
              </a:spcBef>
              <a:spcAft>
                <a:spcPts val="0"/>
              </a:spcAft>
              <a:buClrTx/>
              <a:buSzTx/>
              <a:buFontTx/>
              <a:buNone/>
              <a:tabLst/>
              <a:defRPr/>
            </a:pPr>
            <a:r>
              <a:rPr lang="en-US">
                <a:latin typeface="Calibri" panose="020F0502020204030204"/>
              </a:rPr>
              <a:t>b) Xác định vị trí của cực tiểu bậc nhất và số vân tối trên màn quan sát.</a:t>
            </a:r>
            <a:endParaRPr kumimoji="0" lang="en-US" sz="1800" u="none" strike="noStrike" kern="1200" cap="none" spc="0" normalizeH="0" baseline="0" noProof="0">
              <a:ln>
                <a:noFill/>
              </a:ln>
              <a:effectLst/>
              <a:uLnTx/>
              <a:uFillTx/>
              <a:latin typeface="Calibri" panose="020F0502020204030204"/>
              <a:ea typeface="+mn-ea"/>
              <a:cs typeface="+mn-cs"/>
            </a:endParaRPr>
          </a:p>
        </p:txBody>
      </p:sp>
      <p:sp>
        <p:nvSpPr>
          <p:cNvPr id="3" name="TextBox 2">
            <a:extLst>
              <a:ext uri="{FF2B5EF4-FFF2-40B4-BE49-F238E27FC236}">
                <a16:creationId xmlns:a16="http://schemas.microsoft.com/office/drawing/2014/main" id="{09081720-5304-B8DB-2511-4CEC3AB3910B}"/>
              </a:ext>
            </a:extLst>
          </p:cNvPr>
          <p:cNvSpPr txBox="1"/>
          <p:nvPr/>
        </p:nvSpPr>
        <p:spPr>
          <a:xfrm>
            <a:off x="5187869" y="1264301"/>
            <a:ext cx="1510670"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a:ln>
                  <a:noFill/>
                </a:ln>
                <a:solidFill>
                  <a:srgbClr val="FF0000"/>
                </a:solidFill>
                <a:effectLst/>
                <a:uLnTx/>
                <a:uFillTx/>
                <a:latin typeface="Calibri" panose="020F0502020204030204"/>
                <a:ea typeface="+mn-ea"/>
                <a:cs typeface="+mn-cs"/>
              </a:rPr>
              <a:t>LỜI GIẢI</a:t>
            </a:r>
          </a:p>
        </p:txBody>
      </p:sp>
      <p:graphicFrame>
        <p:nvGraphicFramePr>
          <p:cNvPr id="7" name="Object 6">
            <a:extLst>
              <a:ext uri="{FF2B5EF4-FFF2-40B4-BE49-F238E27FC236}">
                <a16:creationId xmlns:a16="http://schemas.microsoft.com/office/drawing/2014/main" id="{29E8BA82-9D94-F848-2D4F-5C51CD4968D2}"/>
              </a:ext>
            </a:extLst>
          </p:cNvPr>
          <p:cNvGraphicFramePr>
            <a:graphicFrameLocks noChangeAspect="1"/>
          </p:cNvGraphicFramePr>
          <p:nvPr>
            <p:extLst>
              <p:ext uri="{D42A27DB-BD31-4B8C-83A1-F6EECF244321}">
                <p14:modId xmlns:p14="http://schemas.microsoft.com/office/powerpoint/2010/main" val="2589130881"/>
              </p:ext>
            </p:extLst>
          </p:nvPr>
        </p:nvGraphicFramePr>
        <p:xfrm>
          <a:off x="5564880" y="1523921"/>
          <a:ext cx="982663" cy="635000"/>
        </p:xfrm>
        <a:graphic>
          <a:graphicData uri="http://schemas.openxmlformats.org/presentationml/2006/ole">
            <mc:AlternateContent xmlns:mc="http://schemas.openxmlformats.org/markup-compatibility/2006">
              <mc:Choice xmlns:v="urn:schemas-microsoft-com:vml" Requires="v">
                <p:oleObj name="Equation" r:id="rId2" imgW="609480" imgH="393480" progId="Equation.DSMT4">
                  <p:embed/>
                </p:oleObj>
              </mc:Choice>
              <mc:Fallback>
                <p:oleObj name="Equation" r:id="rId2" imgW="609480" imgH="393480" progId="Equation.DSMT4">
                  <p:embed/>
                  <p:pic>
                    <p:nvPicPr>
                      <p:cNvPr id="7" name="Object 6">
                        <a:extLst>
                          <a:ext uri="{FF2B5EF4-FFF2-40B4-BE49-F238E27FC236}">
                            <a16:creationId xmlns:a16="http://schemas.microsoft.com/office/drawing/2014/main" id="{29E8BA82-9D94-F848-2D4F-5C51CD4968D2}"/>
                          </a:ext>
                        </a:extLst>
                      </p:cNvPr>
                      <p:cNvPicPr/>
                      <p:nvPr/>
                    </p:nvPicPr>
                    <p:blipFill>
                      <a:blip r:embed="rId3"/>
                      <a:stretch>
                        <a:fillRect/>
                      </a:stretch>
                    </p:blipFill>
                    <p:spPr>
                      <a:xfrm>
                        <a:off x="5564880" y="1523921"/>
                        <a:ext cx="982663" cy="635000"/>
                      </a:xfrm>
                      <a:prstGeom prst="rect">
                        <a:avLst/>
                      </a:prstGeom>
                    </p:spPr>
                  </p:pic>
                </p:oleObj>
              </mc:Fallback>
            </mc:AlternateContent>
          </a:graphicData>
        </a:graphic>
      </p:graphicFrame>
      <p:grpSp>
        <p:nvGrpSpPr>
          <p:cNvPr id="29" name="Group 28">
            <a:extLst>
              <a:ext uri="{FF2B5EF4-FFF2-40B4-BE49-F238E27FC236}">
                <a16:creationId xmlns:a16="http://schemas.microsoft.com/office/drawing/2014/main" id="{91F07EF9-2119-322D-C70A-D3E0F247832A}"/>
              </a:ext>
            </a:extLst>
          </p:cNvPr>
          <p:cNvGrpSpPr/>
          <p:nvPr/>
        </p:nvGrpSpPr>
        <p:grpSpPr>
          <a:xfrm>
            <a:off x="8702616" y="1548384"/>
            <a:ext cx="3403602" cy="4690043"/>
            <a:chOff x="9397560" y="1450848"/>
            <a:chExt cx="3403602" cy="4690043"/>
          </a:xfrm>
        </p:grpSpPr>
        <p:pic>
          <p:nvPicPr>
            <p:cNvPr id="12" name="Picture 11">
              <a:extLst>
                <a:ext uri="{FF2B5EF4-FFF2-40B4-BE49-F238E27FC236}">
                  <a16:creationId xmlns:a16="http://schemas.microsoft.com/office/drawing/2014/main" id="{A193AA70-80D3-6F66-7C3D-13C2709EBDC7}"/>
                </a:ext>
              </a:extLst>
            </p:cNvPr>
            <p:cNvPicPr>
              <a:picLocks noChangeAspect="1"/>
            </p:cNvPicPr>
            <p:nvPr/>
          </p:nvPicPr>
          <p:blipFill>
            <a:blip r:embed="rId4"/>
            <a:stretch>
              <a:fillRect/>
            </a:stretch>
          </p:blipFill>
          <p:spPr>
            <a:xfrm rot="5400000">
              <a:off x="9179538" y="1875202"/>
              <a:ext cx="3987245" cy="3256002"/>
            </a:xfrm>
            <a:prstGeom prst="rect">
              <a:avLst/>
            </a:prstGeom>
          </p:spPr>
        </p:pic>
        <p:cxnSp>
          <p:nvCxnSpPr>
            <p:cNvPr id="19" name="Straight Connector 18">
              <a:extLst>
                <a:ext uri="{FF2B5EF4-FFF2-40B4-BE49-F238E27FC236}">
                  <a16:creationId xmlns:a16="http://schemas.microsoft.com/office/drawing/2014/main" id="{DB04E26E-C551-DBAF-0D09-6BBB2210AE79}"/>
                </a:ext>
              </a:extLst>
            </p:cNvPr>
            <p:cNvCxnSpPr/>
            <p:nvPr/>
          </p:nvCxnSpPr>
          <p:spPr>
            <a:xfrm>
              <a:off x="10021824" y="1450848"/>
              <a:ext cx="0" cy="4059936"/>
            </a:xfrm>
            <a:prstGeom prst="line">
              <a:avLst/>
            </a:prstGeom>
            <a:ln w="76200"/>
          </p:spPr>
          <p:style>
            <a:lnRef idx="1">
              <a:schemeClr val="accent1"/>
            </a:lnRef>
            <a:fillRef idx="0">
              <a:schemeClr val="accent1"/>
            </a:fillRef>
            <a:effectRef idx="0">
              <a:schemeClr val="accent1"/>
            </a:effectRef>
            <a:fontRef idx="minor">
              <a:schemeClr val="tx1"/>
            </a:fontRef>
          </p:style>
        </p:cxnSp>
        <p:sp>
          <p:nvSpPr>
            <p:cNvPr id="20" name="TextBox 19">
              <a:extLst>
                <a:ext uri="{FF2B5EF4-FFF2-40B4-BE49-F238E27FC236}">
                  <a16:creationId xmlns:a16="http://schemas.microsoft.com/office/drawing/2014/main" id="{39D607C6-40C5-720A-8F74-E920BB2592B1}"/>
                </a:ext>
              </a:extLst>
            </p:cNvPr>
            <p:cNvSpPr txBox="1"/>
            <p:nvPr/>
          </p:nvSpPr>
          <p:spPr>
            <a:xfrm>
              <a:off x="9397560" y="5494560"/>
              <a:ext cx="1248528" cy="646331"/>
            </a:xfrm>
            <a:prstGeom prst="rect">
              <a:avLst/>
            </a:prstGeom>
            <a:noFill/>
          </p:spPr>
          <p:txBody>
            <a:bodyPr wrap="square" rtlCol="0">
              <a:spAutoFit/>
            </a:bodyPr>
            <a:lstStyle/>
            <a:p>
              <a:pPr algn="ctr"/>
              <a:r>
                <a:rPr lang="en-US"/>
                <a:t>Màn quan sát Q</a:t>
              </a:r>
            </a:p>
          </p:txBody>
        </p:sp>
      </p:grpSp>
      <p:grpSp>
        <p:nvGrpSpPr>
          <p:cNvPr id="24" name="Group 23">
            <a:extLst>
              <a:ext uri="{FF2B5EF4-FFF2-40B4-BE49-F238E27FC236}">
                <a16:creationId xmlns:a16="http://schemas.microsoft.com/office/drawing/2014/main" id="{CDAE3B1D-3973-ACC8-9FB8-1031058A319B}"/>
              </a:ext>
            </a:extLst>
          </p:cNvPr>
          <p:cNvGrpSpPr/>
          <p:nvPr/>
        </p:nvGrpSpPr>
        <p:grpSpPr>
          <a:xfrm>
            <a:off x="6791953" y="1448967"/>
            <a:ext cx="1381956" cy="4629677"/>
            <a:chOff x="7428892" y="1986702"/>
            <a:chExt cx="1381956" cy="4629677"/>
          </a:xfrm>
        </p:grpSpPr>
        <p:sp>
          <p:nvSpPr>
            <p:cNvPr id="16" name="Rectangle 15">
              <a:extLst>
                <a:ext uri="{FF2B5EF4-FFF2-40B4-BE49-F238E27FC236}">
                  <a16:creationId xmlns:a16="http://schemas.microsoft.com/office/drawing/2014/main" id="{CB9363D8-2A9C-D4C0-4AF0-ABCC13C99FBC}"/>
                </a:ext>
              </a:extLst>
            </p:cNvPr>
            <p:cNvSpPr/>
            <p:nvPr/>
          </p:nvSpPr>
          <p:spPr>
            <a:xfrm>
              <a:off x="7752518" y="1986702"/>
              <a:ext cx="90823" cy="1820754"/>
            </a:xfrm>
            <a:prstGeom prst="rect">
              <a:avLst/>
            </a:prstGeom>
            <a:solidFill>
              <a:schemeClr val="accent6">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Rectangle 21">
              <a:extLst>
                <a:ext uri="{FF2B5EF4-FFF2-40B4-BE49-F238E27FC236}">
                  <a16:creationId xmlns:a16="http://schemas.microsoft.com/office/drawing/2014/main" id="{A5C4B9B8-F9F7-5634-6F94-A166AF593B04}"/>
                </a:ext>
              </a:extLst>
            </p:cNvPr>
            <p:cNvSpPr/>
            <p:nvPr/>
          </p:nvSpPr>
          <p:spPr>
            <a:xfrm>
              <a:off x="7777846" y="4166257"/>
              <a:ext cx="90823" cy="1820754"/>
            </a:xfrm>
            <a:prstGeom prst="rect">
              <a:avLst/>
            </a:prstGeom>
            <a:solidFill>
              <a:schemeClr val="accent6">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TextBox 22">
              <a:extLst>
                <a:ext uri="{FF2B5EF4-FFF2-40B4-BE49-F238E27FC236}">
                  <a16:creationId xmlns:a16="http://schemas.microsoft.com/office/drawing/2014/main" id="{1247FA4F-64E8-81BA-BE80-163D5B0ED6BF}"/>
                </a:ext>
              </a:extLst>
            </p:cNvPr>
            <p:cNvSpPr txBox="1"/>
            <p:nvPr/>
          </p:nvSpPr>
          <p:spPr>
            <a:xfrm>
              <a:off x="7428892" y="5970048"/>
              <a:ext cx="1381956" cy="646331"/>
            </a:xfrm>
            <a:prstGeom prst="rect">
              <a:avLst/>
            </a:prstGeom>
            <a:noFill/>
          </p:spPr>
          <p:txBody>
            <a:bodyPr wrap="square" rtlCol="0">
              <a:spAutoFit/>
            </a:bodyPr>
            <a:lstStyle/>
            <a:p>
              <a:r>
                <a:rPr lang="en-US"/>
                <a:t>Màn chắn P</a:t>
              </a:r>
            </a:p>
            <a:p>
              <a:r>
                <a:rPr lang="en-US"/>
                <a:t>chứa khe b</a:t>
              </a:r>
            </a:p>
          </p:txBody>
        </p:sp>
      </p:grpSp>
      <p:cxnSp>
        <p:nvCxnSpPr>
          <p:cNvPr id="26" name="Straight Connector 25">
            <a:extLst>
              <a:ext uri="{FF2B5EF4-FFF2-40B4-BE49-F238E27FC236}">
                <a16:creationId xmlns:a16="http://schemas.microsoft.com/office/drawing/2014/main" id="{A9AEDD26-D4B3-FAD9-5A8E-9E0F818766C9}"/>
              </a:ext>
            </a:extLst>
          </p:cNvPr>
          <p:cNvCxnSpPr/>
          <p:nvPr/>
        </p:nvCxnSpPr>
        <p:spPr>
          <a:xfrm>
            <a:off x="7186318" y="3480816"/>
            <a:ext cx="2140562"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E148851D-C466-52DB-BA7C-4F680F922896}"/>
              </a:ext>
            </a:extLst>
          </p:cNvPr>
          <p:cNvCxnSpPr>
            <a:cxnSpLocks/>
          </p:cNvCxnSpPr>
          <p:nvPr/>
        </p:nvCxnSpPr>
        <p:spPr>
          <a:xfrm flipV="1">
            <a:off x="7160990" y="3008000"/>
            <a:ext cx="2165890" cy="472816"/>
          </a:xfrm>
          <a:prstGeom prst="line">
            <a:avLst/>
          </a:prstGeom>
        </p:spPr>
        <p:style>
          <a:lnRef idx="1">
            <a:schemeClr val="accent1"/>
          </a:lnRef>
          <a:fillRef idx="0">
            <a:schemeClr val="accent1"/>
          </a:fillRef>
          <a:effectRef idx="0">
            <a:schemeClr val="accent1"/>
          </a:effectRef>
          <a:fontRef idx="minor">
            <a:schemeClr val="tx1"/>
          </a:fontRef>
        </p:style>
      </p:cxnSp>
      <p:sp>
        <p:nvSpPr>
          <p:cNvPr id="1024" name="Arc 1023">
            <a:extLst>
              <a:ext uri="{FF2B5EF4-FFF2-40B4-BE49-F238E27FC236}">
                <a16:creationId xmlns:a16="http://schemas.microsoft.com/office/drawing/2014/main" id="{49B02805-323F-CFD1-EB1A-74CB4ECB9B22}"/>
              </a:ext>
            </a:extLst>
          </p:cNvPr>
          <p:cNvSpPr/>
          <p:nvPr/>
        </p:nvSpPr>
        <p:spPr>
          <a:xfrm>
            <a:off x="7580096" y="3015234"/>
            <a:ext cx="914400" cy="914400"/>
          </a:xfrm>
          <a:prstGeom prst="arc">
            <a:avLst>
              <a:gd name="adj1" fmla="val 19502814"/>
              <a:gd name="adj2" fmla="val 0"/>
            </a:avLst>
          </a:prstGeom>
          <a:ln>
            <a:solidFill>
              <a:srgbClr val="FF000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025" name="TextBox 1024">
            <a:extLst>
              <a:ext uri="{FF2B5EF4-FFF2-40B4-BE49-F238E27FC236}">
                <a16:creationId xmlns:a16="http://schemas.microsoft.com/office/drawing/2014/main" id="{3030FE67-A72B-3FCE-8951-8CF374701B51}"/>
              </a:ext>
            </a:extLst>
          </p:cNvPr>
          <p:cNvSpPr txBox="1"/>
          <p:nvPr/>
        </p:nvSpPr>
        <p:spPr>
          <a:xfrm>
            <a:off x="8510988" y="3068368"/>
            <a:ext cx="370081" cy="461665"/>
          </a:xfrm>
          <a:prstGeom prst="rect">
            <a:avLst/>
          </a:prstGeom>
          <a:noFill/>
        </p:spPr>
        <p:txBody>
          <a:bodyPr wrap="square" rtlCol="0">
            <a:spAutoFit/>
          </a:bodyPr>
          <a:lstStyle/>
          <a:p>
            <a:r>
              <a:rPr lang="en-US" sz="2400">
                <a:solidFill>
                  <a:srgbClr val="FF0000"/>
                </a:solidFill>
                <a:sym typeface="Symbol" panose="05050102010706020507" pitchFamily="18" charset="2"/>
              </a:rPr>
              <a:t></a:t>
            </a:r>
            <a:endParaRPr lang="en-US" sz="2400">
              <a:solidFill>
                <a:srgbClr val="FF0000"/>
              </a:solidFill>
            </a:endParaRPr>
          </a:p>
        </p:txBody>
      </p:sp>
      <p:cxnSp>
        <p:nvCxnSpPr>
          <p:cNvPr id="1028" name="Straight Connector 1027">
            <a:extLst>
              <a:ext uri="{FF2B5EF4-FFF2-40B4-BE49-F238E27FC236}">
                <a16:creationId xmlns:a16="http://schemas.microsoft.com/office/drawing/2014/main" id="{43452594-8868-BB21-6A0E-E5AE5F45DBB4}"/>
              </a:ext>
            </a:extLst>
          </p:cNvPr>
          <p:cNvCxnSpPr/>
          <p:nvPr/>
        </p:nvCxnSpPr>
        <p:spPr>
          <a:xfrm>
            <a:off x="7231730" y="5064394"/>
            <a:ext cx="2095150" cy="0"/>
          </a:xfrm>
          <a:prstGeom prst="line">
            <a:avLst/>
          </a:prstGeom>
          <a:ln>
            <a:solidFill>
              <a:srgbClr val="FF0000"/>
            </a:solidFill>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1029" name="TextBox 1028">
            <a:extLst>
              <a:ext uri="{FF2B5EF4-FFF2-40B4-BE49-F238E27FC236}">
                <a16:creationId xmlns:a16="http://schemas.microsoft.com/office/drawing/2014/main" id="{B269D867-A0E3-8C05-86D5-AE2C85904EB0}"/>
              </a:ext>
            </a:extLst>
          </p:cNvPr>
          <p:cNvSpPr txBox="1"/>
          <p:nvPr/>
        </p:nvSpPr>
        <p:spPr>
          <a:xfrm>
            <a:off x="7988868" y="4550156"/>
            <a:ext cx="370081" cy="461665"/>
          </a:xfrm>
          <a:prstGeom prst="rect">
            <a:avLst/>
          </a:prstGeom>
          <a:noFill/>
        </p:spPr>
        <p:txBody>
          <a:bodyPr wrap="square" rtlCol="0">
            <a:spAutoFit/>
          </a:bodyPr>
          <a:lstStyle/>
          <a:p>
            <a:r>
              <a:rPr lang="en-US" sz="2400" i="1">
                <a:solidFill>
                  <a:srgbClr val="FF0000"/>
                </a:solidFill>
                <a:sym typeface="Symbol" panose="05050102010706020507" pitchFamily="18" charset="2"/>
              </a:rPr>
              <a:t>D</a:t>
            </a:r>
            <a:endParaRPr lang="en-US" sz="2400" i="1">
              <a:solidFill>
                <a:srgbClr val="FF0000"/>
              </a:solidFill>
            </a:endParaRPr>
          </a:p>
        </p:txBody>
      </p:sp>
      <p:sp>
        <p:nvSpPr>
          <p:cNvPr id="1031" name="TextBox 1030">
            <a:extLst>
              <a:ext uri="{FF2B5EF4-FFF2-40B4-BE49-F238E27FC236}">
                <a16:creationId xmlns:a16="http://schemas.microsoft.com/office/drawing/2014/main" id="{7DB4669C-BFED-2ED6-22AD-DC5DD09B484C}"/>
              </a:ext>
            </a:extLst>
          </p:cNvPr>
          <p:cNvSpPr txBox="1"/>
          <p:nvPr/>
        </p:nvSpPr>
        <p:spPr>
          <a:xfrm>
            <a:off x="9372291" y="2774444"/>
            <a:ext cx="1362774" cy="369332"/>
          </a:xfrm>
          <a:prstGeom prst="rect">
            <a:avLst/>
          </a:prstGeom>
          <a:noFill/>
        </p:spPr>
        <p:txBody>
          <a:bodyPr wrap="square" rtlCol="0">
            <a:spAutoFit/>
          </a:bodyPr>
          <a:lstStyle/>
          <a:p>
            <a:r>
              <a:rPr lang="en-US" b="1" i="1">
                <a:solidFill>
                  <a:srgbClr val="FF0000"/>
                </a:solidFill>
                <a:latin typeface="Times New Roman" panose="02020603050405020304" pitchFamily="18" charset="0"/>
                <a:cs typeface="Times New Roman" panose="02020603050405020304" pitchFamily="18" charset="0"/>
              </a:rPr>
              <a:t>I</a:t>
            </a:r>
          </a:p>
        </p:txBody>
      </p:sp>
      <p:sp>
        <p:nvSpPr>
          <p:cNvPr id="1032" name="TextBox 1031">
            <a:extLst>
              <a:ext uri="{FF2B5EF4-FFF2-40B4-BE49-F238E27FC236}">
                <a16:creationId xmlns:a16="http://schemas.microsoft.com/office/drawing/2014/main" id="{2F62966F-B6F8-0FCD-A369-ED94D1F099FD}"/>
              </a:ext>
            </a:extLst>
          </p:cNvPr>
          <p:cNvSpPr txBox="1"/>
          <p:nvPr/>
        </p:nvSpPr>
        <p:spPr>
          <a:xfrm>
            <a:off x="204106" y="1643597"/>
            <a:ext cx="6287210" cy="369332"/>
          </a:xfrm>
          <a:prstGeom prst="rect">
            <a:avLst/>
          </a:prstGeom>
          <a:noFill/>
        </p:spPr>
        <p:txBody>
          <a:bodyPr wrap="square">
            <a:spAutoFit/>
          </a:bodyPr>
          <a:lstStyle/>
          <a:p>
            <a:pPr lvl="0">
              <a:defRPr/>
            </a:pPr>
            <a:r>
              <a:rPr lang="en-US">
                <a:solidFill>
                  <a:prstClr val="black"/>
                </a:solidFill>
                <a:latin typeface="Calibri" panose="020F0502020204030204"/>
              </a:rPr>
              <a:t>a) Vị trí</a:t>
            </a:r>
            <a:r>
              <a:rPr lang="en-US">
                <a:solidFill>
                  <a:prstClr val="black"/>
                </a:solidFill>
                <a:sym typeface="Symbol" panose="05050102010706020507" pitchFamily="18" charset="2"/>
              </a:rPr>
              <a:t> của cực tiểu bậc nhất có góc nhiễu xạ  sao cho:</a:t>
            </a:r>
          </a:p>
        </p:txBody>
      </p:sp>
      <p:sp>
        <p:nvSpPr>
          <p:cNvPr id="1033" name="TextBox 1032">
            <a:extLst>
              <a:ext uri="{FF2B5EF4-FFF2-40B4-BE49-F238E27FC236}">
                <a16:creationId xmlns:a16="http://schemas.microsoft.com/office/drawing/2014/main" id="{2EBE8C5D-4795-44B7-EE7C-FFA8FED5237A}"/>
              </a:ext>
            </a:extLst>
          </p:cNvPr>
          <p:cNvSpPr txBox="1"/>
          <p:nvPr/>
        </p:nvSpPr>
        <p:spPr>
          <a:xfrm>
            <a:off x="279647" y="1981916"/>
            <a:ext cx="5211433" cy="369332"/>
          </a:xfrm>
          <a:prstGeom prst="rect">
            <a:avLst/>
          </a:prstGeom>
          <a:noFill/>
        </p:spPr>
        <p:txBody>
          <a:bodyPr wrap="square">
            <a:spAutoFit/>
          </a:bodyPr>
          <a:lstStyle/>
          <a:p>
            <a:pPr lvl="0">
              <a:defRPr/>
            </a:pPr>
            <a:r>
              <a:rPr lang="en-US">
                <a:solidFill>
                  <a:prstClr val="black"/>
                </a:solidFill>
                <a:latin typeface="Calibri" panose="020F0502020204030204"/>
              </a:rPr>
              <a:t>Bề rộng của vân cực đại giữa trên màn quan sát Q là:</a:t>
            </a:r>
            <a:endParaRPr lang="en-US">
              <a:solidFill>
                <a:prstClr val="black"/>
              </a:solidFill>
              <a:sym typeface="Symbol" panose="05050102010706020507" pitchFamily="18" charset="2"/>
            </a:endParaRPr>
          </a:p>
        </p:txBody>
      </p:sp>
      <p:graphicFrame>
        <p:nvGraphicFramePr>
          <p:cNvPr id="1034" name="Object 1033">
            <a:extLst>
              <a:ext uri="{FF2B5EF4-FFF2-40B4-BE49-F238E27FC236}">
                <a16:creationId xmlns:a16="http://schemas.microsoft.com/office/drawing/2014/main" id="{286B7038-A084-2B33-AE46-D3A62F13C715}"/>
              </a:ext>
            </a:extLst>
          </p:cNvPr>
          <p:cNvGraphicFramePr>
            <a:graphicFrameLocks noChangeAspect="1"/>
          </p:cNvGraphicFramePr>
          <p:nvPr>
            <p:extLst>
              <p:ext uri="{D42A27DB-BD31-4B8C-83A1-F6EECF244321}">
                <p14:modId xmlns:p14="http://schemas.microsoft.com/office/powerpoint/2010/main" val="485829313"/>
              </p:ext>
            </p:extLst>
          </p:nvPr>
        </p:nvGraphicFramePr>
        <p:xfrm>
          <a:off x="970610" y="2216951"/>
          <a:ext cx="5131963" cy="576417"/>
        </p:xfrm>
        <a:graphic>
          <a:graphicData uri="http://schemas.openxmlformats.org/presentationml/2006/ole">
            <mc:AlternateContent xmlns:mc="http://schemas.openxmlformats.org/markup-compatibility/2006">
              <mc:Choice xmlns:v="urn:schemas-microsoft-com:vml" Requires="v">
                <p:oleObj name="Equation" r:id="rId5" imgW="3504960" imgH="393480" progId="Equation.DSMT4">
                  <p:embed/>
                </p:oleObj>
              </mc:Choice>
              <mc:Fallback>
                <p:oleObj name="Equation" r:id="rId5" imgW="3504960" imgH="393480" progId="Equation.DSMT4">
                  <p:embed/>
                  <p:pic>
                    <p:nvPicPr>
                      <p:cNvPr id="1034" name="Object 1033">
                        <a:extLst>
                          <a:ext uri="{FF2B5EF4-FFF2-40B4-BE49-F238E27FC236}">
                            <a16:creationId xmlns:a16="http://schemas.microsoft.com/office/drawing/2014/main" id="{286B7038-A084-2B33-AE46-D3A62F13C715}"/>
                          </a:ext>
                        </a:extLst>
                      </p:cNvPr>
                      <p:cNvPicPr/>
                      <p:nvPr/>
                    </p:nvPicPr>
                    <p:blipFill>
                      <a:blip r:embed="rId6"/>
                      <a:stretch>
                        <a:fillRect/>
                      </a:stretch>
                    </p:blipFill>
                    <p:spPr>
                      <a:xfrm>
                        <a:off x="970610" y="2216951"/>
                        <a:ext cx="5131963" cy="576417"/>
                      </a:xfrm>
                      <a:prstGeom prst="rect">
                        <a:avLst/>
                      </a:prstGeom>
                    </p:spPr>
                  </p:pic>
                </p:oleObj>
              </mc:Fallback>
            </mc:AlternateContent>
          </a:graphicData>
        </a:graphic>
      </p:graphicFrame>
      <p:sp>
        <p:nvSpPr>
          <p:cNvPr id="1035" name="TextBox 1034">
            <a:extLst>
              <a:ext uri="{FF2B5EF4-FFF2-40B4-BE49-F238E27FC236}">
                <a16:creationId xmlns:a16="http://schemas.microsoft.com/office/drawing/2014/main" id="{81E63A77-87A4-CDEE-AB71-35A6EC132409}"/>
              </a:ext>
            </a:extLst>
          </p:cNvPr>
          <p:cNvSpPr txBox="1"/>
          <p:nvPr/>
        </p:nvSpPr>
        <p:spPr>
          <a:xfrm>
            <a:off x="184805" y="2942086"/>
            <a:ext cx="5812646" cy="369332"/>
          </a:xfrm>
          <a:prstGeom prst="rect">
            <a:avLst/>
          </a:prstGeom>
          <a:noFill/>
        </p:spPr>
        <p:txBody>
          <a:bodyPr wrap="square">
            <a:spAutoFit/>
          </a:bodyPr>
          <a:lstStyle/>
          <a:p>
            <a:pPr lvl="0">
              <a:defRPr/>
            </a:pPr>
            <a:r>
              <a:rPr lang="en-US">
                <a:solidFill>
                  <a:prstClr val="black"/>
                </a:solidFill>
                <a:latin typeface="Calibri" panose="020F0502020204030204"/>
              </a:rPr>
              <a:t>b Vị trí</a:t>
            </a:r>
            <a:r>
              <a:rPr lang="en-US">
                <a:solidFill>
                  <a:prstClr val="black"/>
                </a:solidFill>
                <a:sym typeface="Symbol" panose="05050102010706020507" pitchFamily="18" charset="2"/>
              </a:rPr>
              <a:t> của cực tiểu bậc nhất trên màn quan sát là:</a:t>
            </a:r>
          </a:p>
        </p:txBody>
      </p:sp>
      <p:graphicFrame>
        <p:nvGraphicFramePr>
          <p:cNvPr id="1036" name="Object 1035">
            <a:extLst>
              <a:ext uri="{FF2B5EF4-FFF2-40B4-BE49-F238E27FC236}">
                <a16:creationId xmlns:a16="http://schemas.microsoft.com/office/drawing/2014/main" id="{764A6C33-ABD4-68E0-1151-B5C470526A83}"/>
              </a:ext>
            </a:extLst>
          </p:cNvPr>
          <p:cNvGraphicFramePr>
            <a:graphicFrameLocks noChangeAspect="1"/>
          </p:cNvGraphicFramePr>
          <p:nvPr>
            <p:extLst>
              <p:ext uri="{D42A27DB-BD31-4B8C-83A1-F6EECF244321}">
                <p14:modId xmlns:p14="http://schemas.microsoft.com/office/powerpoint/2010/main" val="1675322662"/>
              </p:ext>
            </p:extLst>
          </p:nvPr>
        </p:nvGraphicFramePr>
        <p:xfrm>
          <a:off x="5018921" y="2800613"/>
          <a:ext cx="1574918" cy="634059"/>
        </p:xfrm>
        <a:graphic>
          <a:graphicData uri="http://schemas.openxmlformats.org/presentationml/2006/ole">
            <mc:AlternateContent xmlns:mc="http://schemas.openxmlformats.org/markup-compatibility/2006">
              <mc:Choice xmlns:v="urn:schemas-microsoft-com:vml" Requires="v">
                <p:oleObj name="Equation" r:id="rId7" imgW="977760" imgH="393480" progId="Equation.DSMT4">
                  <p:embed/>
                </p:oleObj>
              </mc:Choice>
              <mc:Fallback>
                <p:oleObj name="Equation" r:id="rId7" imgW="977760" imgH="393480" progId="Equation.DSMT4">
                  <p:embed/>
                  <p:pic>
                    <p:nvPicPr>
                      <p:cNvPr id="1036" name="Object 1035">
                        <a:extLst>
                          <a:ext uri="{FF2B5EF4-FFF2-40B4-BE49-F238E27FC236}">
                            <a16:creationId xmlns:a16="http://schemas.microsoft.com/office/drawing/2014/main" id="{764A6C33-ABD4-68E0-1151-B5C470526A83}"/>
                          </a:ext>
                        </a:extLst>
                      </p:cNvPr>
                      <p:cNvPicPr/>
                      <p:nvPr/>
                    </p:nvPicPr>
                    <p:blipFill>
                      <a:blip r:embed="rId8"/>
                      <a:stretch>
                        <a:fillRect/>
                      </a:stretch>
                    </p:blipFill>
                    <p:spPr>
                      <a:xfrm>
                        <a:off x="5018921" y="2800613"/>
                        <a:ext cx="1574918" cy="634059"/>
                      </a:xfrm>
                      <a:prstGeom prst="rect">
                        <a:avLst/>
                      </a:prstGeom>
                    </p:spPr>
                  </p:pic>
                </p:oleObj>
              </mc:Fallback>
            </mc:AlternateContent>
          </a:graphicData>
        </a:graphic>
      </p:graphicFrame>
      <p:sp>
        <p:nvSpPr>
          <p:cNvPr id="1037" name="TextBox 1036">
            <a:extLst>
              <a:ext uri="{FF2B5EF4-FFF2-40B4-BE49-F238E27FC236}">
                <a16:creationId xmlns:a16="http://schemas.microsoft.com/office/drawing/2014/main" id="{4327C12B-F04F-C85B-FA80-C76E8B78FBBD}"/>
              </a:ext>
            </a:extLst>
          </p:cNvPr>
          <p:cNvSpPr txBox="1"/>
          <p:nvPr/>
        </p:nvSpPr>
        <p:spPr>
          <a:xfrm>
            <a:off x="241718" y="3399359"/>
            <a:ext cx="6428298" cy="646331"/>
          </a:xfrm>
          <a:prstGeom prst="rect">
            <a:avLst/>
          </a:prstGeom>
          <a:noFill/>
        </p:spPr>
        <p:txBody>
          <a:bodyPr wrap="square">
            <a:spAutoFit/>
          </a:bodyPr>
          <a:lstStyle/>
          <a:p>
            <a:pPr lvl="0">
              <a:defRPr/>
            </a:pPr>
            <a:r>
              <a:rPr lang="en-US">
                <a:solidFill>
                  <a:prstClr val="black"/>
                </a:solidFill>
                <a:latin typeface="Calibri" panose="020F0502020204030204"/>
              </a:rPr>
              <a:t>Vị trí</a:t>
            </a:r>
            <a:r>
              <a:rPr lang="en-US">
                <a:solidFill>
                  <a:prstClr val="black"/>
                </a:solidFill>
                <a:sym typeface="Symbol" panose="05050102010706020507" pitchFamily="18" charset="2"/>
              </a:rPr>
              <a:t> của cực tiểu các cực tiểu trên màn quan sát ứng với góc nhiễu xạ  sao cho:</a:t>
            </a:r>
          </a:p>
        </p:txBody>
      </p:sp>
      <p:graphicFrame>
        <p:nvGraphicFramePr>
          <p:cNvPr id="1038" name="Object 1037">
            <a:extLst>
              <a:ext uri="{FF2B5EF4-FFF2-40B4-BE49-F238E27FC236}">
                <a16:creationId xmlns:a16="http://schemas.microsoft.com/office/drawing/2014/main" id="{615FFB1C-CCDF-805E-4665-137EE4352EC5}"/>
              </a:ext>
            </a:extLst>
          </p:cNvPr>
          <p:cNvGraphicFramePr>
            <a:graphicFrameLocks noChangeAspect="1"/>
          </p:cNvGraphicFramePr>
          <p:nvPr>
            <p:extLst>
              <p:ext uri="{D42A27DB-BD31-4B8C-83A1-F6EECF244321}">
                <p14:modId xmlns:p14="http://schemas.microsoft.com/office/powerpoint/2010/main" val="1608994224"/>
              </p:ext>
            </p:extLst>
          </p:nvPr>
        </p:nvGraphicFramePr>
        <p:xfrm>
          <a:off x="630238" y="4057650"/>
          <a:ext cx="1023937" cy="576263"/>
        </p:xfrm>
        <a:graphic>
          <a:graphicData uri="http://schemas.openxmlformats.org/presentationml/2006/ole">
            <mc:AlternateContent xmlns:mc="http://schemas.openxmlformats.org/markup-compatibility/2006">
              <mc:Choice xmlns:v="urn:schemas-microsoft-com:vml" Requires="v">
                <p:oleObj name="Equation" r:id="rId9" imgW="698400" imgH="393480" progId="Equation.DSMT4">
                  <p:embed/>
                </p:oleObj>
              </mc:Choice>
              <mc:Fallback>
                <p:oleObj name="Equation" r:id="rId9" imgW="698400" imgH="393480" progId="Equation.DSMT4">
                  <p:embed/>
                  <p:pic>
                    <p:nvPicPr>
                      <p:cNvPr id="1038" name="Object 1037">
                        <a:extLst>
                          <a:ext uri="{FF2B5EF4-FFF2-40B4-BE49-F238E27FC236}">
                            <a16:creationId xmlns:a16="http://schemas.microsoft.com/office/drawing/2014/main" id="{615FFB1C-CCDF-805E-4665-137EE4352EC5}"/>
                          </a:ext>
                        </a:extLst>
                      </p:cNvPr>
                      <p:cNvPicPr/>
                      <p:nvPr/>
                    </p:nvPicPr>
                    <p:blipFill>
                      <a:blip r:embed="rId10"/>
                      <a:stretch>
                        <a:fillRect/>
                      </a:stretch>
                    </p:blipFill>
                    <p:spPr>
                      <a:xfrm>
                        <a:off x="630238" y="4057650"/>
                        <a:ext cx="1023937" cy="576263"/>
                      </a:xfrm>
                      <a:prstGeom prst="rect">
                        <a:avLst/>
                      </a:prstGeom>
                    </p:spPr>
                  </p:pic>
                </p:oleObj>
              </mc:Fallback>
            </mc:AlternateContent>
          </a:graphicData>
        </a:graphic>
      </p:graphicFrame>
      <p:sp>
        <p:nvSpPr>
          <p:cNvPr id="1039" name="TextBox 1038">
            <a:extLst>
              <a:ext uri="{FF2B5EF4-FFF2-40B4-BE49-F238E27FC236}">
                <a16:creationId xmlns:a16="http://schemas.microsoft.com/office/drawing/2014/main" id="{7256D575-B84B-101C-BB07-1299A183F066}"/>
              </a:ext>
            </a:extLst>
          </p:cNvPr>
          <p:cNvSpPr txBox="1"/>
          <p:nvPr/>
        </p:nvSpPr>
        <p:spPr>
          <a:xfrm>
            <a:off x="2049830" y="4189762"/>
            <a:ext cx="2384979" cy="369332"/>
          </a:xfrm>
          <a:prstGeom prst="rect">
            <a:avLst/>
          </a:prstGeom>
          <a:noFill/>
        </p:spPr>
        <p:txBody>
          <a:bodyPr wrap="square">
            <a:spAutoFit/>
          </a:bodyPr>
          <a:lstStyle/>
          <a:p>
            <a:pPr lvl="0">
              <a:defRPr/>
            </a:pPr>
            <a:r>
              <a:rPr lang="en-US">
                <a:solidFill>
                  <a:prstClr val="black"/>
                </a:solidFill>
                <a:latin typeface="Calibri" panose="020F0502020204030204"/>
              </a:rPr>
              <a:t>Mà: -1  </a:t>
            </a:r>
            <a:r>
              <a:rPr lang="en-US">
                <a:solidFill>
                  <a:prstClr val="black"/>
                </a:solidFill>
                <a:latin typeface="Calibri" panose="020F0502020204030204"/>
                <a:sym typeface="Symbol" panose="05050102010706020507" pitchFamily="18" charset="2"/>
              </a:rPr>
              <a:t> sin  </a:t>
            </a:r>
            <a:r>
              <a:rPr lang="en-US">
                <a:solidFill>
                  <a:prstClr val="black"/>
                </a:solidFill>
                <a:sym typeface="Symbol" panose="05050102010706020507" pitchFamily="18" charset="2"/>
              </a:rPr>
              <a:t> 1 nên</a:t>
            </a:r>
          </a:p>
        </p:txBody>
      </p:sp>
      <p:graphicFrame>
        <p:nvGraphicFramePr>
          <p:cNvPr id="1041" name="Object 1040">
            <a:extLst>
              <a:ext uri="{FF2B5EF4-FFF2-40B4-BE49-F238E27FC236}">
                <a16:creationId xmlns:a16="http://schemas.microsoft.com/office/drawing/2014/main" id="{0223E788-6229-8255-CE08-7795667A10D8}"/>
              </a:ext>
            </a:extLst>
          </p:cNvPr>
          <p:cNvGraphicFramePr>
            <a:graphicFrameLocks noChangeAspect="1"/>
          </p:cNvGraphicFramePr>
          <p:nvPr>
            <p:extLst>
              <p:ext uri="{D42A27DB-BD31-4B8C-83A1-F6EECF244321}">
                <p14:modId xmlns:p14="http://schemas.microsoft.com/office/powerpoint/2010/main" val="3512338092"/>
              </p:ext>
            </p:extLst>
          </p:nvPr>
        </p:nvGraphicFramePr>
        <p:xfrm>
          <a:off x="4316603" y="4025900"/>
          <a:ext cx="1350963" cy="696913"/>
        </p:xfrm>
        <a:graphic>
          <a:graphicData uri="http://schemas.openxmlformats.org/presentationml/2006/ole">
            <mc:AlternateContent xmlns:mc="http://schemas.openxmlformats.org/markup-compatibility/2006">
              <mc:Choice xmlns:v="urn:schemas-microsoft-com:vml" Requires="v">
                <p:oleObj name="Equation" r:id="rId11" imgW="761760" imgH="393480" progId="Equation.DSMT4">
                  <p:embed/>
                </p:oleObj>
              </mc:Choice>
              <mc:Fallback>
                <p:oleObj name="Equation" r:id="rId11" imgW="761760" imgH="393480" progId="Equation.DSMT4">
                  <p:embed/>
                  <p:pic>
                    <p:nvPicPr>
                      <p:cNvPr id="1041" name="Object 1040">
                        <a:extLst>
                          <a:ext uri="{FF2B5EF4-FFF2-40B4-BE49-F238E27FC236}">
                            <a16:creationId xmlns:a16="http://schemas.microsoft.com/office/drawing/2014/main" id="{0223E788-6229-8255-CE08-7795667A10D8}"/>
                          </a:ext>
                        </a:extLst>
                      </p:cNvPr>
                      <p:cNvPicPr/>
                      <p:nvPr/>
                    </p:nvPicPr>
                    <p:blipFill>
                      <a:blip r:embed="rId12"/>
                      <a:stretch>
                        <a:fillRect/>
                      </a:stretch>
                    </p:blipFill>
                    <p:spPr>
                      <a:xfrm>
                        <a:off x="4316603" y="4025900"/>
                        <a:ext cx="1350963" cy="696913"/>
                      </a:xfrm>
                      <a:prstGeom prst="rect">
                        <a:avLst/>
                      </a:prstGeom>
                    </p:spPr>
                  </p:pic>
                </p:oleObj>
              </mc:Fallback>
            </mc:AlternateContent>
          </a:graphicData>
        </a:graphic>
      </p:graphicFrame>
      <p:sp>
        <p:nvSpPr>
          <p:cNvPr id="1043" name="TextBox 1042">
            <a:extLst>
              <a:ext uri="{FF2B5EF4-FFF2-40B4-BE49-F238E27FC236}">
                <a16:creationId xmlns:a16="http://schemas.microsoft.com/office/drawing/2014/main" id="{F5BDAFBC-FCB4-FC1A-3EAB-D5A0E608011C}"/>
              </a:ext>
            </a:extLst>
          </p:cNvPr>
          <p:cNvSpPr txBox="1"/>
          <p:nvPr/>
        </p:nvSpPr>
        <p:spPr>
          <a:xfrm>
            <a:off x="279647" y="4755413"/>
            <a:ext cx="2384979" cy="369332"/>
          </a:xfrm>
          <a:prstGeom prst="rect">
            <a:avLst/>
          </a:prstGeom>
          <a:noFill/>
        </p:spPr>
        <p:txBody>
          <a:bodyPr wrap="square">
            <a:spAutoFit/>
          </a:bodyPr>
          <a:lstStyle/>
          <a:p>
            <a:pPr lvl="0">
              <a:defRPr/>
            </a:pPr>
            <a:r>
              <a:rPr lang="en-US">
                <a:solidFill>
                  <a:prstClr val="black"/>
                </a:solidFill>
                <a:latin typeface="Calibri" panose="020F0502020204030204"/>
              </a:rPr>
              <a:t>Hay:</a:t>
            </a:r>
            <a:endParaRPr lang="en-US">
              <a:solidFill>
                <a:prstClr val="black"/>
              </a:solidFill>
              <a:sym typeface="Symbol" panose="05050102010706020507" pitchFamily="18" charset="2"/>
            </a:endParaRPr>
          </a:p>
        </p:txBody>
      </p:sp>
      <p:graphicFrame>
        <p:nvGraphicFramePr>
          <p:cNvPr id="1044" name="Object 1043">
            <a:extLst>
              <a:ext uri="{FF2B5EF4-FFF2-40B4-BE49-F238E27FC236}">
                <a16:creationId xmlns:a16="http://schemas.microsoft.com/office/drawing/2014/main" id="{AF2D6DFC-91CE-3441-CE28-2C37ADA5C93E}"/>
              </a:ext>
            </a:extLst>
          </p:cNvPr>
          <p:cNvGraphicFramePr>
            <a:graphicFrameLocks noChangeAspect="1"/>
          </p:cNvGraphicFramePr>
          <p:nvPr>
            <p:extLst>
              <p:ext uri="{D42A27DB-BD31-4B8C-83A1-F6EECF244321}">
                <p14:modId xmlns:p14="http://schemas.microsoft.com/office/powerpoint/2010/main" val="1669837649"/>
              </p:ext>
            </p:extLst>
          </p:nvPr>
        </p:nvGraphicFramePr>
        <p:xfrm>
          <a:off x="996823" y="4591050"/>
          <a:ext cx="1352550" cy="696913"/>
        </p:xfrm>
        <a:graphic>
          <a:graphicData uri="http://schemas.openxmlformats.org/presentationml/2006/ole">
            <mc:AlternateContent xmlns:mc="http://schemas.openxmlformats.org/markup-compatibility/2006">
              <mc:Choice xmlns:v="urn:schemas-microsoft-com:vml" Requires="v">
                <p:oleObj name="Equation" r:id="rId13" imgW="761760" imgH="393480" progId="Equation.DSMT4">
                  <p:embed/>
                </p:oleObj>
              </mc:Choice>
              <mc:Fallback>
                <p:oleObj name="Equation" r:id="rId13" imgW="761760" imgH="393480" progId="Equation.DSMT4">
                  <p:embed/>
                  <p:pic>
                    <p:nvPicPr>
                      <p:cNvPr id="1044" name="Object 1043">
                        <a:extLst>
                          <a:ext uri="{FF2B5EF4-FFF2-40B4-BE49-F238E27FC236}">
                            <a16:creationId xmlns:a16="http://schemas.microsoft.com/office/drawing/2014/main" id="{AF2D6DFC-91CE-3441-CE28-2C37ADA5C93E}"/>
                          </a:ext>
                        </a:extLst>
                      </p:cNvPr>
                      <p:cNvPicPr/>
                      <p:nvPr/>
                    </p:nvPicPr>
                    <p:blipFill>
                      <a:blip r:embed="rId14"/>
                      <a:stretch>
                        <a:fillRect/>
                      </a:stretch>
                    </p:blipFill>
                    <p:spPr>
                      <a:xfrm>
                        <a:off x="996823" y="4591050"/>
                        <a:ext cx="1352550" cy="696913"/>
                      </a:xfrm>
                      <a:prstGeom prst="rect">
                        <a:avLst/>
                      </a:prstGeom>
                    </p:spPr>
                  </p:pic>
                </p:oleObj>
              </mc:Fallback>
            </mc:AlternateContent>
          </a:graphicData>
        </a:graphic>
      </p:graphicFrame>
      <p:graphicFrame>
        <p:nvGraphicFramePr>
          <p:cNvPr id="1045" name="Object 1044">
            <a:extLst>
              <a:ext uri="{FF2B5EF4-FFF2-40B4-BE49-F238E27FC236}">
                <a16:creationId xmlns:a16="http://schemas.microsoft.com/office/drawing/2014/main" id="{6D6B1591-384D-06D5-2230-DD4CF47061C2}"/>
              </a:ext>
            </a:extLst>
          </p:cNvPr>
          <p:cNvGraphicFramePr>
            <a:graphicFrameLocks noChangeAspect="1"/>
          </p:cNvGraphicFramePr>
          <p:nvPr>
            <p:extLst>
              <p:ext uri="{D42A27DB-BD31-4B8C-83A1-F6EECF244321}">
                <p14:modId xmlns:p14="http://schemas.microsoft.com/office/powerpoint/2010/main" val="2876110269"/>
              </p:ext>
            </p:extLst>
          </p:nvPr>
        </p:nvGraphicFramePr>
        <p:xfrm>
          <a:off x="2417077" y="4637763"/>
          <a:ext cx="1861267" cy="674964"/>
        </p:xfrm>
        <a:graphic>
          <a:graphicData uri="http://schemas.openxmlformats.org/presentationml/2006/ole">
            <mc:AlternateContent xmlns:mc="http://schemas.openxmlformats.org/markup-compatibility/2006">
              <mc:Choice xmlns:v="urn:schemas-microsoft-com:vml" Requires="v">
                <p:oleObj name="Equation" r:id="rId15" imgW="1155600" imgH="419040" progId="Equation.DSMT4">
                  <p:embed/>
                </p:oleObj>
              </mc:Choice>
              <mc:Fallback>
                <p:oleObj name="Equation" r:id="rId15" imgW="1155600" imgH="419040" progId="Equation.DSMT4">
                  <p:embed/>
                  <p:pic>
                    <p:nvPicPr>
                      <p:cNvPr id="1045" name="Object 1044">
                        <a:extLst>
                          <a:ext uri="{FF2B5EF4-FFF2-40B4-BE49-F238E27FC236}">
                            <a16:creationId xmlns:a16="http://schemas.microsoft.com/office/drawing/2014/main" id="{6D6B1591-384D-06D5-2230-DD4CF47061C2}"/>
                          </a:ext>
                        </a:extLst>
                      </p:cNvPr>
                      <p:cNvPicPr/>
                      <p:nvPr/>
                    </p:nvPicPr>
                    <p:blipFill>
                      <a:blip r:embed="rId16"/>
                      <a:stretch>
                        <a:fillRect/>
                      </a:stretch>
                    </p:blipFill>
                    <p:spPr>
                      <a:xfrm>
                        <a:off x="2417077" y="4637763"/>
                        <a:ext cx="1861267" cy="674964"/>
                      </a:xfrm>
                      <a:prstGeom prst="rect">
                        <a:avLst/>
                      </a:prstGeom>
                    </p:spPr>
                  </p:pic>
                </p:oleObj>
              </mc:Fallback>
            </mc:AlternateContent>
          </a:graphicData>
        </a:graphic>
      </p:graphicFrame>
      <p:graphicFrame>
        <p:nvGraphicFramePr>
          <p:cNvPr id="1046" name="Object 1045">
            <a:extLst>
              <a:ext uri="{FF2B5EF4-FFF2-40B4-BE49-F238E27FC236}">
                <a16:creationId xmlns:a16="http://schemas.microsoft.com/office/drawing/2014/main" id="{20BE7A5D-922F-6392-CCDC-7FC8CF46C33D}"/>
              </a:ext>
            </a:extLst>
          </p:cNvPr>
          <p:cNvGraphicFramePr>
            <a:graphicFrameLocks noChangeAspect="1"/>
          </p:cNvGraphicFramePr>
          <p:nvPr>
            <p:extLst>
              <p:ext uri="{D42A27DB-BD31-4B8C-83A1-F6EECF244321}">
                <p14:modId xmlns:p14="http://schemas.microsoft.com/office/powerpoint/2010/main" val="1126705068"/>
              </p:ext>
            </p:extLst>
          </p:nvPr>
        </p:nvGraphicFramePr>
        <p:xfrm>
          <a:off x="4355467" y="4848193"/>
          <a:ext cx="1963534" cy="327256"/>
        </p:xfrm>
        <a:graphic>
          <a:graphicData uri="http://schemas.openxmlformats.org/presentationml/2006/ole">
            <mc:AlternateContent xmlns:mc="http://schemas.openxmlformats.org/markup-compatibility/2006">
              <mc:Choice xmlns:v="urn:schemas-microsoft-com:vml" Requires="v">
                <p:oleObj name="Equation" r:id="rId17" imgW="1218960" imgH="203040" progId="Equation.DSMT4">
                  <p:embed/>
                </p:oleObj>
              </mc:Choice>
              <mc:Fallback>
                <p:oleObj name="Equation" r:id="rId17" imgW="1218960" imgH="203040" progId="Equation.DSMT4">
                  <p:embed/>
                  <p:pic>
                    <p:nvPicPr>
                      <p:cNvPr id="1046" name="Object 1045">
                        <a:extLst>
                          <a:ext uri="{FF2B5EF4-FFF2-40B4-BE49-F238E27FC236}">
                            <a16:creationId xmlns:a16="http://schemas.microsoft.com/office/drawing/2014/main" id="{20BE7A5D-922F-6392-CCDC-7FC8CF46C33D}"/>
                          </a:ext>
                        </a:extLst>
                      </p:cNvPr>
                      <p:cNvPicPr/>
                      <p:nvPr/>
                    </p:nvPicPr>
                    <p:blipFill>
                      <a:blip r:embed="rId18"/>
                      <a:stretch>
                        <a:fillRect/>
                      </a:stretch>
                    </p:blipFill>
                    <p:spPr>
                      <a:xfrm>
                        <a:off x="4355467" y="4848193"/>
                        <a:ext cx="1963534" cy="327256"/>
                      </a:xfrm>
                      <a:prstGeom prst="rect">
                        <a:avLst/>
                      </a:prstGeom>
                    </p:spPr>
                  </p:pic>
                </p:oleObj>
              </mc:Fallback>
            </mc:AlternateContent>
          </a:graphicData>
        </a:graphic>
      </p:graphicFrame>
      <p:sp>
        <p:nvSpPr>
          <p:cNvPr id="1047" name="TextBox 1046">
            <a:extLst>
              <a:ext uri="{FF2B5EF4-FFF2-40B4-BE49-F238E27FC236}">
                <a16:creationId xmlns:a16="http://schemas.microsoft.com/office/drawing/2014/main" id="{B4A70BBA-F92A-AF01-B499-F87F3887F9B1}"/>
              </a:ext>
            </a:extLst>
          </p:cNvPr>
          <p:cNvSpPr txBox="1"/>
          <p:nvPr/>
        </p:nvSpPr>
        <p:spPr>
          <a:xfrm>
            <a:off x="304878" y="5417257"/>
            <a:ext cx="1112611" cy="369332"/>
          </a:xfrm>
          <a:prstGeom prst="rect">
            <a:avLst/>
          </a:prstGeom>
          <a:noFill/>
        </p:spPr>
        <p:txBody>
          <a:bodyPr wrap="square">
            <a:spAutoFit/>
          </a:bodyPr>
          <a:lstStyle/>
          <a:p>
            <a:pPr lvl="0">
              <a:defRPr/>
            </a:pPr>
            <a:r>
              <a:rPr lang="en-US">
                <a:solidFill>
                  <a:prstClr val="black"/>
                </a:solidFill>
                <a:latin typeface="Calibri" panose="020F0502020204030204"/>
              </a:rPr>
              <a:t>Vậy:</a:t>
            </a:r>
            <a:endParaRPr lang="en-US">
              <a:solidFill>
                <a:prstClr val="black"/>
              </a:solidFill>
              <a:sym typeface="Symbol" panose="05050102010706020507" pitchFamily="18" charset="2"/>
            </a:endParaRPr>
          </a:p>
        </p:txBody>
      </p:sp>
      <p:graphicFrame>
        <p:nvGraphicFramePr>
          <p:cNvPr id="1048" name="Object 1047">
            <a:extLst>
              <a:ext uri="{FF2B5EF4-FFF2-40B4-BE49-F238E27FC236}">
                <a16:creationId xmlns:a16="http://schemas.microsoft.com/office/drawing/2014/main" id="{EC17E1B1-1BF4-43D5-EE55-D76B84F71888}"/>
              </a:ext>
            </a:extLst>
          </p:cNvPr>
          <p:cNvGraphicFramePr>
            <a:graphicFrameLocks noChangeAspect="1"/>
          </p:cNvGraphicFramePr>
          <p:nvPr>
            <p:extLst>
              <p:ext uri="{D42A27DB-BD31-4B8C-83A1-F6EECF244321}">
                <p14:modId xmlns:p14="http://schemas.microsoft.com/office/powerpoint/2010/main" val="948730966"/>
              </p:ext>
            </p:extLst>
          </p:nvPr>
        </p:nvGraphicFramePr>
        <p:xfrm>
          <a:off x="981518" y="5387587"/>
          <a:ext cx="2314006" cy="435578"/>
        </p:xfrm>
        <a:graphic>
          <a:graphicData uri="http://schemas.openxmlformats.org/presentationml/2006/ole">
            <mc:AlternateContent xmlns:mc="http://schemas.openxmlformats.org/markup-compatibility/2006">
              <mc:Choice xmlns:v="urn:schemas-microsoft-com:vml" Requires="v">
                <p:oleObj name="Equation" r:id="rId19" imgW="1079280" imgH="203040" progId="Equation.DSMT4">
                  <p:embed/>
                </p:oleObj>
              </mc:Choice>
              <mc:Fallback>
                <p:oleObj name="Equation" r:id="rId19" imgW="1079280" imgH="203040" progId="Equation.DSMT4">
                  <p:embed/>
                  <p:pic>
                    <p:nvPicPr>
                      <p:cNvPr id="1048" name="Object 1047">
                        <a:extLst>
                          <a:ext uri="{FF2B5EF4-FFF2-40B4-BE49-F238E27FC236}">
                            <a16:creationId xmlns:a16="http://schemas.microsoft.com/office/drawing/2014/main" id="{EC17E1B1-1BF4-43D5-EE55-D76B84F71888}"/>
                          </a:ext>
                        </a:extLst>
                      </p:cNvPr>
                      <p:cNvPicPr/>
                      <p:nvPr/>
                    </p:nvPicPr>
                    <p:blipFill>
                      <a:blip r:embed="rId20"/>
                      <a:stretch>
                        <a:fillRect/>
                      </a:stretch>
                    </p:blipFill>
                    <p:spPr>
                      <a:xfrm>
                        <a:off x="981518" y="5387587"/>
                        <a:ext cx="2314006" cy="435578"/>
                      </a:xfrm>
                      <a:prstGeom prst="rect">
                        <a:avLst/>
                      </a:prstGeom>
                    </p:spPr>
                  </p:pic>
                </p:oleObj>
              </mc:Fallback>
            </mc:AlternateContent>
          </a:graphicData>
        </a:graphic>
      </p:graphicFrame>
      <p:sp>
        <p:nvSpPr>
          <p:cNvPr id="1050" name="TextBox 1049">
            <a:extLst>
              <a:ext uri="{FF2B5EF4-FFF2-40B4-BE49-F238E27FC236}">
                <a16:creationId xmlns:a16="http://schemas.microsoft.com/office/drawing/2014/main" id="{0A79B269-9219-E4AA-B931-6AFC505AB740}"/>
              </a:ext>
            </a:extLst>
          </p:cNvPr>
          <p:cNvSpPr txBox="1"/>
          <p:nvPr/>
        </p:nvSpPr>
        <p:spPr>
          <a:xfrm>
            <a:off x="316991" y="5868662"/>
            <a:ext cx="6230551" cy="646331"/>
          </a:xfrm>
          <a:prstGeom prst="rect">
            <a:avLst/>
          </a:prstGeom>
          <a:noFill/>
        </p:spPr>
        <p:txBody>
          <a:bodyPr wrap="square">
            <a:spAutoFit/>
          </a:bodyPr>
          <a:lstStyle/>
          <a:p>
            <a:r>
              <a:rPr lang="en-US">
                <a:latin typeface="Calibri" panose="020F0502020204030204"/>
              </a:rPr>
              <a:t>Trên màn quan sát có 6 vân tối, không lấy giá trị k= 0 vì nó ứng với cực đại giữa.</a:t>
            </a:r>
            <a:endParaRPr lang="en-US"/>
          </a:p>
        </p:txBody>
      </p:sp>
    </p:spTree>
    <p:extLst>
      <p:ext uri="{BB962C8B-B14F-4D97-AF65-F5344CB8AC3E}">
        <p14:creationId xmlns:p14="http://schemas.microsoft.com/office/powerpoint/2010/main" val="80519661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1000"/>
                                        <p:tgtEl>
                                          <p:spTgt spid="3"/>
                                        </p:tgtEl>
                                      </p:cBhvr>
                                    </p:animEffect>
                                    <p:anim calcmode="lin" valueType="num">
                                      <p:cBhvr>
                                        <p:cTn id="8" dur="1000" fill="hold"/>
                                        <p:tgtEl>
                                          <p:spTgt spid="3"/>
                                        </p:tgtEl>
                                        <p:attrNameLst>
                                          <p:attrName>ppt_x</p:attrName>
                                        </p:attrNameLst>
                                      </p:cBhvr>
                                      <p:tavLst>
                                        <p:tav tm="0">
                                          <p:val>
                                            <p:strVal val="#ppt_x"/>
                                          </p:val>
                                        </p:tav>
                                        <p:tav tm="100000">
                                          <p:val>
                                            <p:strVal val="#ppt_x"/>
                                          </p:val>
                                        </p:tav>
                                      </p:tavLst>
                                    </p:anim>
                                    <p:anim calcmode="lin" valueType="num">
                                      <p:cBhvr>
                                        <p:cTn id="9" dur="1000" fill="hold"/>
                                        <p:tgtEl>
                                          <p:spTgt spid="3"/>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6" presetClass="entr" presetSubtype="16" fill="hold" nodeType="clickEffect">
                                  <p:stCondLst>
                                    <p:cond delay="0"/>
                                  </p:stCondLst>
                                  <p:childTnLst>
                                    <p:set>
                                      <p:cBhvr>
                                        <p:cTn id="13" dur="1" fill="hold">
                                          <p:stCondLst>
                                            <p:cond delay="0"/>
                                          </p:stCondLst>
                                        </p:cTn>
                                        <p:tgtEl>
                                          <p:spTgt spid="24"/>
                                        </p:tgtEl>
                                        <p:attrNameLst>
                                          <p:attrName>style.visibility</p:attrName>
                                        </p:attrNameLst>
                                      </p:cBhvr>
                                      <p:to>
                                        <p:strVal val="visible"/>
                                      </p:to>
                                    </p:set>
                                    <p:animEffect transition="in" filter="circle(in)">
                                      <p:cBhvr>
                                        <p:cTn id="14" dur="2000"/>
                                        <p:tgtEl>
                                          <p:spTgt spid="24"/>
                                        </p:tgtEl>
                                      </p:cBhvr>
                                    </p:animEffect>
                                  </p:childTnLst>
                                </p:cTn>
                              </p:par>
                            </p:childTnLst>
                          </p:cTn>
                        </p:par>
                      </p:childTnLst>
                    </p:cTn>
                  </p:par>
                  <p:par>
                    <p:cTn id="15" fill="hold">
                      <p:stCondLst>
                        <p:cond delay="indefinite"/>
                      </p:stCondLst>
                      <p:childTnLst>
                        <p:par>
                          <p:cTn id="16" fill="hold">
                            <p:stCondLst>
                              <p:cond delay="0"/>
                            </p:stCondLst>
                            <p:childTnLst>
                              <p:par>
                                <p:cTn id="17" presetID="6" presetClass="entr" presetSubtype="16" fill="hold" nodeType="clickEffect">
                                  <p:stCondLst>
                                    <p:cond delay="0"/>
                                  </p:stCondLst>
                                  <p:childTnLst>
                                    <p:set>
                                      <p:cBhvr>
                                        <p:cTn id="18" dur="1" fill="hold">
                                          <p:stCondLst>
                                            <p:cond delay="0"/>
                                          </p:stCondLst>
                                        </p:cTn>
                                        <p:tgtEl>
                                          <p:spTgt spid="26"/>
                                        </p:tgtEl>
                                        <p:attrNameLst>
                                          <p:attrName>style.visibility</p:attrName>
                                        </p:attrNameLst>
                                      </p:cBhvr>
                                      <p:to>
                                        <p:strVal val="visible"/>
                                      </p:to>
                                    </p:set>
                                    <p:animEffect transition="in" filter="circle(in)">
                                      <p:cBhvr>
                                        <p:cTn id="19" dur="2000"/>
                                        <p:tgtEl>
                                          <p:spTgt spid="26"/>
                                        </p:tgtEl>
                                      </p:cBhvr>
                                    </p:animEffect>
                                  </p:childTnLst>
                                </p:cTn>
                              </p:par>
                            </p:childTnLst>
                          </p:cTn>
                        </p:par>
                      </p:childTnLst>
                    </p:cTn>
                  </p:par>
                  <p:par>
                    <p:cTn id="20" fill="hold">
                      <p:stCondLst>
                        <p:cond delay="indefinite"/>
                      </p:stCondLst>
                      <p:childTnLst>
                        <p:par>
                          <p:cTn id="21" fill="hold">
                            <p:stCondLst>
                              <p:cond delay="0"/>
                            </p:stCondLst>
                            <p:childTnLst>
                              <p:par>
                                <p:cTn id="22" presetID="6" presetClass="entr" presetSubtype="16" fill="hold" nodeType="clickEffect">
                                  <p:stCondLst>
                                    <p:cond delay="0"/>
                                  </p:stCondLst>
                                  <p:childTnLst>
                                    <p:set>
                                      <p:cBhvr>
                                        <p:cTn id="23" dur="1" fill="hold">
                                          <p:stCondLst>
                                            <p:cond delay="0"/>
                                          </p:stCondLst>
                                        </p:cTn>
                                        <p:tgtEl>
                                          <p:spTgt spid="29"/>
                                        </p:tgtEl>
                                        <p:attrNameLst>
                                          <p:attrName>style.visibility</p:attrName>
                                        </p:attrNameLst>
                                      </p:cBhvr>
                                      <p:to>
                                        <p:strVal val="visible"/>
                                      </p:to>
                                    </p:set>
                                    <p:animEffect transition="in" filter="circle(in)">
                                      <p:cBhvr>
                                        <p:cTn id="24" dur="2000"/>
                                        <p:tgtEl>
                                          <p:spTgt spid="29"/>
                                        </p:tgtEl>
                                      </p:cBhvr>
                                    </p:animEffect>
                                  </p:childTnLst>
                                </p:cTn>
                              </p:par>
                            </p:childTnLst>
                          </p:cTn>
                        </p:par>
                      </p:childTnLst>
                    </p:cTn>
                  </p:par>
                  <p:par>
                    <p:cTn id="25" fill="hold">
                      <p:stCondLst>
                        <p:cond delay="indefinite"/>
                      </p:stCondLst>
                      <p:childTnLst>
                        <p:par>
                          <p:cTn id="26" fill="hold">
                            <p:stCondLst>
                              <p:cond delay="0"/>
                            </p:stCondLst>
                            <p:childTnLst>
                              <p:par>
                                <p:cTn id="27" presetID="6" presetClass="entr" presetSubtype="16" fill="hold" nodeType="clickEffect">
                                  <p:stCondLst>
                                    <p:cond delay="0"/>
                                  </p:stCondLst>
                                  <p:childTnLst>
                                    <p:set>
                                      <p:cBhvr>
                                        <p:cTn id="28" dur="1" fill="hold">
                                          <p:stCondLst>
                                            <p:cond delay="0"/>
                                          </p:stCondLst>
                                        </p:cTn>
                                        <p:tgtEl>
                                          <p:spTgt spid="31"/>
                                        </p:tgtEl>
                                        <p:attrNameLst>
                                          <p:attrName>style.visibility</p:attrName>
                                        </p:attrNameLst>
                                      </p:cBhvr>
                                      <p:to>
                                        <p:strVal val="visible"/>
                                      </p:to>
                                    </p:set>
                                    <p:animEffect transition="in" filter="circle(in)">
                                      <p:cBhvr>
                                        <p:cTn id="29" dur="2000"/>
                                        <p:tgtEl>
                                          <p:spTgt spid="31"/>
                                        </p:tgtEl>
                                      </p:cBhvr>
                                    </p:animEffect>
                                  </p:childTnLst>
                                </p:cTn>
                              </p:par>
                            </p:childTnLst>
                          </p:cTn>
                        </p:par>
                      </p:childTnLst>
                    </p:cTn>
                  </p:par>
                  <p:par>
                    <p:cTn id="30" fill="hold">
                      <p:stCondLst>
                        <p:cond delay="indefinite"/>
                      </p:stCondLst>
                      <p:childTnLst>
                        <p:par>
                          <p:cTn id="31" fill="hold">
                            <p:stCondLst>
                              <p:cond delay="0"/>
                            </p:stCondLst>
                            <p:childTnLst>
                              <p:par>
                                <p:cTn id="32" presetID="6" presetClass="entr" presetSubtype="16" fill="hold" grpId="0" nodeType="clickEffect">
                                  <p:stCondLst>
                                    <p:cond delay="0"/>
                                  </p:stCondLst>
                                  <p:childTnLst>
                                    <p:set>
                                      <p:cBhvr>
                                        <p:cTn id="33" dur="1" fill="hold">
                                          <p:stCondLst>
                                            <p:cond delay="0"/>
                                          </p:stCondLst>
                                        </p:cTn>
                                        <p:tgtEl>
                                          <p:spTgt spid="1024"/>
                                        </p:tgtEl>
                                        <p:attrNameLst>
                                          <p:attrName>style.visibility</p:attrName>
                                        </p:attrNameLst>
                                      </p:cBhvr>
                                      <p:to>
                                        <p:strVal val="visible"/>
                                      </p:to>
                                    </p:set>
                                    <p:animEffect transition="in" filter="circle(in)">
                                      <p:cBhvr>
                                        <p:cTn id="34" dur="2000"/>
                                        <p:tgtEl>
                                          <p:spTgt spid="1024"/>
                                        </p:tgtEl>
                                      </p:cBhvr>
                                    </p:animEffect>
                                  </p:childTnLst>
                                </p:cTn>
                              </p:par>
                            </p:childTnLst>
                          </p:cTn>
                        </p:par>
                      </p:childTnLst>
                    </p:cTn>
                  </p:par>
                  <p:par>
                    <p:cTn id="35" fill="hold">
                      <p:stCondLst>
                        <p:cond delay="indefinite"/>
                      </p:stCondLst>
                      <p:childTnLst>
                        <p:par>
                          <p:cTn id="36" fill="hold">
                            <p:stCondLst>
                              <p:cond delay="0"/>
                            </p:stCondLst>
                            <p:childTnLst>
                              <p:par>
                                <p:cTn id="37" presetID="6" presetClass="entr" presetSubtype="16" fill="hold" grpId="0" nodeType="clickEffect">
                                  <p:stCondLst>
                                    <p:cond delay="0"/>
                                  </p:stCondLst>
                                  <p:childTnLst>
                                    <p:set>
                                      <p:cBhvr>
                                        <p:cTn id="38" dur="1" fill="hold">
                                          <p:stCondLst>
                                            <p:cond delay="0"/>
                                          </p:stCondLst>
                                        </p:cTn>
                                        <p:tgtEl>
                                          <p:spTgt spid="1025"/>
                                        </p:tgtEl>
                                        <p:attrNameLst>
                                          <p:attrName>style.visibility</p:attrName>
                                        </p:attrNameLst>
                                      </p:cBhvr>
                                      <p:to>
                                        <p:strVal val="visible"/>
                                      </p:to>
                                    </p:set>
                                    <p:animEffect transition="in" filter="circle(in)">
                                      <p:cBhvr>
                                        <p:cTn id="39" dur="2000"/>
                                        <p:tgtEl>
                                          <p:spTgt spid="1025"/>
                                        </p:tgtEl>
                                      </p:cBhvr>
                                    </p:animEffect>
                                  </p:childTnLst>
                                </p:cTn>
                              </p:par>
                            </p:childTnLst>
                          </p:cTn>
                        </p:par>
                      </p:childTnLst>
                    </p:cTn>
                  </p:par>
                  <p:par>
                    <p:cTn id="40" fill="hold">
                      <p:stCondLst>
                        <p:cond delay="indefinite"/>
                      </p:stCondLst>
                      <p:childTnLst>
                        <p:par>
                          <p:cTn id="41" fill="hold">
                            <p:stCondLst>
                              <p:cond delay="0"/>
                            </p:stCondLst>
                            <p:childTnLst>
                              <p:par>
                                <p:cTn id="42" presetID="6" presetClass="entr" presetSubtype="16" fill="hold" nodeType="clickEffect">
                                  <p:stCondLst>
                                    <p:cond delay="0"/>
                                  </p:stCondLst>
                                  <p:childTnLst>
                                    <p:set>
                                      <p:cBhvr>
                                        <p:cTn id="43" dur="1" fill="hold">
                                          <p:stCondLst>
                                            <p:cond delay="0"/>
                                          </p:stCondLst>
                                        </p:cTn>
                                        <p:tgtEl>
                                          <p:spTgt spid="1028"/>
                                        </p:tgtEl>
                                        <p:attrNameLst>
                                          <p:attrName>style.visibility</p:attrName>
                                        </p:attrNameLst>
                                      </p:cBhvr>
                                      <p:to>
                                        <p:strVal val="visible"/>
                                      </p:to>
                                    </p:set>
                                    <p:animEffect transition="in" filter="circle(in)">
                                      <p:cBhvr>
                                        <p:cTn id="44" dur="2000"/>
                                        <p:tgtEl>
                                          <p:spTgt spid="1028"/>
                                        </p:tgtEl>
                                      </p:cBhvr>
                                    </p:animEffect>
                                  </p:childTnLst>
                                </p:cTn>
                              </p:par>
                            </p:childTnLst>
                          </p:cTn>
                        </p:par>
                      </p:childTnLst>
                    </p:cTn>
                  </p:par>
                  <p:par>
                    <p:cTn id="45" fill="hold">
                      <p:stCondLst>
                        <p:cond delay="indefinite"/>
                      </p:stCondLst>
                      <p:childTnLst>
                        <p:par>
                          <p:cTn id="46" fill="hold">
                            <p:stCondLst>
                              <p:cond delay="0"/>
                            </p:stCondLst>
                            <p:childTnLst>
                              <p:par>
                                <p:cTn id="47" presetID="6" presetClass="entr" presetSubtype="16" fill="hold" grpId="0" nodeType="clickEffect">
                                  <p:stCondLst>
                                    <p:cond delay="0"/>
                                  </p:stCondLst>
                                  <p:childTnLst>
                                    <p:set>
                                      <p:cBhvr>
                                        <p:cTn id="48" dur="1" fill="hold">
                                          <p:stCondLst>
                                            <p:cond delay="0"/>
                                          </p:stCondLst>
                                        </p:cTn>
                                        <p:tgtEl>
                                          <p:spTgt spid="1029"/>
                                        </p:tgtEl>
                                        <p:attrNameLst>
                                          <p:attrName>style.visibility</p:attrName>
                                        </p:attrNameLst>
                                      </p:cBhvr>
                                      <p:to>
                                        <p:strVal val="visible"/>
                                      </p:to>
                                    </p:set>
                                    <p:animEffect transition="in" filter="circle(in)">
                                      <p:cBhvr>
                                        <p:cTn id="49" dur="2000"/>
                                        <p:tgtEl>
                                          <p:spTgt spid="1029"/>
                                        </p:tgtEl>
                                      </p:cBhvr>
                                    </p:animEffect>
                                  </p:childTnLst>
                                </p:cTn>
                              </p:par>
                            </p:childTnLst>
                          </p:cTn>
                        </p:par>
                      </p:childTnLst>
                    </p:cTn>
                  </p:par>
                  <p:par>
                    <p:cTn id="50" fill="hold">
                      <p:stCondLst>
                        <p:cond delay="indefinite"/>
                      </p:stCondLst>
                      <p:childTnLst>
                        <p:par>
                          <p:cTn id="51" fill="hold">
                            <p:stCondLst>
                              <p:cond delay="0"/>
                            </p:stCondLst>
                            <p:childTnLst>
                              <p:par>
                                <p:cTn id="52" presetID="6" presetClass="entr" presetSubtype="16" fill="hold" grpId="0" nodeType="clickEffect">
                                  <p:stCondLst>
                                    <p:cond delay="0"/>
                                  </p:stCondLst>
                                  <p:childTnLst>
                                    <p:set>
                                      <p:cBhvr>
                                        <p:cTn id="53" dur="1" fill="hold">
                                          <p:stCondLst>
                                            <p:cond delay="0"/>
                                          </p:stCondLst>
                                        </p:cTn>
                                        <p:tgtEl>
                                          <p:spTgt spid="1031"/>
                                        </p:tgtEl>
                                        <p:attrNameLst>
                                          <p:attrName>style.visibility</p:attrName>
                                        </p:attrNameLst>
                                      </p:cBhvr>
                                      <p:to>
                                        <p:strVal val="visible"/>
                                      </p:to>
                                    </p:set>
                                    <p:animEffect transition="in" filter="circle(in)">
                                      <p:cBhvr>
                                        <p:cTn id="54" dur="2000"/>
                                        <p:tgtEl>
                                          <p:spTgt spid="1031"/>
                                        </p:tgtEl>
                                      </p:cBhvr>
                                    </p:animEffect>
                                  </p:childTnLst>
                                </p:cTn>
                              </p:par>
                            </p:childTnLst>
                          </p:cTn>
                        </p:par>
                      </p:childTnLst>
                    </p:cTn>
                  </p:par>
                  <p:par>
                    <p:cTn id="55" fill="hold">
                      <p:stCondLst>
                        <p:cond delay="indefinite"/>
                      </p:stCondLst>
                      <p:childTnLst>
                        <p:par>
                          <p:cTn id="56" fill="hold">
                            <p:stCondLst>
                              <p:cond delay="0"/>
                            </p:stCondLst>
                            <p:childTnLst>
                              <p:par>
                                <p:cTn id="57" presetID="42" presetClass="entr" presetSubtype="0" fill="hold" grpId="0" nodeType="clickEffect">
                                  <p:stCondLst>
                                    <p:cond delay="0"/>
                                  </p:stCondLst>
                                  <p:childTnLst>
                                    <p:set>
                                      <p:cBhvr>
                                        <p:cTn id="58" dur="1" fill="hold">
                                          <p:stCondLst>
                                            <p:cond delay="0"/>
                                          </p:stCondLst>
                                        </p:cTn>
                                        <p:tgtEl>
                                          <p:spTgt spid="1032"/>
                                        </p:tgtEl>
                                        <p:attrNameLst>
                                          <p:attrName>style.visibility</p:attrName>
                                        </p:attrNameLst>
                                      </p:cBhvr>
                                      <p:to>
                                        <p:strVal val="visible"/>
                                      </p:to>
                                    </p:set>
                                    <p:animEffect transition="in" filter="fade">
                                      <p:cBhvr>
                                        <p:cTn id="59" dur="1000"/>
                                        <p:tgtEl>
                                          <p:spTgt spid="1032"/>
                                        </p:tgtEl>
                                      </p:cBhvr>
                                    </p:animEffect>
                                    <p:anim calcmode="lin" valueType="num">
                                      <p:cBhvr>
                                        <p:cTn id="60" dur="1000" fill="hold"/>
                                        <p:tgtEl>
                                          <p:spTgt spid="1032"/>
                                        </p:tgtEl>
                                        <p:attrNameLst>
                                          <p:attrName>ppt_x</p:attrName>
                                        </p:attrNameLst>
                                      </p:cBhvr>
                                      <p:tavLst>
                                        <p:tav tm="0">
                                          <p:val>
                                            <p:strVal val="#ppt_x"/>
                                          </p:val>
                                        </p:tav>
                                        <p:tav tm="100000">
                                          <p:val>
                                            <p:strVal val="#ppt_x"/>
                                          </p:val>
                                        </p:tav>
                                      </p:tavLst>
                                    </p:anim>
                                    <p:anim calcmode="lin" valueType="num">
                                      <p:cBhvr>
                                        <p:cTn id="61" dur="1000" fill="hold"/>
                                        <p:tgtEl>
                                          <p:spTgt spid="1032"/>
                                        </p:tgtEl>
                                        <p:attrNameLst>
                                          <p:attrName>ppt_y</p:attrName>
                                        </p:attrNameLst>
                                      </p:cBhvr>
                                      <p:tavLst>
                                        <p:tav tm="0">
                                          <p:val>
                                            <p:strVal val="#ppt_y+.1"/>
                                          </p:val>
                                        </p:tav>
                                        <p:tav tm="100000">
                                          <p:val>
                                            <p:strVal val="#ppt_y"/>
                                          </p:val>
                                        </p:tav>
                                      </p:tavLst>
                                    </p:anim>
                                  </p:childTnLst>
                                </p:cTn>
                              </p:par>
                            </p:childTnLst>
                          </p:cTn>
                        </p:par>
                      </p:childTnLst>
                    </p:cTn>
                  </p:par>
                  <p:par>
                    <p:cTn id="62" fill="hold">
                      <p:stCondLst>
                        <p:cond delay="indefinite"/>
                      </p:stCondLst>
                      <p:childTnLst>
                        <p:par>
                          <p:cTn id="63" fill="hold">
                            <p:stCondLst>
                              <p:cond delay="0"/>
                            </p:stCondLst>
                            <p:childTnLst>
                              <p:par>
                                <p:cTn id="64" presetID="42" presetClass="entr" presetSubtype="0" fill="hold" nodeType="clickEffect">
                                  <p:stCondLst>
                                    <p:cond delay="0"/>
                                  </p:stCondLst>
                                  <p:childTnLst>
                                    <p:set>
                                      <p:cBhvr>
                                        <p:cTn id="65" dur="1" fill="hold">
                                          <p:stCondLst>
                                            <p:cond delay="0"/>
                                          </p:stCondLst>
                                        </p:cTn>
                                        <p:tgtEl>
                                          <p:spTgt spid="7"/>
                                        </p:tgtEl>
                                        <p:attrNameLst>
                                          <p:attrName>style.visibility</p:attrName>
                                        </p:attrNameLst>
                                      </p:cBhvr>
                                      <p:to>
                                        <p:strVal val="visible"/>
                                      </p:to>
                                    </p:set>
                                    <p:animEffect transition="in" filter="fade">
                                      <p:cBhvr>
                                        <p:cTn id="66" dur="1000"/>
                                        <p:tgtEl>
                                          <p:spTgt spid="7"/>
                                        </p:tgtEl>
                                      </p:cBhvr>
                                    </p:animEffect>
                                    <p:anim calcmode="lin" valueType="num">
                                      <p:cBhvr>
                                        <p:cTn id="67" dur="1000" fill="hold"/>
                                        <p:tgtEl>
                                          <p:spTgt spid="7"/>
                                        </p:tgtEl>
                                        <p:attrNameLst>
                                          <p:attrName>ppt_x</p:attrName>
                                        </p:attrNameLst>
                                      </p:cBhvr>
                                      <p:tavLst>
                                        <p:tav tm="0">
                                          <p:val>
                                            <p:strVal val="#ppt_x"/>
                                          </p:val>
                                        </p:tav>
                                        <p:tav tm="100000">
                                          <p:val>
                                            <p:strVal val="#ppt_x"/>
                                          </p:val>
                                        </p:tav>
                                      </p:tavLst>
                                    </p:anim>
                                    <p:anim calcmode="lin" valueType="num">
                                      <p:cBhvr>
                                        <p:cTn id="68"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69" fill="hold">
                      <p:stCondLst>
                        <p:cond delay="indefinite"/>
                      </p:stCondLst>
                      <p:childTnLst>
                        <p:par>
                          <p:cTn id="70" fill="hold">
                            <p:stCondLst>
                              <p:cond delay="0"/>
                            </p:stCondLst>
                            <p:childTnLst>
                              <p:par>
                                <p:cTn id="71" presetID="42" presetClass="entr" presetSubtype="0" fill="hold" grpId="0" nodeType="clickEffect">
                                  <p:stCondLst>
                                    <p:cond delay="0"/>
                                  </p:stCondLst>
                                  <p:childTnLst>
                                    <p:set>
                                      <p:cBhvr>
                                        <p:cTn id="72" dur="1" fill="hold">
                                          <p:stCondLst>
                                            <p:cond delay="0"/>
                                          </p:stCondLst>
                                        </p:cTn>
                                        <p:tgtEl>
                                          <p:spTgt spid="1033"/>
                                        </p:tgtEl>
                                        <p:attrNameLst>
                                          <p:attrName>style.visibility</p:attrName>
                                        </p:attrNameLst>
                                      </p:cBhvr>
                                      <p:to>
                                        <p:strVal val="visible"/>
                                      </p:to>
                                    </p:set>
                                    <p:animEffect transition="in" filter="fade">
                                      <p:cBhvr>
                                        <p:cTn id="73" dur="1000"/>
                                        <p:tgtEl>
                                          <p:spTgt spid="1033"/>
                                        </p:tgtEl>
                                      </p:cBhvr>
                                    </p:animEffect>
                                    <p:anim calcmode="lin" valueType="num">
                                      <p:cBhvr>
                                        <p:cTn id="74" dur="1000" fill="hold"/>
                                        <p:tgtEl>
                                          <p:spTgt spid="1033"/>
                                        </p:tgtEl>
                                        <p:attrNameLst>
                                          <p:attrName>ppt_x</p:attrName>
                                        </p:attrNameLst>
                                      </p:cBhvr>
                                      <p:tavLst>
                                        <p:tav tm="0">
                                          <p:val>
                                            <p:strVal val="#ppt_x"/>
                                          </p:val>
                                        </p:tav>
                                        <p:tav tm="100000">
                                          <p:val>
                                            <p:strVal val="#ppt_x"/>
                                          </p:val>
                                        </p:tav>
                                      </p:tavLst>
                                    </p:anim>
                                    <p:anim calcmode="lin" valueType="num">
                                      <p:cBhvr>
                                        <p:cTn id="75" dur="1000" fill="hold"/>
                                        <p:tgtEl>
                                          <p:spTgt spid="1033"/>
                                        </p:tgtEl>
                                        <p:attrNameLst>
                                          <p:attrName>ppt_y</p:attrName>
                                        </p:attrNameLst>
                                      </p:cBhvr>
                                      <p:tavLst>
                                        <p:tav tm="0">
                                          <p:val>
                                            <p:strVal val="#ppt_y+.1"/>
                                          </p:val>
                                        </p:tav>
                                        <p:tav tm="100000">
                                          <p:val>
                                            <p:strVal val="#ppt_y"/>
                                          </p:val>
                                        </p:tav>
                                      </p:tavLst>
                                    </p:anim>
                                  </p:childTnLst>
                                </p:cTn>
                              </p:par>
                            </p:childTnLst>
                          </p:cTn>
                        </p:par>
                      </p:childTnLst>
                    </p:cTn>
                  </p:par>
                  <p:par>
                    <p:cTn id="76" fill="hold">
                      <p:stCondLst>
                        <p:cond delay="indefinite"/>
                      </p:stCondLst>
                      <p:childTnLst>
                        <p:par>
                          <p:cTn id="77" fill="hold">
                            <p:stCondLst>
                              <p:cond delay="0"/>
                            </p:stCondLst>
                            <p:childTnLst>
                              <p:par>
                                <p:cTn id="78" presetID="42" presetClass="entr" presetSubtype="0" fill="hold" nodeType="clickEffect">
                                  <p:stCondLst>
                                    <p:cond delay="0"/>
                                  </p:stCondLst>
                                  <p:childTnLst>
                                    <p:set>
                                      <p:cBhvr>
                                        <p:cTn id="79" dur="1" fill="hold">
                                          <p:stCondLst>
                                            <p:cond delay="0"/>
                                          </p:stCondLst>
                                        </p:cTn>
                                        <p:tgtEl>
                                          <p:spTgt spid="1034"/>
                                        </p:tgtEl>
                                        <p:attrNameLst>
                                          <p:attrName>style.visibility</p:attrName>
                                        </p:attrNameLst>
                                      </p:cBhvr>
                                      <p:to>
                                        <p:strVal val="visible"/>
                                      </p:to>
                                    </p:set>
                                    <p:animEffect transition="in" filter="fade">
                                      <p:cBhvr>
                                        <p:cTn id="80" dur="1000"/>
                                        <p:tgtEl>
                                          <p:spTgt spid="1034"/>
                                        </p:tgtEl>
                                      </p:cBhvr>
                                    </p:animEffect>
                                    <p:anim calcmode="lin" valueType="num">
                                      <p:cBhvr>
                                        <p:cTn id="81" dur="1000" fill="hold"/>
                                        <p:tgtEl>
                                          <p:spTgt spid="1034"/>
                                        </p:tgtEl>
                                        <p:attrNameLst>
                                          <p:attrName>ppt_x</p:attrName>
                                        </p:attrNameLst>
                                      </p:cBhvr>
                                      <p:tavLst>
                                        <p:tav tm="0">
                                          <p:val>
                                            <p:strVal val="#ppt_x"/>
                                          </p:val>
                                        </p:tav>
                                        <p:tav tm="100000">
                                          <p:val>
                                            <p:strVal val="#ppt_x"/>
                                          </p:val>
                                        </p:tav>
                                      </p:tavLst>
                                    </p:anim>
                                    <p:anim calcmode="lin" valueType="num">
                                      <p:cBhvr>
                                        <p:cTn id="82" dur="1000" fill="hold"/>
                                        <p:tgtEl>
                                          <p:spTgt spid="1034"/>
                                        </p:tgtEl>
                                        <p:attrNameLst>
                                          <p:attrName>ppt_y</p:attrName>
                                        </p:attrNameLst>
                                      </p:cBhvr>
                                      <p:tavLst>
                                        <p:tav tm="0">
                                          <p:val>
                                            <p:strVal val="#ppt_y+.1"/>
                                          </p:val>
                                        </p:tav>
                                        <p:tav tm="100000">
                                          <p:val>
                                            <p:strVal val="#ppt_y"/>
                                          </p:val>
                                        </p:tav>
                                      </p:tavLst>
                                    </p:anim>
                                  </p:childTnLst>
                                </p:cTn>
                              </p:par>
                            </p:childTnLst>
                          </p:cTn>
                        </p:par>
                      </p:childTnLst>
                    </p:cTn>
                  </p:par>
                  <p:par>
                    <p:cTn id="83" fill="hold">
                      <p:stCondLst>
                        <p:cond delay="indefinite"/>
                      </p:stCondLst>
                      <p:childTnLst>
                        <p:par>
                          <p:cTn id="84" fill="hold">
                            <p:stCondLst>
                              <p:cond delay="0"/>
                            </p:stCondLst>
                            <p:childTnLst>
                              <p:par>
                                <p:cTn id="85" presetID="42" presetClass="entr" presetSubtype="0" fill="hold" grpId="0" nodeType="clickEffect">
                                  <p:stCondLst>
                                    <p:cond delay="0"/>
                                  </p:stCondLst>
                                  <p:childTnLst>
                                    <p:set>
                                      <p:cBhvr>
                                        <p:cTn id="86" dur="1" fill="hold">
                                          <p:stCondLst>
                                            <p:cond delay="0"/>
                                          </p:stCondLst>
                                        </p:cTn>
                                        <p:tgtEl>
                                          <p:spTgt spid="1035"/>
                                        </p:tgtEl>
                                        <p:attrNameLst>
                                          <p:attrName>style.visibility</p:attrName>
                                        </p:attrNameLst>
                                      </p:cBhvr>
                                      <p:to>
                                        <p:strVal val="visible"/>
                                      </p:to>
                                    </p:set>
                                    <p:animEffect transition="in" filter="fade">
                                      <p:cBhvr>
                                        <p:cTn id="87" dur="1000"/>
                                        <p:tgtEl>
                                          <p:spTgt spid="1035"/>
                                        </p:tgtEl>
                                      </p:cBhvr>
                                    </p:animEffect>
                                    <p:anim calcmode="lin" valueType="num">
                                      <p:cBhvr>
                                        <p:cTn id="88" dur="1000" fill="hold"/>
                                        <p:tgtEl>
                                          <p:spTgt spid="1035"/>
                                        </p:tgtEl>
                                        <p:attrNameLst>
                                          <p:attrName>ppt_x</p:attrName>
                                        </p:attrNameLst>
                                      </p:cBhvr>
                                      <p:tavLst>
                                        <p:tav tm="0">
                                          <p:val>
                                            <p:strVal val="#ppt_x"/>
                                          </p:val>
                                        </p:tav>
                                        <p:tav tm="100000">
                                          <p:val>
                                            <p:strVal val="#ppt_x"/>
                                          </p:val>
                                        </p:tav>
                                      </p:tavLst>
                                    </p:anim>
                                    <p:anim calcmode="lin" valueType="num">
                                      <p:cBhvr>
                                        <p:cTn id="89" dur="1000" fill="hold"/>
                                        <p:tgtEl>
                                          <p:spTgt spid="1035"/>
                                        </p:tgtEl>
                                        <p:attrNameLst>
                                          <p:attrName>ppt_y</p:attrName>
                                        </p:attrNameLst>
                                      </p:cBhvr>
                                      <p:tavLst>
                                        <p:tav tm="0">
                                          <p:val>
                                            <p:strVal val="#ppt_y+.1"/>
                                          </p:val>
                                        </p:tav>
                                        <p:tav tm="100000">
                                          <p:val>
                                            <p:strVal val="#ppt_y"/>
                                          </p:val>
                                        </p:tav>
                                      </p:tavLst>
                                    </p:anim>
                                  </p:childTnLst>
                                </p:cTn>
                              </p:par>
                            </p:childTnLst>
                          </p:cTn>
                        </p:par>
                      </p:childTnLst>
                    </p:cTn>
                  </p:par>
                  <p:par>
                    <p:cTn id="90" fill="hold">
                      <p:stCondLst>
                        <p:cond delay="indefinite"/>
                      </p:stCondLst>
                      <p:childTnLst>
                        <p:par>
                          <p:cTn id="91" fill="hold">
                            <p:stCondLst>
                              <p:cond delay="0"/>
                            </p:stCondLst>
                            <p:childTnLst>
                              <p:par>
                                <p:cTn id="92" presetID="42" presetClass="entr" presetSubtype="0" fill="hold" nodeType="clickEffect">
                                  <p:stCondLst>
                                    <p:cond delay="0"/>
                                  </p:stCondLst>
                                  <p:childTnLst>
                                    <p:set>
                                      <p:cBhvr>
                                        <p:cTn id="93" dur="1" fill="hold">
                                          <p:stCondLst>
                                            <p:cond delay="0"/>
                                          </p:stCondLst>
                                        </p:cTn>
                                        <p:tgtEl>
                                          <p:spTgt spid="1036"/>
                                        </p:tgtEl>
                                        <p:attrNameLst>
                                          <p:attrName>style.visibility</p:attrName>
                                        </p:attrNameLst>
                                      </p:cBhvr>
                                      <p:to>
                                        <p:strVal val="visible"/>
                                      </p:to>
                                    </p:set>
                                    <p:animEffect transition="in" filter="fade">
                                      <p:cBhvr>
                                        <p:cTn id="94" dur="1000"/>
                                        <p:tgtEl>
                                          <p:spTgt spid="1036"/>
                                        </p:tgtEl>
                                      </p:cBhvr>
                                    </p:animEffect>
                                    <p:anim calcmode="lin" valueType="num">
                                      <p:cBhvr>
                                        <p:cTn id="95" dur="1000" fill="hold"/>
                                        <p:tgtEl>
                                          <p:spTgt spid="1036"/>
                                        </p:tgtEl>
                                        <p:attrNameLst>
                                          <p:attrName>ppt_x</p:attrName>
                                        </p:attrNameLst>
                                      </p:cBhvr>
                                      <p:tavLst>
                                        <p:tav tm="0">
                                          <p:val>
                                            <p:strVal val="#ppt_x"/>
                                          </p:val>
                                        </p:tav>
                                        <p:tav tm="100000">
                                          <p:val>
                                            <p:strVal val="#ppt_x"/>
                                          </p:val>
                                        </p:tav>
                                      </p:tavLst>
                                    </p:anim>
                                    <p:anim calcmode="lin" valueType="num">
                                      <p:cBhvr>
                                        <p:cTn id="96" dur="1000" fill="hold"/>
                                        <p:tgtEl>
                                          <p:spTgt spid="1036"/>
                                        </p:tgtEl>
                                        <p:attrNameLst>
                                          <p:attrName>ppt_y</p:attrName>
                                        </p:attrNameLst>
                                      </p:cBhvr>
                                      <p:tavLst>
                                        <p:tav tm="0">
                                          <p:val>
                                            <p:strVal val="#ppt_y+.1"/>
                                          </p:val>
                                        </p:tav>
                                        <p:tav tm="100000">
                                          <p:val>
                                            <p:strVal val="#ppt_y"/>
                                          </p:val>
                                        </p:tav>
                                      </p:tavLst>
                                    </p:anim>
                                  </p:childTnLst>
                                </p:cTn>
                              </p:par>
                            </p:childTnLst>
                          </p:cTn>
                        </p:par>
                      </p:childTnLst>
                    </p:cTn>
                  </p:par>
                  <p:par>
                    <p:cTn id="97" fill="hold">
                      <p:stCondLst>
                        <p:cond delay="indefinite"/>
                      </p:stCondLst>
                      <p:childTnLst>
                        <p:par>
                          <p:cTn id="98" fill="hold">
                            <p:stCondLst>
                              <p:cond delay="0"/>
                            </p:stCondLst>
                            <p:childTnLst>
                              <p:par>
                                <p:cTn id="99" presetID="42" presetClass="entr" presetSubtype="0" fill="hold" grpId="0" nodeType="clickEffect">
                                  <p:stCondLst>
                                    <p:cond delay="0"/>
                                  </p:stCondLst>
                                  <p:childTnLst>
                                    <p:set>
                                      <p:cBhvr>
                                        <p:cTn id="100" dur="1" fill="hold">
                                          <p:stCondLst>
                                            <p:cond delay="0"/>
                                          </p:stCondLst>
                                        </p:cTn>
                                        <p:tgtEl>
                                          <p:spTgt spid="1037"/>
                                        </p:tgtEl>
                                        <p:attrNameLst>
                                          <p:attrName>style.visibility</p:attrName>
                                        </p:attrNameLst>
                                      </p:cBhvr>
                                      <p:to>
                                        <p:strVal val="visible"/>
                                      </p:to>
                                    </p:set>
                                    <p:animEffect transition="in" filter="fade">
                                      <p:cBhvr>
                                        <p:cTn id="101" dur="1000"/>
                                        <p:tgtEl>
                                          <p:spTgt spid="1037"/>
                                        </p:tgtEl>
                                      </p:cBhvr>
                                    </p:animEffect>
                                    <p:anim calcmode="lin" valueType="num">
                                      <p:cBhvr>
                                        <p:cTn id="102" dur="1000" fill="hold"/>
                                        <p:tgtEl>
                                          <p:spTgt spid="1037"/>
                                        </p:tgtEl>
                                        <p:attrNameLst>
                                          <p:attrName>ppt_x</p:attrName>
                                        </p:attrNameLst>
                                      </p:cBhvr>
                                      <p:tavLst>
                                        <p:tav tm="0">
                                          <p:val>
                                            <p:strVal val="#ppt_x"/>
                                          </p:val>
                                        </p:tav>
                                        <p:tav tm="100000">
                                          <p:val>
                                            <p:strVal val="#ppt_x"/>
                                          </p:val>
                                        </p:tav>
                                      </p:tavLst>
                                    </p:anim>
                                    <p:anim calcmode="lin" valueType="num">
                                      <p:cBhvr>
                                        <p:cTn id="103" dur="1000" fill="hold"/>
                                        <p:tgtEl>
                                          <p:spTgt spid="1037"/>
                                        </p:tgtEl>
                                        <p:attrNameLst>
                                          <p:attrName>ppt_y</p:attrName>
                                        </p:attrNameLst>
                                      </p:cBhvr>
                                      <p:tavLst>
                                        <p:tav tm="0">
                                          <p:val>
                                            <p:strVal val="#ppt_y+.1"/>
                                          </p:val>
                                        </p:tav>
                                        <p:tav tm="100000">
                                          <p:val>
                                            <p:strVal val="#ppt_y"/>
                                          </p:val>
                                        </p:tav>
                                      </p:tavLst>
                                    </p:anim>
                                  </p:childTnLst>
                                </p:cTn>
                              </p:par>
                            </p:childTnLst>
                          </p:cTn>
                        </p:par>
                      </p:childTnLst>
                    </p:cTn>
                  </p:par>
                  <p:par>
                    <p:cTn id="104" fill="hold">
                      <p:stCondLst>
                        <p:cond delay="indefinite"/>
                      </p:stCondLst>
                      <p:childTnLst>
                        <p:par>
                          <p:cTn id="105" fill="hold">
                            <p:stCondLst>
                              <p:cond delay="0"/>
                            </p:stCondLst>
                            <p:childTnLst>
                              <p:par>
                                <p:cTn id="106" presetID="42" presetClass="entr" presetSubtype="0" fill="hold" nodeType="clickEffect">
                                  <p:stCondLst>
                                    <p:cond delay="0"/>
                                  </p:stCondLst>
                                  <p:childTnLst>
                                    <p:set>
                                      <p:cBhvr>
                                        <p:cTn id="107" dur="1" fill="hold">
                                          <p:stCondLst>
                                            <p:cond delay="0"/>
                                          </p:stCondLst>
                                        </p:cTn>
                                        <p:tgtEl>
                                          <p:spTgt spid="1038"/>
                                        </p:tgtEl>
                                        <p:attrNameLst>
                                          <p:attrName>style.visibility</p:attrName>
                                        </p:attrNameLst>
                                      </p:cBhvr>
                                      <p:to>
                                        <p:strVal val="visible"/>
                                      </p:to>
                                    </p:set>
                                    <p:animEffect transition="in" filter="fade">
                                      <p:cBhvr>
                                        <p:cTn id="108" dur="1000"/>
                                        <p:tgtEl>
                                          <p:spTgt spid="1038"/>
                                        </p:tgtEl>
                                      </p:cBhvr>
                                    </p:animEffect>
                                    <p:anim calcmode="lin" valueType="num">
                                      <p:cBhvr>
                                        <p:cTn id="109" dur="1000" fill="hold"/>
                                        <p:tgtEl>
                                          <p:spTgt spid="1038"/>
                                        </p:tgtEl>
                                        <p:attrNameLst>
                                          <p:attrName>ppt_x</p:attrName>
                                        </p:attrNameLst>
                                      </p:cBhvr>
                                      <p:tavLst>
                                        <p:tav tm="0">
                                          <p:val>
                                            <p:strVal val="#ppt_x"/>
                                          </p:val>
                                        </p:tav>
                                        <p:tav tm="100000">
                                          <p:val>
                                            <p:strVal val="#ppt_x"/>
                                          </p:val>
                                        </p:tav>
                                      </p:tavLst>
                                    </p:anim>
                                    <p:anim calcmode="lin" valueType="num">
                                      <p:cBhvr>
                                        <p:cTn id="110" dur="1000" fill="hold"/>
                                        <p:tgtEl>
                                          <p:spTgt spid="1038"/>
                                        </p:tgtEl>
                                        <p:attrNameLst>
                                          <p:attrName>ppt_y</p:attrName>
                                        </p:attrNameLst>
                                      </p:cBhvr>
                                      <p:tavLst>
                                        <p:tav tm="0">
                                          <p:val>
                                            <p:strVal val="#ppt_y+.1"/>
                                          </p:val>
                                        </p:tav>
                                        <p:tav tm="100000">
                                          <p:val>
                                            <p:strVal val="#ppt_y"/>
                                          </p:val>
                                        </p:tav>
                                      </p:tavLst>
                                    </p:anim>
                                  </p:childTnLst>
                                </p:cTn>
                              </p:par>
                            </p:childTnLst>
                          </p:cTn>
                        </p:par>
                      </p:childTnLst>
                    </p:cTn>
                  </p:par>
                  <p:par>
                    <p:cTn id="111" fill="hold">
                      <p:stCondLst>
                        <p:cond delay="indefinite"/>
                      </p:stCondLst>
                      <p:childTnLst>
                        <p:par>
                          <p:cTn id="112" fill="hold">
                            <p:stCondLst>
                              <p:cond delay="0"/>
                            </p:stCondLst>
                            <p:childTnLst>
                              <p:par>
                                <p:cTn id="113" presetID="42" presetClass="entr" presetSubtype="0" fill="hold" grpId="0" nodeType="clickEffect">
                                  <p:stCondLst>
                                    <p:cond delay="0"/>
                                  </p:stCondLst>
                                  <p:childTnLst>
                                    <p:set>
                                      <p:cBhvr>
                                        <p:cTn id="114" dur="1" fill="hold">
                                          <p:stCondLst>
                                            <p:cond delay="0"/>
                                          </p:stCondLst>
                                        </p:cTn>
                                        <p:tgtEl>
                                          <p:spTgt spid="1039"/>
                                        </p:tgtEl>
                                        <p:attrNameLst>
                                          <p:attrName>style.visibility</p:attrName>
                                        </p:attrNameLst>
                                      </p:cBhvr>
                                      <p:to>
                                        <p:strVal val="visible"/>
                                      </p:to>
                                    </p:set>
                                    <p:animEffect transition="in" filter="fade">
                                      <p:cBhvr>
                                        <p:cTn id="115" dur="1000"/>
                                        <p:tgtEl>
                                          <p:spTgt spid="1039"/>
                                        </p:tgtEl>
                                      </p:cBhvr>
                                    </p:animEffect>
                                    <p:anim calcmode="lin" valueType="num">
                                      <p:cBhvr>
                                        <p:cTn id="116" dur="1000" fill="hold"/>
                                        <p:tgtEl>
                                          <p:spTgt spid="1039"/>
                                        </p:tgtEl>
                                        <p:attrNameLst>
                                          <p:attrName>ppt_x</p:attrName>
                                        </p:attrNameLst>
                                      </p:cBhvr>
                                      <p:tavLst>
                                        <p:tav tm="0">
                                          <p:val>
                                            <p:strVal val="#ppt_x"/>
                                          </p:val>
                                        </p:tav>
                                        <p:tav tm="100000">
                                          <p:val>
                                            <p:strVal val="#ppt_x"/>
                                          </p:val>
                                        </p:tav>
                                      </p:tavLst>
                                    </p:anim>
                                    <p:anim calcmode="lin" valueType="num">
                                      <p:cBhvr>
                                        <p:cTn id="117" dur="1000" fill="hold"/>
                                        <p:tgtEl>
                                          <p:spTgt spid="1039"/>
                                        </p:tgtEl>
                                        <p:attrNameLst>
                                          <p:attrName>ppt_y</p:attrName>
                                        </p:attrNameLst>
                                      </p:cBhvr>
                                      <p:tavLst>
                                        <p:tav tm="0">
                                          <p:val>
                                            <p:strVal val="#ppt_y+.1"/>
                                          </p:val>
                                        </p:tav>
                                        <p:tav tm="100000">
                                          <p:val>
                                            <p:strVal val="#ppt_y"/>
                                          </p:val>
                                        </p:tav>
                                      </p:tavLst>
                                    </p:anim>
                                  </p:childTnLst>
                                </p:cTn>
                              </p:par>
                            </p:childTnLst>
                          </p:cTn>
                        </p:par>
                      </p:childTnLst>
                    </p:cTn>
                  </p:par>
                  <p:par>
                    <p:cTn id="118" fill="hold">
                      <p:stCondLst>
                        <p:cond delay="indefinite"/>
                      </p:stCondLst>
                      <p:childTnLst>
                        <p:par>
                          <p:cTn id="119" fill="hold">
                            <p:stCondLst>
                              <p:cond delay="0"/>
                            </p:stCondLst>
                            <p:childTnLst>
                              <p:par>
                                <p:cTn id="120" presetID="2" presetClass="entr" presetSubtype="4" fill="hold" nodeType="clickEffect">
                                  <p:stCondLst>
                                    <p:cond delay="0"/>
                                  </p:stCondLst>
                                  <p:childTnLst>
                                    <p:set>
                                      <p:cBhvr>
                                        <p:cTn id="121" dur="1" fill="hold">
                                          <p:stCondLst>
                                            <p:cond delay="0"/>
                                          </p:stCondLst>
                                        </p:cTn>
                                        <p:tgtEl>
                                          <p:spTgt spid="1041"/>
                                        </p:tgtEl>
                                        <p:attrNameLst>
                                          <p:attrName>style.visibility</p:attrName>
                                        </p:attrNameLst>
                                      </p:cBhvr>
                                      <p:to>
                                        <p:strVal val="visible"/>
                                      </p:to>
                                    </p:set>
                                    <p:anim calcmode="lin" valueType="num">
                                      <p:cBhvr additive="base">
                                        <p:cTn id="122" dur="500" fill="hold"/>
                                        <p:tgtEl>
                                          <p:spTgt spid="1041"/>
                                        </p:tgtEl>
                                        <p:attrNameLst>
                                          <p:attrName>ppt_x</p:attrName>
                                        </p:attrNameLst>
                                      </p:cBhvr>
                                      <p:tavLst>
                                        <p:tav tm="0">
                                          <p:val>
                                            <p:strVal val="#ppt_x"/>
                                          </p:val>
                                        </p:tav>
                                        <p:tav tm="100000">
                                          <p:val>
                                            <p:strVal val="#ppt_x"/>
                                          </p:val>
                                        </p:tav>
                                      </p:tavLst>
                                    </p:anim>
                                    <p:anim calcmode="lin" valueType="num">
                                      <p:cBhvr additive="base">
                                        <p:cTn id="123" dur="500" fill="hold"/>
                                        <p:tgtEl>
                                          <p:spTgt spid="1041"/>
                                        </p:tgtEl>
                                        <p:attrNameLst>
                                          <p:attrName>ppt_y</p:attrName>
                                        </p:attrNameLst>
                                      </p:cBhvr>
                                      <p:tavLst>
                                        <p:tav tm="0">
                                          <p:val>
                                            <p:strVal val="1+#ppt_h/2"/>
                                          </p:val>
                                        </p:tav>
                                        <p:tav tm="100000">
                                          <p:val>
                                            <p:strVal val="#ppt_y"/>
                                          </p:val>
                                        </p:tav>
                                      </p:tavLst>
                                    </p:anim>
                                  </p:childTnLst>
                                </p:cTn>
                              </p:par>
                            </p:childTnLst>
                          </p:cTn>
                        </p:par>
                      </p:childTnLst>
                    </p:cTn>
                  </p:par>
                  <p:par>
                    <p:cTn id="124" fill="hold">
                      <p:stCondLst>
                        <p:cond delay="indefinite"/>
                      </p:stCondLst>
                      <p:childTnLst>
                        <p:par>
                          <p:cTn id="125" fill="hold">
                            <p:stCondLst>
                              <p:cond delay="0"/>
                            </p:stCondLst>
                            <p:childTnLst>
                              <p:par>
                                <p:cTn id="126" presetID="42" presetClass="entr" presetSubtype="0" fill="hold" grpId="0" nodeType="clickEffect">
                                  <p:stCondLst>
                                    <p:cond delay="0"/>
                                  </p:stCondLst>
                                  <p:childTnLst>
                                    <p:set>
                                      <p:cBhvr>
                                        <p:cTn id="127" dur="1" fill="hold">
                                          <p:stCondLst>
                                            <p:cond delay="0"/>
                                          </p:stCondLst>
                                        </p:cTn>
                                        <p:tgtEl>
                                          <p:spTgt spid="1043"/>
                                        </p:tgtEl>
                                        <p:attrNameLst>
                                          <p:attrName>style.visibility</p:attrName>
                                        </p:attrNameLst>
                                      </p:cBhvr>
                                      <p:to>
                                        <p:strVal val="visible"/>
                                      </p:to>
                                    </p:set>
                                    <p:animEffect transition="in" filter="fade">
                                      <p:cBhvr>
                                        <p:cTn id="128" dur="1000"/>
                                        <p:tgtEl>
                                          <p:spTgt spid="1043"/>
                                        </p:tgtEl>
                                      </p:cBhvr>
                                    </p:animEffect>
                                    <p:anim calcmode="lin" valueType="num">
                                      <p:cBhvr>
                                        <p:cTn id="129" dur="1000" fill="hold"/>
                                        <p:tgtEl>
                                          <p:spTgt spid="1043"/>
                                        </p:tgtEl>
                                        <p:attrNameLst>
                                          <p:attrName>ppt_x</p:attrName>
                                        </p:attrNameLst>
                                      </p:cBhvr>
                                      <p:tavLst>
                                        <p:tav tm="0">
                                          <p:val>
                                            <p:strVal val="#ppt_x"/>
                                          </p:val>
                                        </p:tav>
                                        <p:tav tm="100000">
                                          <p:val>
                                            <p:strVal val="#ppt_x"/>
                                          </p:val>
                                        </p:tav>
                                      </p:tavLst>
                                    </p:anim>
                                    <p:anim calcmode="lin" valueType="num">
                                      <p:cBhvr>
                                        <p:cTn id="130" dur="1000" fill="hold"/>
                                        <p:tgtEl>
                                          <p:spTgt spid="1043"/>
                                        </p:tgtEl>
                                        <p:attrNameLst>
                                          <p:attrName>ppt_y</p:attrName>
                                        </p:attrNameLst>
                                      </p:cBhvr>
                                      <p:tavLst>
                                        <p:tav tm="0">
                                          <p:val>
                                            <p:strVal val="#ppt_y+.1"/>
                                          </p:val>
                                        </p:tav>
                                        <p:tav tm="100000">
                                          <p:val>
                                            <p:strVal val="#ppt_y"/>
                                          </p:val>
                                        </p:tav>
                                      </p:tavLst>
                                    </p:anim>
                                  </p:childTnLst>
                                </p:cTn>
                              </p:par>
                            </p:childTnLst>
                          </p:cTn>
                        </p:par>
                      </p:childTnLst>
                    </p:cTn>
                  </p:par>
                  <p:par>
                    <p:cTn id="131" fill="hold">
                      <p:stCondLst>
                        <p:cond delay="indefinite"/>
                      </p:stCondLst>
                      <p:childTnLst>
                        <p:par>
                          <p:cTn id="132" fill="hold">
                            <p:stCondLst>
                              <p:cond delay="0"/>
                            </p:stCondLst>
                            <p:childTnLst>
                              <p:par>
                                <p:cTn id="133" presetID="2" presetClass="entr" presetSubtype="4" fill="hold" nodeType="clickEffect">
                                  <p:stCondLst>
                                    <p:cond delay="0"/>
                                  </p:stCondLst>
                                  <p:childTnLst>
                                    <p:set>
                                      <p:cBhvr>
                                        <p:cTn id="134" dur="1" fill="hold">
                                          <p:stCondLst>
                                            <p:cond delay="0"/>
                                          </p:stCondLst>
                                        </p:cTn>
                                        <p:tgtEl>
                                          <p:spTgt spid="1044"/>
                                        </p:tgtEl>
                                        <p:attrNameLst>
                                          <p:attrName>style.visibility</p:attrName>
                                        </p:attrNameLst>
                                      </p:cBhvr>
                                      <p:to>
                                        <p:strVal val="visible"/>
                                      </p:to>
                                    </p:set>
                                    <p:anim calcmode="lin" valueType="num">
                                      <p:cBhvr additive="base">
                                        <p:cTn id="135" dur="500" fill="hold"/>
                                        <p:tgtEl>
                                          <p:spTgt spid="1044"/>
                                        </p:tgtEl>
                                        <p:attrNameLst>
                                          <p:attrName>ppt_x</p:attrName>
                                        </p:attrNameLst>
                                      </p:cBhvr>
                                      <p:tavLst>
                                        <p:tav tm="0">
                                          <p:val>
                                            <p:strVal val="#ppt_x"/>
                                          </p:val>
                                        </p:tav>
                                        <p:tav tm="100000">
                                          <p:val>
                                            <p:strVal val="#ppt_x"/>
                                          </p:val>
                                        </p:tav>
                                      </p:tavLst>
                                    </p:anim>
                                    <p:anim calcmode="lin" valueType="num">
                                      <p:cBhvr additive="base">
                                        <p:cTn id="136" dur="500" fill="hold"/>
                                        <p:tgtEl>
                                          <p:spTgt spid="1044"/>
                                        </p:tgtEl>
                                        <p:attrNameLst>
                                          <p:attrName>ppt_y</p:attrName>
                                        </p:attrNameLst>
                                      </p:cBhvr>
                                      <p:tavLst>
                                        <p:tav tm="0">
                                          <p:val>
                                            <p:strVal val="1+#ppt_h/2"/>
                                          </p:val>
                                        </p:tav>
                                        <p:tav tm="100000">
                                          <p:val>
                                            <p:strVal val="#ppt_y"/>
                                          </p:val>
                                        </p:tav>
                                      </p:tavLst>
                                    </p:anim>
                                  </p:childTnLst>
                                </p:cTn>
                              </p:par>
                            </p:childTnLst>
                          </p:cTn>
                        </p:par>
                      </p:childTnLst>
                    </p:cTn>
                  </p:par>
                  <p:par>
                    <p:cTn id="137" fill="hold">
                      <p:stCondLst>
                        <p:cond delay="indefinite"/>
                      </p:stCondLst>
                      <p:childTnLst>
                        <p:par>
                          <p:cTn id="138" fill="hold">
                            <p:stCondLst>
                              <p:cond delay="0"/>
                            </p:stCondLst>
                            <p:childTnLst>
                              <p:par>
                                <p:cTn id="139" presetID="42" presetClass="entr" presetSubtype="0" fill="hold" nodeType="clickEffect">
                                  <p:stCondLst>
                                    <p:cond delay="0"/>
                                  </p:stCondLst>
                                  <p:childTnLst>
                                    <p:set>
                                      <p:cBhvr>
                                        <p:cTn id="140" dur="1" fill="hold">
                                          <p:stCondLst>
                                            <p:cond delay="0"/>
                                          </p:stCondLst>
                                        </p:cTn>
                                        <p:tgtEl>
                                          <p:spTgt spid="1045"/>
                                        </p:tgtEl>
                                        <p:attrNameLst>
                                          <p:attrName>style.visibility</p:attrName>
                                        </p:attrNameLst>
                                      </p:cBhvr>
                                      <p:to>
                                        <p:strVal val="visible"/>
                                      </p:to>
                                    </p:set>
                                    <p:animEffect transition="in" filter="fade">
                                      <p:cBhvr>
                                        <p:cTn id="141" dur="1000"/>
                                        <p:tgtEl>
                                          <p:spTgt spid="1045"/>
                                        </p:tgtEl>
                                      </p:cBhvr>
                                    </p:animEffect>
                                    <p:anim calcmode="lin" valueType="num">
                                      <p:cBhvr>
                                        <p:cTn id="142" dur="1000" fill="hold"/>
                                        <p:tgtEl>
                                          <p:spTgt spid="1045"/>
                                        </p:tgtEl>
                                        <p:attrNameLst>
                                          <p:attrName>ppt_x</p:attrName>
                                        </p:attrNameLst>
                                      </p:cBhvr>
                                      <p:tavLst>
                                        <p:tav tm="0">
                                          <p:val>
                                            <p:strVal val="#ppt_x"/>
                                          </p:val>
                                        </p:tav>
                                        <p:tav tm="100000">
                                          <p:val>
                                            <p:strVal val="#ppt_x"/>
                                          </p:val>
                                        </p:tav>
                                      </p:tavLst>
                                    </p:anim>
                                    <p:anim calcmode="lin" valueType="num">
                                      <p:cBhvr>
                                        <p:cTn id="143" dur="1000" fill="hold"/>
                                        <p:tgtEl>
                                          <p:spTgt spid="1045"/>
                                        </p:tgtEl>
                                        <p:attrNameLst>
                                          <p:attrName>ppt_y</p:attrName>
                                        </p:attrNameLst>
                                      </p:cBhvr>
                                      <p:tavLst>
                                        <p:tav tm="0">
                                          <p:val>
                                            <p:strVal val="#ppt_y+.1"/>
                                          </p:val>
                                        </p:tav>
                                        <p:tav tm="100000">
                                          <p:val>
                                            <p:strVal val="#ppt_y"/>
                                          </p:val>
                                        </p:tav>
                                      </p:tavLst>
                                    </p:anim>
                                  </p:childTnLst>
                                </p:cTn>
                              </p:par>
                            </p:childTnLst>
                          </p:cTn>
                        </p:par>
                      </p:childTnLst>
                    </p:cTn>
                  </p:par>
                  <p:par>
                    <p:cTn id="144" fill="hold">
                      <p:stCondLst>
                        <p:cond delay="indefinite"/>
                      </p:stCondLst>
                      <p:childTnLst>
                        <p:par>
                          <p:cTn id="145" fill="hold">
                            <p:stCondLst>
                              <p:cond delay="0"/>
                            </p:stCondLst>
                            <p:childTnLst>
                              <p:par>
                                <p:cTn id="146" presetID="42" presetClass="entr" presetSubtype="0" fill="hold" nodeType="clickEffect">
                                  <p:stCondLst>
                                    <p:cond delay="0"/>
                                  </p:stCondLst>
                                  <p:childTnLst>
                                    <p:set>
                                      <p:cBhvr>
                                        <p:cTn id="147" dur="1" fill="hold">
                                          <p:stCondLst>
                                            <p:cond delay="0"/>
                                          </p:stCondLst>
                                        </p:cTn>
                                        <p:tgtEl>
                                          <p:spTgt spid="1046"/>
                                        </p:tgtEl>
                                        <p:attrNameLst>
                                          <p:attrName>style.visibility</p:attrName>
                                        </p:attrNameLst>
                                      </p:cBhvr>
                                      <p:to>
                                        <p:strVal val="visible"/>
                                      </p:to>
                                    </p:set>
                                    <p:animEffect transition="in" filter="fade">
                                      <p:cBhvr>
                                        <p:cTn id="148" dur="1000"/>
                                        <p:tgtEl>
                                          <p:spTgt spid="1046"/>
                                        </p:tgtEl>
                                      </p:cBhvr>
                                    </p:animEffect>
                                    <p:anim calcmode="lin" valueType="num">
                                      <p:cBhvr>
                                        <p:cTn id="149" dur="1000" fill="hold"/>
                                        <p:tgtEl>
                                          <p:spTgt spid="1046"/>
                                        </p:tgtEl>
                                        <p:attrNameLst>
                                          <p:attrName>ppt_x</p:attrName>
                                        </p:attrNameLst>
                                      </p:cBhvr>
                                      <p:tavLst>
                                        <p:tav tm="0">
                                          <p:val>
                                            <p:strVal val="#ppt_x"/>
                                          </p:val>
                                        </p:tav>
                                        <p:tav tm="100000">
                                          <p:val>
                                            <p:strVal val="#ppt_x"/>
                                          </p:val>
                                        </p:tav>
                                      </p:tavLst>
                                    </p:anim>
                                    <p:anim calcmode="lin" valueType="num">
                                      <p:cBhvr>
                                        <p:cTn id="150" dur="1000" fill="hold"/>
                                        <p:tgtEl>
                                          <p:spTgt spid="1046"/>
                                        </p:tgtEl>
                                        <p:attrNameLst>
                                          <p:attrName>ppt_y</p:attrName>
                                        </p:attrNameLst>
                                      </p:cBhvr>
                                      <p:tavLst>
                                        <p:tav tm="0">
                                          <p:val>
                                            <p:strVal val="#ppt_y+.1"/>
                                          </p:val>
                                        </p:tav>
                                        <p:tav tm="100000">
                                          <p:val>
                                            <p:strVal val="#ppt_y"/>
                                          </p:val>
                                        </p:tav>
                                      </p:tavLst>
                                    </p:anim>
                                  </p:childTnLst>
                                </p:cTn>
                              </p:par>
                            </p:childTnLst>
                          </p:cTn>
                        </p:par>
                      </p:childTnLst>
                    </p:cTn>
                  </p:par>
                  <p:par>
                    <p:cTn id="151" fill="hold">
                      <p:stCondLst>
                        <p:cond delay="indefinite"/>
                      </p:stCondLst>
                      <p:childTnLst>
                        <p:par>
                          <p:cTn id="152" fill="hold">
                            <p:stCondLst>
                              <p:cond delay="0"/>
                            </p:stCondLst>
                            <p:childTnLst>
                              <p:par>
                                <p:cTn id="153" presetID="42" presetClass="entr" presetSubtype="0" fill="hold" grpId="0" nodeType="clickEffect">
                                  <p:stCondLst>
                                    <p:cond delay="0"/>
                                  </p:stCondLst>
                                  <p:childTnLst>
                                    <p:set>
                                      <p:cBhvr>
                                        <p:cTn id="154" dur="1" fill="hold">
                                          <p:stCondLst>
                                            <p:cond delay="0"/>
                                          </p:stCondLst>
                                        </p:cTn>
                                        <p:tgtEl>
                                          <p:spTgt spid="1047"/>
                                        </p:tgtEl>
                                        <p:attrNameLst>
                                          <p:attrName>style.visibility</p:attrName>
                                        </p:attrNameLst>
                                      </p:cBhvr>
                                      <p:to>
                                        <p:strVal val="visible"/>
                                      </p:to>
                                    </p:set>
                                    <p:animEffect transition="in" filter="fade">
                                      <p:cBhvr>
                                        <p:cTn id="155" dur="1000"/>
                                        <p:tgtEl>
                                          <p:spTgt spid="1047"/>
                                        </p:tgtEl>
                                      </p:cBhvr>
                                    </p:animEffect>
                                    <p:anim calcmode="lin" valueType="num">
                                      <p:cBhvr>
                                        <p:cTn id="156" dur="1000" fill="hold"/>
                                        <p:tgtEl>
                                          <p:spTgt spid="1047"/>
                                        </p:tgtEl>
                                        <p:attrNameLst>
                                          <p:attrName>ppt_x</p:attrName>
                                        </p:attrNameLst>
                                      </p:cBhvr>
                                      <p:tavLst>
                                        <p:tav tm="0">
                                          <p:val>
                                            <p:strVal val="#ppt_x"/>
                                          </p:val>
                                        </p:tav>
                                        <p:tav tm="100000">
                                          <p:val>
                                            <p:strVal val="#ppt_x"/>
                                          </p:val>
                                        </p:tav>
                                      </p:tavLst>
                                    </p:anim>
                                    <p:anim calcmode="lin" valueType="num">
                                      <p:cBhvr>
                                        <p:cTn id="157" dur="1000" fill="hold"/>
                                        <p:tgtEl>
                                          <p:spTgt spid="1047"/>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1024" grpId="0" animBg="1"/>
      <p:bldP spid="1025" grpId="0"/>
      <p:bldP spid="1029" grpId="0"/>
      <p:bldP spid="1031" grpId="0"/>
      <p:bldP spid="1032" grpId="0"/>
      <p:bldP spid="1033" grpId="0"/>
      <p:bldP spid="1035" grpId="0"/>
      <p:bldP spid="1037" grpId="0"/>
      <p:bldP spid="1039" grpId="0"/>
      <p:bldP spid="1043" grpId="0"/>
      <p:bldP spid="1047" grpId="0"/>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56978FE0-7B8A-BC35-B0EE-2D4A68659D6E}"/>
              </a:ext>
            </a:extLst>
          </p:cNvPr>
          <p:cNvSpPr txBox="1"/>
          <p:nvPr/>
        </p:nvSpPr>
        <p:spPr>
          <a:xfrm>
            <a:off x="170687" y="109513"/>
            <a:ext cx="11863773" cy="1754326"/>
          </a:xfrm>
          <a:prstGeom prst="rect">
            <a:avLst/>
          </a:prstGeom>
          <a:noFill/>
        </p:spPr>
        <p:txBody>
          <a:bodyPr wrap="square" rtlCol="0">
            <a:spAutoFit/>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kumimoji="0" lang="en-US" sz="1800" b="1" i="1" u="none" strike="noStrike" kern="1200" cap="none" spc="0" normalizeH="0" baseline="0" noProof="0">
                <a:ln>
                  <a:noFill/>
                </a:ln>
                <a:solidFill>
                  <a:srgbClr val="FF0000"/>
                </a:solidFill>
                <a:effectLst/>
                <a:uLnTx/>
                <a:uFillTx/>
                <a:latin typeface="Calibri" panose="020F0502020204030204"/>
                <a:ea typeface="+mn-ea"/>
                <a:cs typeface="+mn-cs"/>
              </a:rPr>
              <a:t>Bài tập 5.7. (Bài 7c trang </a:t>
            </a:r>
            <a:r>
              <a:rPr lang="en-US" b="1" i="1">
                <a:solidFill>
                  <a:srgbClr val="FF0000"/>
                </a:solidFill>
                <a:latin typeface="Calibri" panose="020F0502020204030204"/>
              </a:rPr>
              <a:t>4). </a:t>
            </a:r>
            <a:r>
              <a:rPr kumimoji="0" lang="en-US" sz="1800" b="0" i="0" u="none" strike="noStrike" kern="1200" cap="none" spc="0" normalizeH="0" baseline="0" noProof="0">
                <a:ln>
                  <a:noFill/>
                </a:ln>
                <a:solidFill>
                  <a:prstClr val="black"/>
                </a:solidFill>
                <a:effectLst/>
                <a:uLnTx/>
                <a:uFillTx/>
                <a:latin typeface="Calibri" panose="020F0502020204030204"/>
                <a:ea typeface="+mn-ea"/>
                <a:cs typeface="+mn-cs"/>
                <a:sym typeface="Symbol" panose="05050102010706020507" pitchFamily="18" charset="2"/>
              </a:rPr>
              <a:t>Cho một chùm tia sáng đơn sắc song song có bước sóng  = 0,7 m chiếu vuông góc với mặt của một cách tử truyền qua. Trên mặt phẳng tiêu của thấu kính hội tụ đặt ở sát phía sau cách tử, người ta quan sát thấy vạch quang phổ bậc ba lệch  = 48</a:t>
            </a:r>
            <a:r>
              <a:rPr kumimoji="0" lang="en-US" sz="1800" b="0" i="0" u="none" strike="noStrike" kern="1200" cap="none" spc="0" normalizeH="0" baseline="30000" noProof="0">
                <a:ln>
                  <a:noFill/>
                </a:ln>
                <a:solidFill>
                  <a:prstClr val="black"/>
                </a:solidFill>
                <a:effectLst/>
                <a:uLnTx/>
                <a:uFillTx/>
                <a:latin typeface="Calibri" panose="020F0502020204030204"/>
                <a:ea typeface="+mn-ea"/>
                <a:cs typeface="+mn-cs"/>
                <a:sym typeface="Symbol" panose="05050102010706020507" pitchFamily="18" charset="2"/>
              </a:rPr>
              <a:t>0</a:t>
            </a:r>
            <a:r>
              <a:rPr kumimoji="0" lang="en-US" sz="1800" b="0" i="0" u="none" strike="noStrike" kern="1200" cap="none" spc="0" normalizeH="0" noProof="0">
                <a:ln>
                  <a:noFill/>
                </a:ln>
                <a:solidFill>
                  <a:prstClr val="black"/>
                </a:solidFill>
                <a:effectLst/>
                <a:uLnTx/>
                <a:uFillTx/>
                <a:latin typeface="Calibri" panose="020F0502020204030204"/>
                <a:ea typeface="+mn-ea"/>
                <a:cs typeface="+mn-cs"/>
                <a:sym typeface="Symbol" panose="05050102010706020507" pitchFamily="18" charset="2"/>
              </a:rPr>
              <a:t>36’. </a:t>
            </a:r>
          </a:p>
          <a:p>
            <a:pPr marL="0" marR="0" lvl="0" indent="0" algn="just" defTabSz="914400" rtl="0" eaLnBrk="1" fontAlgn="auto" latinLnBrk="0" hangingPunct="1">
              <a:lnSpc>
                <a:spcPct val="100000"/>
              </a:lnSpc>
              <a:spcBef>
                <a:spcPts val="0"/>
              </a:spcBef>
              <a:spcAft>
                <a:spcPts val="0"/>
              </a:spcAft>
              <a:buClrTx/>
              <a:buSzTx/>
              <a:buFontTx/>
              <a:buNone/>
              <a:tabLst/>
              <a:defRPr/>
            </a:pPr>
            <a:r>
              <a:rPr lang="en-US">
                <a:solidFill>
                  <a:prstClr val="black"/>
                </a:solidFill>
                <a:latin typeface="Calibri" panose="020F0502020204030204"/>
                <a:sym typeface="Symbol" panose="05050102010706020507" pitchFamily="18" charset="2"/>
              </a:rPr>
              <a:t>a) </a:t>
            </a:r>
            <a:r>
              <a:rPr kumimoji="0" lang="en-US" sz="1800" b="0" i="0" u="none" strike="noStrike" kern="1200" cap="none" spc="0" normalizeH="0" baseline="0" noProof="0">
                <a:ln>
                  <a:noFill/>
                </a:ln>
                <a:solidFill>
                  <a:prstClr val="black"/>
                </a:solidFill>
                <a:effectLst/>
                <a:uLnTx/>
                <a:uFillTx/>
                <a:latin typeface="Calibri" panose="020F0502020204030204"/>
                <a:ea typeface="+mn-ea"/>
                <a:cs typeface="+mn-cs"/>
                <a:sym typeface="Symbol" panose="05050102010706020507" pitchFamily="18" charset="2"/>
              </a:rPr>
              <a:t>Tìm chu kỳ cách tử và số khe trên 1 cm chiều dài của cách tử.</a:t>
            </a:r>
          </a:p>
          <a:p>
            <a:pPr marL="0" marR="0" lvl="0" indent="0" algn="just" defTabSz="914400" rtl="0" eaLnBrk="1" fontAlgn="auto" latinLnBrk="0" hangingPunct="1">
              <a:lnSpc>
                <a:spcPct val="100000"/>
              </a:lnSpc>
              <a:spcBef>
                <a:spcPts val="0"/>
              </a:spcBef>
              <a:spcAft>
                <a:spcPts val="0"/>
              </a:spcAft>
              <a:buClrTx/>
              <a:buSzTx/>
              <a:buFontTx/>
              <a:buNone/>
              <a:tabLst/>
              <a:defRPr/>
            </a:pPr>
            <a:r>
              <a:rPr lang="en-US">
                <a:latin typeface="Calibri" panose="020F0502020204030204"/>
              </a:rPr>
              <a:t>b) Tính số cực đại chính nằm trong khoảng giữa hai cực tiểu chính bậc nhất trong</a:t>
            </a:r>
          </a:p>
          <a:p>
            <a:pPr marL="0" marR="0" lvl="0" indent="0" algn="just" defTabSz="914400" rtl="0" eaLnBrk="1" fontAlgn="auto" latinLnBrk="0" hangingPunct="1">
              <a:lnSpc>
                <a:spcPct val="100000"/>
              </a:lnSpc>
              <a:spcBef>
                <a:spcPts val="0"/>
              </a:spcBef>
              <a:spcAft>
                <a:spcPts val="0"/>
              </a:spcAft>
              <a:buClrTx/>
              <a:buSzTx/>
              <a:buFontTx/>
              <a:buNone/>
              <a:tabLst/>
              <a:defRPr/>
            </a:pPr>
            <a:r>
              <a:rPr lang="en-US">
                <a:latin typeface="Calibri" panose="020F0502020204030204"/>
              </a:rPr>
              <a:t>ảnh nhiễu xạ. Cho biết mỗi khe của cách tử có bề rộng b = 0,7</a:t>
            </a:r>
            <a:r>
              <a:rPr lang="en-US">
                <a:latin typeface="Calibri" panose="020F0502020204030204"/>
                <a:sym typeface="Symbol" panose="05050102010706020507" pitchFamily="18" charset="2"/>
              </a:rPr>
              <a:t>m. Cho sin48</a:t>
            </a:r>
            <a:r>
              <a:rPr lang="en-US" baseline="30000">
                <a:latin typeface="Calibri" panose="020F0502020204030204"/>
                <a:sym typeface="Symbol" panose="05050102010706020507" pitchFamily="18" charset="2"/>
              </a:rPr>
              <a:t>0</a:t>
            </a:r>
            <a:r>
              <a:rPr lang="en-US">
                <a:latin typeface="Calibri" panose="020F0502020204030204"/>
                <a:sym typeface="Symbol" panose="05050102010706020507" pitchFamily="18" charset="2"/>
              </a:rPr>
              <a:t>36’ = 0,75. </a:t>
            </a:r>
            <a:r>
              <a:rPr lang="en-US">
                <a:latin typeface="Calibri" panose="020F0502020204030204"/>
              </a:rPr>
              <a:t> </a:t>
            </a:r>
            <a:endParaRPr kumimoji="0" lang="en-US" sz="1800" u="none" strike="noStrike" kern="1200" cap="none" spc="0" normalizeH="0" baseline="0" noProof="0">
              <a:ln>
                <a:noFill/>
              </a:ln>
              <a:effectLst/>
              <a:uLnTx/>
              <a:uFillTx/>
              <a:latin typeface="Calibri" panose="020F0502020204030204"/>
              <a:ea typeface="+mn-ea"/>
              <a:cs typeface="+mn-cs"/>
            </a:endParaRPr>
          </a:p>
        </p:txBody>
      </p:sp>
      <p:sp>
        <p:nvSpPr>
          <p:cNvPr id="3" name="TextBox 2">
            <a:extLst>
              <a:ext uri="{FF2B5EF4-FFF2-40B4-BE49-F238E27FC236}">
                <a16:creationId xmlns:a16="http://schemas.microsoft.com/office/drawing/2014/main" id="{D9306AB2-F8A3-845A-78EB-A63F73CF3A12}"/>
              </a:ext>
            </a:extLst>
          </p:cNvPr>
          <p:cNvSpPr txBox="1"/>
          <p:nvPr/>
        </p:nvSpPr>
        <p:spPr>
          <a:xfrm>
            <a:off x="2562181" y="1807312"/>
            <a:ext cx="1031807"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a:ln>
                  <a:noFill/>
                </a:ln>
                <a:solidFill>
                  <a:srgbClr val="FF0000"/>
                </a:solidFill>
                <a:effectLst/>
                <a:uLnTx/>
                <a:uFillTx/>
                <a:latin typeface="Calibri" panose="020F0502020204030204"/>
                <a:ea typeface="+mn-ea"/>
                <a:cs typeface="+mn-cs"/>
              </a:rPr>
              <a:t>LỜI GIẢI</a:t>
            </a:r>
          </a:p>
        </p:txBody>
      </p:sp>
      <p:sp>
        <p:nvSpPr>
          <p:cNvPr id="4" name="TextBox 3">
            <a:extLst>
              <a:ext uri="{FF2B5EF4-FFF2-40B4-BE49-F238E27FC236}">
                <a16:creationId xmlns:a16="http://schemas.microsoft.com/office/drawing/2014/main" id="{D3029488-B164-6D6A-C3CC-5A1F318D1A90}"/>
              </a:ext>
            </a:extLst>
          </p:cNvPr>
          <p:cNvSpPr txBox="1"/>
          <p:nvPr/>
        </p:nvSpPr>
        <p:spPr>
          <a:xfrm>
            <a:off x="170687" y="2238632"/>
            <a:ext cx="7861193" cy="646331"/>
          </a:xfrm>
          <a:prstGeom prst="rect">
            <a:avLst/>
          </a:prstGeom>
          <a:noFill/>
        </p:spPr>
        <p:txBody>
          <a:bodyPr wrap="square">
            <a:spAutoFit/>
          </a:bodyPr>
          <a:lstStyle/>
          <a:p>
            <a:pPr lvl="0">
              <a:defRPr/>
            </a:pPr>
            <a:r>
              <a:rPr kumimoji="0" lang="en-US" sz="1800" b="0" i="0" u="none" strike="noStrike" kern="1200" cap="none" spc="0" normalizeH="0" baseline="0" noProof="0">
                <a:ln>
                  <a:noFill/>
                </a:ln>
                <a:solidFill>
                  <a:prstClr val="black"/>
                </a:solidFill>
                <a:effectLst/>
                <a:uLnTx/>
                <a:uFillTx/>
                <a:latin typeface="Calibri" panose="020F0502020204030204"/>
                <a:ea typeface="+mn-ea"/>
                <a:cs typeface="+mn-cs"/>
              </a:rPr>
              <a:t>a) Nhiễu xạ</a:t>
            </a:r>
            <a:r>
              <a:rPr kumimoji="0" lang="en-US" sz="1800" b="0" i="0" u="none" strike="noStrike" kern="1200" cap="none" spc="0" normalizeH="0" noProof="0">
                <a:ln>
                  <a:noFill/>
                </a:ln>
                <a:solidFill>
                  <a:prstClr val="black"/>
                </a:solidFill>
                <a:effectLst/>
                <a:uLnTx/>
                <a:uFillTx/>
                <a:latin typeface="Calibri" panose="020F0502020204030204"/>
                <a:ea typeface="+mn-ea"/>
                <a:cs typeface="+mn-cs"/>
              </a:rPr>
              <a:t> qua cách tử về bản chất là nhiễu xạ qua nhiều khe hẹp. Tại </a:t>
            </a:r>
            <a:r>
              <a:rPr kumimoji="0" lang="en-US" sz="1800" b="0" i="1" u="none" strike="noStrike" kern="1200" cap="none" spc="0" normalizeH="0" noProof="0">
                <a:ln>
                  <a:noFill/>
                </a:ln>
                <a:solidFill>
                  <a:prstClr val="black"/>
                </a:solidFill>
                <a:effectLst/>
                <a:uLnTx/>
                <a:uFillTx/>
                <a:latin typeface="Times New Roman" panose="02020603050405020304" pitchFamily="18" charset="0"/>
                <a:cs typeface="Times New Roman" panose="02020603050405020304" pitchFamily="18" charset="0"/>
              </a:rPr>
              <a:t>I </a:t>
            </a:r>
            <a:r>
              <a:rPr kumimoji="0" lang="en-US" sz="1800" b="0" i="0" u="none" strike="noStrike" kern="1200" cap="none" spc="0" normalizeH="0" noProof="0">
                <a:ln>
                  <a:noFill/>
                </a:ln>
                <a:solidFill>
                  <a:prstClr val="black"/>
                </a:solidFill>
                <a:effectLst/>
                <a:uLnTx/>
                <a:uFillTx/>
                <a:latin typeface="Calibri" panose="020F0502020204030204"/>
                <a:ea typeface="+mn-ea"/>
                <a:cs typeface="+mn-cs"/>
              </a:rPr>
              <a:t>có cực đại chính bậc 3 khi góc nhiễu xạ </a:t>
            </a:r>
            <a:r>
              <a:rPr lang="en-US">
                <a:solidFill>
                  <a:prstClr val="black"/>
                </a:solidFill>
                <a:sym typeface="Symbol" panose="05050102010706020507" pitchFamily="18" charset="2"/>
              </a:rPr>
              <a:t> = 48</a:t>
            </a:r>
            <a:r>
              <a:rPr lang="en-US" baseline="30000">
                <a:solidFill>
                  <a:prstClr val="black"/>
                </a:solidFill>
                <a:sym typeface="Symbol" panose="05050102010706020507" pitchFamily="18" charset="2"/>
              </a:rPr>
              <a:t>0</a:t>
            </a:r>
            <a:r>
              <a:rPr lang="en-US">
                <a:solidFill>
                  <a:prstClr val="black"/>
                </a:solidFill>
                <a:sym typeface="Symbol" panose="05050102010706020507" pitchFamily="18" charset="2"/>
              </a:rPr>
              <a:t>36’. </a:t>
            </a: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aphicFrame>
        <p:nvGraphicFramePr>
          <p:cNvPr id="5" name="Object 4">
            <a:extLst>
              <a:ext uri="{FF2B5EF4-FFF2-40B4-BE49-F238E27FC236}">
                <a16:creationId xmlns:a16="http://schemas.microsoft.com/office/drawing/2014/main" id="{B131E379-5B81-9EA2-D89A-F2E9F2558916}"/>
              </a:ext>
            </a:extLst>
          </p:cNvPr>
          <p:cNvGraphicFramePr>
            <a:graphicFrameLocks noChangeAspect="1"/>
          </p:cNvGraphicFramePr>
          <p:nvPr>
            <p:extLst>
              <p:ext uri="{D42A27DB-BD31-4B8C-83A1-F6EECF244321}">
                <p14:modId xmlns:p14="http://schemas.microsoft.com/office/powerpoint/2010/main" val="1690772090"/>
              </p:ext>
            </p:extLst>
          </p:nvPr>
        </p:nvGraphicFramePr>
        <p:xfrm>
          <a:off x="850241" y="2855675"/>
          <a:ext cx="962518" cy="552226"/>
        </p:xfrm>
        <a:graphic>
          <a:graphicData uri="http://schemas.openxmlformats.org/presentationml/2006/ole">
            <mc:AlternateContent xmlns:mc="http://schemas.openxmlformats.org/markup-compatibility/2006">
              <mc:Choice xmlns:v="urn:schemas-microsoft-com:vml" Requires="v">
                <p:oleObj name="Equation" r:id="rId2" imgW="685800" imgH="393480" progId="Equation.DSMT4">
                  <p:embed/>
                </p:oleObj>
              </mc:Choice>
              <mc:Fallback>
                <p:oleObj name="Equation" r:id="rId2" imgW="685800" imgH="393480" progId="Equation.DSMT4">
                  <p:embed/>
                  <p:pic>
                    <p:nvPicPr>
                      <p:cNvPr id="5" name="Object 4">
                        <a:extLst>
                          <a:ext uri="{FF2B5EF4-FFF2-40B4-BE49-F238E27FC236}">
                            <a16:creationId xmlns:a16="http://schemas.microsoft.com/office/drawing/2014/main" id="{B131E379-5B81-9EA2-D89A-F2E9F2558916}"/>
                          </a:ext>
                        </a:extLst>
                      </p:cNvPr>
                      <p:cNvPicPr/>
                      <p:nvPr/>
                    </p:nvPicPr>
                    <p:blipFill>
                      <a:blip r:embed="rId3"/>
                      <a:stretch>
                        <a:fillRect/>
                      </a:stretch>
                    </p:blipFill>
                    <p:spPr>
                      <a:xfrm>
                        <a:off x="850241" y="2855675"/>
                        <a:ext cx="962518" cy="552226"/>
                      </a:xfrm>
                      <a:prstGeom prst="rect">
                        <a:avLst/>
                      </a:prstGeom>
                      <a:ln>
                        <a:noFill/>
                      </a:ln>
                    </p:spPr>
                  </p:pic>
                </p:oleObj>
              </mc:Fallback>
            </mc:AlternateContent>
          </a:graphicData>
        </a:graphic>
      </p:graphicFrame>
      <p:pic>
        <p:nvPicPr>
          <p:cNvPr id="39" name="Picture 38">
            <a:extLst>
              <a:ext uri="{FF2B5EF4-FFF2-40B4-BE49-F238E27FC236}">
                <a16:creationId xmlns:a16="http://schemas.microsoft.com/office/drawing/2014/main" id="{C5A0B191-057A-11E4-D1D3-3ED6942C862E}"/>
              </a:ext>
            </a:extLst>
          </p:cNvPr>
          <p:cNvPicPr>
            <a:picLocks noChangeAspect="1"/>
          </p:cNvPicPr>
          <p:nvPr/>
        </p:nvPicPr>
        <p:blipFill>
          <a:blip r:embed="rId4"/>
          <a:stretch>
            <a:fillRect/>
          </a:stretch>
        </p:blipFill>
        <p:spPr>
          <a:xfrm rot="5400000">
            <a:off x="9600387" y="2296790"/>
            <a:ext cx="3151936" cy="1115214"/>
          </a:xfrm>
          <a:prstGeom prst="rect">
            <a:avLst/>
          </a:prstGeom>
        </p:spPr>
      </p:pic>
      <p:grpSp>
        <p:nvGrpSpPr>
          <p:cNvPr id="41" name="Group 40">
            <a:extLst>
              <a:ext uri="{FF2B5EF4-FFF2-40B4-BE49-F238E27FC236}">
                <a16:creationId xmlns:a16="http://schemas.microsoft.com/office/drawing/2014/main" id="{E5CE6FF2-7228-0556-A393-004D3855B2EB}"/>
              </a:ext>
            </a:extLst>
          </p:cNvPr>
          <p:cNvGrpSpPr/>
          <p:nvPr/>
        </p:nvGrpSpPr>
        <p:grpSpPr>
          <a:xfrm>
            <a:off x="10007160" y="938784"/>
            <a:ext cx="1248528" cy="4690043"/>
            <a:chOff x="9397560" y="1450848"/>
            <a:chExt cx="1248528" cy="4690043"/>
          </a:xfrm>
        </p:grpSpPr>
        <p:cxnSp>
          <p:nvCxnSpPr>
            <p:cNvPr id="42" name="Straight Connector 41">
              <a:extLst>
                <a:ext uri="{FF2B5EF4-FFF2-40B4-BE49-F238E27FC236}">
                  <a16:creationId xmlns:a16="http://schemas.microsoft.com/office/drawing/2014/main" id="{46411AD3-D88E-CAAC-32D2-136F79C78586}"/>
                </a:ext>
              </a:extLst>
            </p:cNvPr>
            <p:cNvCxnSpPr/>
            <p:nvPr/>
          </p:nvCxnSpPr>
          <p:spPr>
            <a:xfrm>
              <a:off x="10021824" y="1450848"/>
              <a:ext cx="0" cy="4059936"/>
            </a:xfrm>
            <a:prstGeom prst="line">
              <a:avLst/>
            </a:prstGeom>
            <a:ln w="76200"/>
          </p:spPr>
          <p:style>
            <a:lnRef idx="1">
              <a:schemeClr val="accent1"/>
            </a:lnRef>
            <a:fillRef idx="0">
              <a:schemeClr val="accent1"/>
            </a:fillRef>
            <a:effectRef idx="0">
              <a:schemeClr val="accent1"/>
            </a:effectRef>
            <a:fontRef idx="minor">
              <a:schemeClr val="tx1"/>
            </a:fontRef>
          </p:style>
        </p:cxnSp>
        <p:sp>
          <p:nvSpPr>
            <p:cNvPr id="43" name="TextBox 42">
              <a:extLst>
                <a:ext uri="{FF2B5EF4-FFF2-40B4-BE49-F238E27FC236}">
                  <a16:creationId xmlns:a16="http://schemas.microsoft.com/office/drawing/2014/main" id="{4771881E-FB03-E160-F350-E5ED9DCA8ED2}"/>
                </a:ext>
              </a:extLst>
            </p:cNvPr>
            <p:cNvSpPr txBox="1"/>
            <p:nvPr/>
          </p:nvSpPr>
          <p:spPr>
            <a:xfrm>
              <a:off x="9397560" y="5494560"/>
              <a:ext cx="1248528" cy="646331"/>
            </a:xfrm>
            <a:prstGeom prst="rect">
              <a:avLst/>
            </a:prstGeom>
            <a:solidFill>
              <a:schemeClr val="bg1"/>
            </a:solidFill>
          </p:spPr>
          <p:txBody>
            <a:bodyPr wrap="square" rtlCol="0">
              <a:spAutoFit/>
            </a:bodyPr>
            <a:lstStyle/>
            <a:p>
              <a:pPr algn="ctr"/>
              <a:r>
                <a:rPr lang="en-US"/>
                <a:t>Màn quan sát Q</a:t>
              </a:r>
            </a:p>
          </p:txBody>
        </p:sp>
      </p:grpSp>
      <p:sp>
        <p:nvSpPr>
          <p:cNvPr id="44" name="TextBox 43">
            <a:extLst>
              <a:ext uri="{FF2B5EF4-FFF2-40B4-BE49-F238E27FC236}">
                <a16:creationId xmlns:a16="http://schemas.microsoft.com/office/drawing/2014/main" id="{FBA66887-38E0-3B68-4C7A-C99BD6EA286D}"/>
              </a:ext>
            </a:extLst>
          </p:cNvPr>
          <p:cNvSpPr txBox="1"/>
          <p:nvPr/>
        </p:nvSpPr>
        <p:spPr>
          <a:xfrm>
            <a:off x="10831610" y="1715500"/>
            <a:ext cx="1362774" cy="369332"/>
          </a:xfrm>
          <a:prstGeom prst="rect">
            <a:avLst/>
          </a:prstGeom>
          <a:noFill/>
        </p:spPr>
        <p:txBody>
          <a:bodyPr wrap="square" rtlCol="0">
            <a:spAutoFit/>
          </a:bodyPr>
          <a:lstStyle/>
          <a:p>
            <a:r>
              <a:rPr lang="en-US" b="1" i="1">
                <a:solidFill>
                  <a:srgbClr val="FF0000"/>
                </a:solidFill>
                <a:latin typeface="Times New Roman" panose="02020603050405020304" pitchFamily="18" charset="0"/>
                <a:cs typeface="Times New Roman" panose="02020603050405020304" pitchFamily="18" charset="0"/>
              </a:rPr>
              <a:t>I</a:t>
            </a:r>
          </a:p>
        </p:txBody>
      </p:sp>
      <p:cxnSp>
        <p:nvCxnSpPr>
          <p:cNvPr id="45" name="Straight Connector 44">
            <a:extLst>
              <a:ext uri="{FF2B5EF4-FFF2-40B4-BE49-F238E27FC236}">
                <a16:creationId xmlns:a16="http://schemas.microsoft.com/office/drawing/2014/main" id="{2E8593C7-0C55-A930-9253-C917CD519D20}"/>
              </a:ext>
            </a:extLst>
          </p:cNvPr>
          <p:cNvCxnSpPr/>
          <p:nvPr/>
        </p:nvCxnSpPr>
        <p:spPr>
          <a:xfrm>
            <a:off x="8490862" y="2871216"/>
            <a:ext cx="2140562"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46" name="Straight Connector 45">
            <a:extLst>
              <a:ext uri="{FF2B5EF4-FFF2-40B4-BE49-F238E27FC236}">
                <a16:creationId xmlns:a16="http://schemas.microsoft.com/office/drawing/2014/main" id="{96CAD94D-3C46-E7A5-948E-AE201E2EFE06}"/>
              </a:ext>
            </a:extLst>
          </p:cNvPr>
          <p:cNvCxnSpPr>
            <a:cxnSpLocks/>
          </p:cNvCxnSpPr>
          <p:nvPr/>
        </p:nvCxnSpPr>
        <p:spPr>
          <a:xfrm flipV="1">
            <a:off x="8465534" y="2084832"/>
            <a:ext cx="2187166" cy="786384"/>
          </a:xfrm>
          <a:prstGeom prst="line">
            <a:avLst/>
          </a:prstGeom>
        </p:spPr>
        <p:style>
          <a:lnRef idx="1">
            <a:schemeClr val="accent1"/>
          </a:lnRef>
          <a:fillRef idx="0">
            <a:schemeClr val="accent1"/>
          </a:fillRef>
          <a:effectRef idx="0">
            <a:schemeClr val="accent1"/>
          </a:effectRef>
          <a:fontRef idx="minor">
            <a:schemeClr val="tx1"/>
          </a:fontRef>
        </p:style>
      </p:cxnSp>
      <p:sp>
        <p:nvSpPr>
          <p:cNvPr id="47" name="Arc 46">
            <a:extLst>
              <a:ext uri="{FF2B5EF4-FFF2-40B4-BE49-F238E27FC236}">
                <a16:creationId xmlns:a16="http://schemas.microsoft.com/office/drawing/2014/main" id="{75F8D0F0-AE6F-6FF7-1F3A-CCF8C7067B39}"/>
              </a:ext>
            </a:extLst>
          </p:cNvPr>
          <p:cNvSpPr/>
          <p:nvPr/>
        </p:nvSpPr>
        <p:spPr>
          <a:xfrm>
            <a:off x="8183940" y="2539248"/>
            <a:ext cx="914400" cy="914400"/>
          </a:xfrm>
          <a:prstGeom prst="arc">
            <a:avLst>
              <a:gd name="adj1" fmla="val 19063220"/>
              <a:gd name="adj2" fmla="val 20691542"/>
            </a:avLst>
          </a:prstGeom>
          <a:ln>
            <a:solidFill>
              <a:srgbClr val="FF000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48" name="TextBox 47">
            <a:extLst>
              <a:ext uri="{FF2B5EF4-FFF2-40B4-BE49-F238E27FC236}">
                <a16:creationId xmlns:a16="http://schemas.microsoft.com/office/drawing/2014/main" id="{A04FA1AF-5CB1-FA96-D819-A21ABFB55A67}"/>
              </a:ext>
            </a:extLst>
          </p:cNvPr>
          <p:cNvSpPr txBox="1"/>
          <p:nvPr/>
        </p:nvSpPr>
        <p:spPr>
          <a:xfrm>
            <a:off x="9136222" y="2364647"/>
            <a:ext cx="370081" cy="461665"/>
          </a:xfrm>
          <a:prstGeom prst="rect">
            <a:avLst/>
          </a:prstGeom>
          <a:noFill/>
        </p:spPr>
        <p:txBody>
          <a:bodyPr wrap="square" rtlCol="0">
            <a:spAutoFit/>
          </a:bodyPr>
          <a:lstStyle/>
          <a:p>
            <a:r>
              <a:rPr lang="en-US" sz="2400">
                <a:solidFill>
                  <a:srgbClr val="FF0000"/>
                </a:solidFill>
                <a:sym typeface="Symbol" panose="05050102010706020507" pitchFamily="18" charset="2"/>
              </a:rPr>
              <a:t></a:t>
            </a:r>
            <a:endParaRPr lang="en-US" sz="2400">
              <a:solidFill>
                <a:srgbClr val="FF0000"/>
              </a:solidFill>
            </a:endParaRPr>
          </a:p>
        </p:txBody>
      </p:sp>
      <p:sp>
        <p:nvSpPr>
          <p:cNvPr id="49" name="TextBox 48">
            <a:extLst>
              <a:ext uri="{FF2B5EF4-FFF2-40B4-BE49-F238E27FC236}">
                <a16:creationId xmlns:a16="http://schemas.microsoft.com/office/drawing/2014/main" id="{A49758BF-B379-561C-7C34-6ABDF623F048}"/>
              </a:ext>
            </a:extLst>
          </p:cNvPr>
          <p:cNvSpPr txBox="1"/>
          <p:nvPr/>
        </p:nvSpPr>
        <p:spPr>
          <a:xfrm>
            <a:off x="323087" y="2951864"/>
            <a:ext cx="7861193" cy="369332"/>
          </a:xfrm>
          <a:prstGeom prst="rect">
            <a:avLst/>
          </a:prstGeom>
          <a:noFill/>
        </p:spPr>
        <p:txBody>
          <a:bodyPr wrap="square">
            <a:spAutoFit/>
          </a:bodyPr>
          <a:lstStyle/>
          <a:p>
            <a:pPr lvl="0">
              <a:defRPr/>
            </a:pPr>
            <a:r>
              <a:rPr kumimoji="0" lang="en-US" sz="1800" b="0" i="0" u="none" strike="noStrike" kern="1200" cap="none" spc="0" normalizeH="0" baseline="0" noProof="0">
                <a:ln>
                  <a:noFill/>
                </a:ln>
                <a:solidFill>
                  <a:prstClr val="black"/>
                </a:solidFill>
                <a:effectLst/>
                <a:uLnTx/>
                <a:uFillTx/>
                <a:latin typeface="Calibri" panose="020F0502020204030204"/>
                <a:ea typeface="+mn-ea"/>
                <a:cs typeface="+mn-cs"/>
              </a:rPr>
              <a:t>Vậy:</a:t>
            </a:r>
          </a:p>
        </p:txBody>
      </p:sp>
      <p:sp>
        <p:nvSpPr>
          <p:cNvPr id="50" name="TextBox 49">
            <a:extLst>
              <a:ext uri="{FF2B5EF4-FFF2-40B4-BE49-F238E27FC236}">
                <a16:creationId xmlns:a16="http://schemas.microsoft.com/office/drawing/2014/main" id="{1C70AB63-F5F8-4CA7-826E-725226F69063}"/>
              </a:ext>
            </a:extLst>
          </p:cNvPr>
          <p:cNvSpPr txBox="1"/>
          <p:nvPr/>
        </p:nvSpPr>
        <p:spPr>
          <a:xfrm>
            <a:off x="1850640" y="2959143"/>
            <a:ext cx="2355599" cy="369332"/>
          </a:xfrm>
          <a:prstGeom prst="rect">
            <a:avLst/>
          </a:prstGeom>
          <a:noFill/>
        </p:spPr>
        <p:txBody>
          <a:bodyPr wrap="square">
            <a:spAutoFit/>
          </a:bodyPr>
          <a:lstStyle/>
          <a:p>
            <a:pPr lvl="0">
              <a:defRPr/>
            </a:pPr>
            <a:r>
              <a:rPr kumimoji="0" lang="en-US" sz="1800" b="0" i="0" u="none" strike="noStrike" kern="1200" cap="none" spc="0" normalizeH="0" baseline="0" noProof="0">
                <a:ln>
                  <a:noFill/>
                </a:ln>
                <a:solidFill>
                  <a:prstClr val="black"/>
                </a:solidFill>
                <a:effectLst/>
                <a:uLnTx/>
                <a:uFillTx/>
                <a:latin typeface="Calibri" panose="020F0502020204030204"/>
                <a:ea typeface="+mn-ea"/>
                <a:cs typeface="+mn-cs"/>
                <a:sym typeface="Symbol" panose="05050102010706020507" pitchFamily="18" charset="2"/>
              </a:rPr>
              <a:t> </a:t>
            </a:r>
            <a:r>
              <a:rPr kumimoji="0" lang="en-US" sz="1800" b="0" i="0" u="none" strike="noStrike" kern="1200" cap="none" spc="0" normalizeH="0" baseline="0" noProof="0">
                <a:ln>
                  <a:noFill/>
                </a:ln>
                <a:solidFill>
                  <a:prstClr val="black"/>
                </a:solidFill>
                <a:effectLst/>
                <a:uLnTx/>
                <a:uFillTx/>
                <a:latin typeface="Calibri" panose="020F0502020204030204"/>
                <a:ea typeface="+mn-ea"/>
                <a:cs typeface="+mn-cs"/>
              </a:rPr>
              <a:t>Chu kỳ</a:t>
            </a:r>
            <a:r>
              <a:rPr kumimoji="0" lang="en-US" sz="1800" b="0" i="0" u="none" strike="noStrike" kern="1200" cap="none" spc="0" normalizeH="0" noProof="0">
                <a:ln>
                  <a:noFill/>
                </a:ln>
                <a:solidFill>
                  <a:prstClr val="black"/>
                </a:solidFill>
                <a:effectLst/>
                <a:uLnTx/>
                <a:uFillTx/>
                <a:latin typeface="Calibri" panose="020F0502020204030204"/>
                <a:ea typeface="+mn-ea"/>
                <a:cs typeface="+mn-cs"/>
              </a:rPr>
              <a:t> cách tử là:</a:t>
            </a: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aphicFrame>
        <p:nvGraphicFramePr>
          <p:cNvPr id="51" name="Object 50">
            <a:extLst>
              <a:ext uri="{FF2B5EF4-FFF2-40B4-BE49-F238E27FC236}">
                <a16:creationId xmlns:a16="http://schemas.microsoft.com/office/drawing/2014/main" id="{59982D6F-6CFF-C037-66E6-D789E3BD15B2}"/>
              </a:ext>
            </a:extLst>
          </p:cNvPr>
          <p:cNvGraphicFramePr>
            <a:graphicFrameLocks noChangeAspect="1"/>
          </p:cNvGraphicFramePr>
          <p:nvPr>
            <p:extLst>
              <p:ext uri="{D42A27DB-BD31-4B8C-83A1-F6EECF244321}">
                <p14:modId xmlns:p14="http://schemas.microsoft.com/office/powerpoint/2010/main" val="2757876152"/>
              </p:ext>
            </p:extLst>
          </p:nvPr>
        </p:nvGraphicFramePr>
        <p:xfrm>
          <a:off x="1181164" y="3459621"/>
          <a:ext cx="4806568" cy="715872"/>
        </p:xfrm>
        <a:graphic>
          <a:graphicData uri="http://schemas.openxmlformats.org/presentationml/2006/ole">
            <mc:AlternateContent xmlns:mc="http://schemas.openxmlformats.org/markup-compatibility/2006">
              <mc:Choice xmlns:v="urn:schemas-microsoft-com:vml" Requires="v">
                <p:oleObj name="Equation" r:id="rId5" imgW="2984400" imgH="444240" progId="Equation.DSMT4">
                  <p:embed/>
                </p:oleObj>
              </mc:Choice>
              <mc:Fallback>
                <p:oleObj name="Equation" r:id="rId5" imgW="2984400" imgH="444240" progId="Equation.DSMT4">
                  <p:embed/>
                  <p:pic>
                    <p:nvPicPr>
                      <p:cNvPr id="51" name="Object 50">
                        <a:extLst>
                          <a:ext uri="{FF2B5EF4-FFF2-40B4-BE49-F238E27FC236}">
                            <a16:creationId xmlns:a16="http://schemas.microsoft.com/office/drawing/2014/main" id="{59982D6F-6CFF-C037-66E6-D789E3BD15B2}"/>
                          </a:ext>
                        </a:extLst>
                      </p:cNvPr>
                      <p:cNvPicPr/>
                      <p:nvPr/>
                    </p:nvPicPr>
                    <p:blipFill>
                      <a:blip r:embed="rId6"/>
                      <a:stretch>
                        <a:fillRect/>
                      </a:stretch>
                    </p:blipFill>
                    <p:spPr>
                      <a:xfrm>
                        <a:off x="1181164" y="3459621"/>
                        <a:ext cx="4806568" cy="715872"/>
                      </a:xfrm>
                      <a:prstGeom prst="rect">
                        <a:avLst/>
                      </a:prstGeom>
                    </p:spPr>
                  </p:pic>
                </p:oleObj>
              </mc:Fallback>
            </mc:AlternateContent>
          </a:graphicData>
        </a:graphic>
      </p:graphicFrame>
      <p:sp>
        <p:nvSpPr>
          <p:cNvPr id="52" name="TextBox 51">
            <a:extLst>
              <a:ext uri="{FF2B5EF4-FFF2-40B4-BE49-F238E27FC236}">
                <a16:creationId xmlns:a16="http://schemas.microsoft.com/office/drawing/2014/main" id="{1C430720-4061-238F-320B-989E5AF12E0C}"/>
              </a:ext>
            </a:extLst>
          </p:cNvPr>
          <p:cNvSpPr txBox="1"/>
          <p:nvPr/>
        </p:nvSpPr>
        <p:spPr>
          <a:xfrm>
            <a:off x="144882" y="4207208"/>
            <a:ext cx="7861193" cy="369332"/>
          </a:xfrm>
          <a:prstGeom prst="rect">
            <a:avLst/>
          </a:prstGeom>
          <a:noFill/>
        </p:spPr>
        <p:txBody>
          <a:bodyPr wrap="square">
            <a:spAutoFit/>
          </a:bodyPr>
          <a:lstStyle/>
          <a:p>
            <a:pPr lvl="0">
              <a:defRPr/>
            </a:pPr>
            <a:r>
              <a:rPr kumimoji="0" lang="en-US" sz="1800" b="0" i="0" u="none" strike="noStrike" kern="1200" cap="none" spc="0" normalizeH="0" baseline="0" noProof="0">
                <a:ln>
                  <a:noFill/>
                </a:ln>
                <a:solidFill>
                  <a:prstClr val="black"/>
                </a:solidFill>
                <a:effectLst/>
                <a:uLnTx/>
                <a:uFillTx/>
                <a:latin typeface="Calibri" panose="020F0502020204030204"/>
                <a:ea typeface="+mn-ea"/>
                <a:cs typeface="+mn-cs"/>
              </a:rPr>
              <a:t>Số khe trên </a:t>
            </a:r>
            <a:r>
              <a:rPr lang="en-US">
                <a:solidFill>
                  <a:prstClr val="black"/>
                </a:solidFill>
                <a:latin typeface="Calibri" panose="020F0502020204030204"/>
              </a:rPr>
              <a:t>1 </a:t>
            </a:r>
            <a:r>
              <a:rPr kumimoji="0" lang="en-US" sz="1800" b="0" i="0" u="none" strike="noStrike" kern="1200" cap="none" spc="0" normalizeH="0" noProof="0">
                <a:ln>
                  <a:noFill/>
                </a:ln>
                <a:solidFill>
                  <a:prstClr val="black"/>
                </a:solidFill>
                <a:effectLst/>
                <a:uLnTx/>
                <a:uFillTx/>
                <a:latin typeface="Calibri" panose="020F0502020204030204"/>
                <a:ea typeface="+mn-ea"/>
                <a:cs typeface="+mn-cs"/>
              </a:rPr>
              <a:t>cm chiều dài của cách tử là:</a:t>
            </a: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aphicFrame>
        <p:nvGraphicFramePr>
          <p:cNvPr id="53" name="Object 52">
            <a:extLst>
              <a:ext uri="{FF2B5EF4-FFF2-40B4-BE49-F238E27FC236}">
                <a16:creationId xmlns:a16="http://schemas.microsoft.com/office/drawing/2014/main" id="{635E55C6-CD22-09CE-C8E0-E3E3545D8D39}"/>
              </a:ext>
            </a:extLst>
          </p:cNvPr>
          <p:cNvGraphicFramePr>
            <a:graphicFrameLocks noChangeAspect="1"/>
          </p:cNvGraphicFramePr>
          <p:nvPr>
            <p:extLst>
              <p:ext uri="{D42A27DB-BD31-4B8C-83A1-F6EECF244321}">
                <p14:modId xmlns:p14="http://schemas.microsoft.com/office/powerpoint/2010/main" val="1847477914"/>
              </p:ext>
            </p:extLst>
          </p:nvPr>
        </p:nvGraphicFramePr>
        <p:xfrm>
          <a:off x="4155771" y="4113370"/>
          <a:ext cx="2212694" cy="613604"/>
        </p:xfrm>
        <a:graphic>
          <a:graphicData uri="http://schemas.openxmlformats.org/presentationml/2006/ole">
            <mc:AlternateContent xmlns:mc="http://schemas.openxmlformats.org/markup-compatibility/2006">
              <mc:Choice xmlns:v="urn:schemas-microsoft-com:vml" Requires="v">
                <p:oleObj name="Equation" r:id="rId7" imgW="1511280" imgH="419040" progId="Equation.DSMT4">
                  <p:embed/>
                </p:oleObj>
              </mc:Choice>
              <mc:Fallback>
                <p:oleObj name="Equation" r:id="rId7" imgW="1511280" imgH="419040" progId="Equation.DSMT4">
                  <p:embed/>
                  <p:pic>
                    <p:nvPicPr>
                      <p:cNvPr id="53" name="Object 52">
                        <a:extLst>
                          <a:ext uri="{FF2B5EF4-FFF2-40B4-BE49-F238E27FC236}">
                            <a16:creationId xmlns:a16="http://schemas.microsoft.com/office/drawing/2014/main" id="{635E55C6-CD22-09CE-C8E0-E3E3545D8D39}"/>
                          </a:ext>
                        </a:extLst>
                      </p:cNvPr>
                      <p:cNvPicPr/>
                      <p:nvPr/>
                    </p:nvPicPr>
                    <p:blipFill>
                      <a:blip r:embed="rId8"/>
                      <a:stretch>
                        <a:fillRect/>
                      </a:stretch>
                    </p:blipFill>
                    <p:spPr>
                      <a:xfrm>
                        <a:off x="4155771" y="4113370"/>
                        <a:ext cx="2212694" cy="613604"/>
                      </a:xfrm>
                      <a:prstGeom prst="rect">
                        <a:avLst/>
                      </a:prstGeom>
                    </p:spPr>
                  </p:pic>
                </p:oleObj>
              </mc:Fallback>
            </mc:AlternateContent>
          </a:graphicData>
        </a:graphic>
      </p:graphicFrame>
      <p:sp>
        <p:nvSpPr>
          <p:cNvPr id="54" name="TextBox 53">
            <a:extLst>
              <a:ext uri="{FF2B5EF4-FFF2-40B4-BE49-F238E27FC236}">
                <a16:creationId xmlns:a16="http://schemas.microsoft.com/office/drawing/2014/main" id="{FCACDCCE-B6C8-5916-4DAD-63BB5FD39D5F}"/>
              </a:ext>
            </a:extLst>
          </p:cNvPr>
          <p:cNvSpPr txBox="1"/>
          <p:nvPr/>
        </p:nvSpPr>
        <p:spPr>
          <a:xfrm>
            <a:off x="6479675" y="4205208"/>
            <a:ext cx="1463381" cy="369332"/>
          </a:xfrm>
          <a:prstGeom prst="rect">
            <a:avLst/>
          </a:prstGeom>
          <a:noFill/>
        </p:spPr>
        <p:txBody>
          <a:bodyPr wrap="square">
            <a:spAutoFit/>
          </a:bodyPr>
          <a:lstStyle/>
          <a:p>
            <a:pPr lvl="0">
              <a:defRPr/>
            </a:pPr>
            <a:r>
              <a:rPr kumimoji="0" lang="en-US" sz="1800" b="0" i="0" u="none" strike="noStrike" kern="1200" cap="none" spc="0" normalizeH="0" baseline="0" noProof="0">
                <a:ln>
                  <a:noFill/>
                </a:ln>
                <a:solidFill>
                  <a:prstClr val="black"/>
                </a:solidFill>
                <a:effectLst/>
                <a:uLnTx/>
                <a:uFillTx/>
                <a:latin typeface="Calibri" panose="020F0502020204030204"/>
                <a:ea typeface="+mn-ea"/>
                <a:cs typeface="+mn-cs"/>
              </a:rPr>
              <a:t>(khe/</a:t>
            </a:r>
            <a:r>
              <a:rPr kumimoji="0" lang="en-US" sz="1800" b="0" i="0" u="none" strike="noStrike" kern="1200" cap="none" spc="0" normalizeH="0" noProof="0">
                <a:ln>
                  <a:noFill/>
                </a:ln>
                <a:solidFill>
                  <a:prstClr val="black"/>
                </a:solidFill>
                <a:effectLst/>
                <a:uLnTx/>
                <a:uFillTx/>
                <a:latin typeface="Calibri" panose="020F0502020204030204"/>
                <a:ea typeface="+mn-ea"/>
                <a:cs typeface="+mn-cs"/>
              </a:rPr>
              <a:t>cm)</a:t>
            </a: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5" name="TextBox 54">
            <a:extLst>
              <a:ext uri="{FF2B5EF4-FFF2-40B4-BE49-F238E27FC236}">
                <a16:creationId xmlns:a16="http://schemas.microsoft.com/office/drawing/2014/main" id="{F1E7E8B7-381F-1832-C252-8B3B2FD68D68}"/>
              </a:ext>
            </a:extLst>
          </p:cNvPr>
          <p:cNvSpPr txBox="1"/>
          <p:nvPr/>
        </p:nvSpPr>
        <p:spPr>
          <a:xfrm>
            <a:off x="188975" y="4890392"/>
            <a:ext cx="7861193" cy="369332"/>
          </a:xfrm>
          <a:prstGeom prst="rect">
            <a:avLst/>
          </a:prstGeom>
          <a:noFill/>
        </p:spPr>
        <p:txBody>
          <a:bodyPr wrap="square">
            <a:spAutoFit/>
          </a:bodyPr>
          <a:lstStyle/>
          <a:p>
            <a:pPr lvl="0">
              <a:defRPr/>
            </a:pPr>
            <a:r>
              <a:rPr kumimoji="0" lang="en-US" sz="1800" b="0" i="0" u="none" strike="noStrike" kern="1200" cap="none" spc="0" normalizeH="0" baseline="0" noProof="0">
                <a:ln>
                  <a:noFill/>
                </a:ln>
                <a:solidFill>
                  <a:prstClr val="black"/>
                </a:solidFill>
                <a:effectLst/>
                <a:uLnTx/>
                <a:uFillTx/>
                <a:latin typeface="Calibri" panose="020F0502020204030204"/>
                <a:ea typeface="+mn-ea"/>
                <a:cs typeface="+mn-cs"/>
              </a:rPr>
              <a:t>b) Vị</a:t>
            </a:r>
            <a:r>
              <a:rPr kumimoji="0" lang="en-US" sz="1800" b="0" i="0" u="none" strike="noStrike" kern="1200" cap="none" spc="0" normalizeH="0" noProof="0">
                <a:ln>
                  <a:noFill/>
                </a:ln>
                <a:solidFill>
                  <a:prstClr val="black"/>
                </a:solidFill>
                <a:effectLst/>
                <a:uLnTx/>
                <a:uFillTx/>
                <a:latin typeface="Calibri" panose="020F0502020204030204"/>
                <a:ea typeface="+mn-ea"/>
                <a:cs typeface="+mn-cs"/>
              </a:rPr>
              <a:t> trí của hai cực tiểu chính bậc 1 là:</a:t>
            </a: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aphicFrame>
        <p:nvGraphicFramePr>
          <p:cNvPr id="56" name="Object 55">
            <a:extLst>
              <a:ext uri="{FF2B5EF4-FFF2-40B4-BE49-F238E27FC236}">
                <a16:creationId xmlns:a16="http://schemas.microsoft.com/office/drawing/2014/main" id="{15940D2E-9083-1CE7-47BB-89F53ED654DC}"/>
              </a:ext>
            </a:extLst>
          </p:cNvPr>
          <p:cNvGraphicFramePr>
            <a:graphicFrameLocks noChangeAspect="1"/>
          </p:cNvGraphicFramePr>
          <p:nvPr>
            <p:extLst>
              <p:ext uri="{D42A27DB-BD31-4B8C-83A1-F6EECF244321}">
                <p14:modId xmlns:p14="http://schemas.microsoft.com/office/powerpoint/2010/main" val="2945772388"/>
              </p:ext>
            </p:extLst>
          </p:nvPr>
        </p:nvGraphicFramePr>
        <p:xfrm>
          <a:off x="3973149" y="4723603"/>
          <a:ext cx="1349929" cy="697465"/>
        </p:xfrm>
        <a:graphic>
          <a:graphicData uri="http://schemas.openxmlformats.org/presentationml/2006/ole">
            <mc:AlternateContent xmlns:mc="http://schemas.openxmlformats.org/markup-compatibility/2006">
              <mc:Choice xmlns:v="urn:schemas-microsoft-com:vml" Requires="v">
                <p:oleObj name="Equation" r:id="rId9" imgW="761760" imgH="393480" progId="Equation.DSMT4">
                  <p:embed/>
                </p:oleObj>
              </mc:Choice>
              <mc:Fallback>
                <p:oleObj name="Equation" r:id="rId9" imgW="761760" imgH="393480" progId="Equation.DSMT4">
                  <p:embed/>
                  <p:pic>
                    <p:nvPicPr>
                      <p:cNvPr id="56" name="Object 55">
                        <a:extLst>
                          <a:ext uri="{FF2B5EF4-FFF2-40B4-BE49-F238E27FC236}">
                            <a16:creationId xmlns:a16="http://schemas.microsoft.com/office/drawing/2014/main" id="{15940D2E-9083-1CE7-47BB-89F53ED654DC}"/>
                          </a:ext>
                        </a:extLst>
                      </p:cNvPr>
                      <p:cNvPicPr/>
                      <p:nvPr/>
                    </p:nvPicPr>
                    <p:blipFill>
                      <a:blip r:embed="rId10"/>
                      <a:stretch>
                        <a:fillRect/>
                      </a:stretch>
                    </p:blipFill>
                    <p:spPr>
                      <a:xfrm>
                        <a:off x="3973149" y="4723603"/>
                        <a:ext cx="1349929" cy="697465"/>
                      </a:xfrm>
                      <a:prstGeom prst="rect">
                        <a:avLst/>
                      </a:prstGeom>
                    </p:spPr>
                  </p:pic>
                </p:oleObj>
              </mc:Fallback>
            </mc:AlternateContent>
          </a:graphicData>
        </a:graphic>
      </p:graphicFrame>
      <p:sp>
        <p:nvSpPr>
          <p:cNvPr id="57" name="TextBox 56">
            <a:extLst>
              <a:ext uri="{FF2B5EF4-FFF2-40B4-BE49-F238E27FC236}">
                <a16:creationId xmlns:a16="http://schemas.microsoft.com/office/drawing/2014/main" id="{07E28BC3-44E9-791A-BBD2-B4CA5AFE9766}"/>
              </a:ext>
            </a:extLst>
          </p:cNvPr>
          <p:cNvSpPr txBox="1"/>
          <p:nvPr/>
        </p:nvSpPr>
        <p:spPr>
          <a:xfrm>
            <a:off x="5341782" y="4919698"/>
            <a:ext cx="2664293" cy="369332"/>
          </a:xfrm>
          <a:prstGeom prst="rect">
            <a:avLst/>
          </a:prstGeom>
          <a:noFill/>
        </p:spPr>
        <p:txBody>
          <a:bodyPr wrap="square">
            <a:spAutoFit/>
          </a:bodyPr>
          <a:lstStyle/>
          <a:p>
            <a:pPr lvl="0">
              <a:defRPr/>
            </a:pPr>
            <a:r>
              <a:rPr kumimoji="0" lang="en-US" sz="1800" b="0" i="0" u="none" strike="noStrike" kern="1200" cap="none" spc="0" normalizeH="0" baseline="0" noProof="0">
                <a:ln>
                  <a:noFill/>
                </a:ln>
                <a:solidFill>
                  <a:prstClr val="black"/>
                </a:solidFill>
                <a:effectLst/>
                <a:uLnTx/>
                <a:uFillTx/>
                <a:latin typeface="Calibri" panose="020F0502020204030204"/>
                <a:ea typeface="+mn-ea"/>
                <a:cs typeface="+mn-cs"/>
              </a:rPr>
              <a:t>Vị</a:t>
            </a:r>
            <a:r>
              <a:rPr kumimoji="0" lang="en-US" sz="1800" b="0" i="0" u="none" strike="noStrike" kern="1200" cap="none" spc="0" normalizeH="0" noProof="0">
                <a:ln>
                  <a:noFill/>
                </a:ln>
                <a:solidFill>
                  <a:prstClr val="black"/>
                </a:solidFill>
                <a:effectLst/>
                <a:uLnTx/>
                <a:uFillTx/>
                <a:latin typeface="Calibri" panose="020F0502020204030204"/>
                <a:ea typeface="+mn-ea"/>
                <a:cs typeface="+mn-cs"/>
              </a:rPr>
              <a:t> trí của cực đại chính là:</a:t>
            </a: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aphicFrame>
        <p:nvGraphicFramePr>
          <p:cNvPr id="58" name="Object 57">
            <a:extLst>
              <a:ext uri="{FF2B5EF4-FFF2-40B4-BE49-F238E27FC236}">
                <a16:creationId xmlns:a16="http://schemas.microsoft.com/office/drawing/2014/main" id="{552D2093-163F-DDEC-1717-DBC49F148CBD}"/>
              </a:ext>
            </a:extLst>
          </p:cNvPr>
          <p:cNvGraphicFramePr>
            <a:graphicFrameLocks noChangeAspect="1"/>
          </p:cNvGraphicFramePr>
          <p:nvPr>
            <p:extLst>
              <p:ext uri="{D42A27DB-BD31-4B8C-83A1-F6EECF244321}">
                <p14:modId xmlns:p14="http://schemas.microsoft.com/office/powerpoint/2010/main" val="4080329238"/>
              </p:ext>
            </p:extLst>
          </p:nvPr>
        </p:nvGraphicFramePr>
        <p:xfrm>
          <a:off x="7841593" y="4785677"/>
          <a:ext cx="1247663" cy="634059"/>
        </p:xfrm>
        <a:graphic>
          <a:graphicData uri="http://schemas.openxmlformats.org/presentationml/2006/ole">
            <mc:AlternateContent xmlns:mc="http://schemas.openxmlformats.org/markup-compatibility/2006">
              <mc:Choice xmlns:v="urn:schemas-microsoft-com:vml" Requires="v">
                <p:oleObj name="Equation" r:id="rId11" imgW="774360" imgH="393480" progId="Equation.DSMT4">
                  <p:embed/>
                </p:oleObj>
              </mc:Choice>
              <mc:Fallback>
                <p:oleObj name="Equation" r:id="rId11" imgW="774360" imgH="393480" progId="Equation.DSMT4">
                  <p:embed/>
                  <p:pic>
                    <p:nvPicPr>
                      <p:cNvPr id="58" name="Object 57">
                        <a:extLst>
                          <a:ext uri="{FF2B5EF4-FFF2-40B4-BE49-F238E27FC236}">
                            <a16:creationId xmlns:a16="http://schemas.microsoft.com/office/drawing/2014/main" id="{552D2093-163F-DDEC-1717-DBC49F148CBD}"/>
                          </a:ext>
                        </a:extLst>
                      </p:cNvPr>
                      <p:cNvPicPr/>
                      <p:nvPr/>
                    </p:nvPicPr>
                    <p:blipFill>
                      <a:blip r:embed="rId12"/>
                      <a:stretch>
                        <a:fillRect/>
                      </a:stretch>
                    </p:blipFill>
                    <p:spPr>
                      <a:xfrm>
                        <a:off x="7841593" y="4785677"/>
                        <a:ext cx="1247663" cy="634059"/>
                      </a:xfrm>
                      <a:prstGeom prst="rect">
                        <a:avLst/>
                      </a:prstGeom>
                    </p:spPr>
                  </p:pic>
                </p:oleObj>
              </mc:Fallback>
            </mc:AlternateContent>
          </a:graphicData>
        </a:graphic>
      </p:graphicFrame>
      <p:sp>
        <p:nvSpPr>
          <p:cNvPr id="59" name="TextBox 58">
            <a:extLst>
              <a:ext uri="{FF2B5EF4-FFF2-40B4-BE49-F238E27FC236}">
                <a16:creationId xmlns:a16="http://schemas.microsoft.com/office/drawing/2014/main" id="{631AEA5E-FAC3-F342-C6A3-C4C57D2BA716}"/>
              </a:ext>
            </a:extLst>
          </p:cNvPr>
          <p:cNvSpPr txBox="1"/>
          <p:nvPr/>
        </p:nvSpPr>
        <p:spPr>
          <a:xfrm>
            <a:off x="198998" y="5383465"/>
            <a:ext cx="9671737" cy="369332"/>
          </a:xfrm>
          <a:prstGeom prst="rect">
            <a:avLst/>
          </a:prstGeom>
          <a:noFill/>
        </p:spPr>
        <p:txBody>
          <a:bodyPr wrap="square">
            <a:spAutoFit/>
          </a:bodyPr>
          <a:lstStyle/>
          <a:p>
            <a:pPr lvl="0">
              <a:defRPr/>
            </a:pPr>
            <a:r>
              <a:rPr kumimoji="0" lang="en-US" sz="1800" b="0" i="0" u="none" strike="noStrike" kern="1200" cap="none" spc="0" normalizeH="0" baseline="0" noProof="0">
                <a:ln>
                  <a:noFill/>
                </a:ln>
                <a:solidFill>
                  <a:prstClr val="black"/>
                </a:solidFill>
                <a:effectLst/>
                <a:uLnTx/>
                <a:uFillTx/>
                <a:latin typeface="Calibri" panose="020F0502020204030204"/>
                <a:ea typeface="+mn-ea"/>
                <a:cs typeface="+mn-cs"/>
              </a:rPr>
              <a:t>Số</a:t>
            </a:r>
            <a:r>
              <a:rPr kumimoji="0" lang="en-US" sz="1800" b="0" i="0" u="none" strike="noStrike" kern="1200" cap="none" spc="0" normalizeH="0" noProof="0">
                <a:ln>
                  <a:noFill/>
                </a:ln>
                <a:solidFill>
                  <a:prstClr val="black"/>
                </a:solidFill>
                <a:effectLst/>
                <a:uLnTx/>
                <a:uFillTx/>
                <a:latin typeface="Calibri" panose="020F0502020204030204"/>
                <a:ea typeface="+mn-ea"/>
                <a:cs typeface="+mn-cs"/>
              </a:rPr>
              <a:t> cực đại chính nằm giữa hai cực tiểu chính bậc 1 là số giá trị khác nhau của số nguyên k sao cho:</a:t>
            </a: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aphicFrame>
        <p:nvGraphicFramePr>
          <p:cNvPr id="60" name="Object 59">
            <a:extLst>
              <a:ext uri="{FF2B5EF4-FFF2-40B4-BE49-F238E27FC236}">
                <a16:creationId xmlns:a16="http://schemas.microsoft.com/office/drawing/2014/main" id="{E85B4BDA-9317-4C75-1315-6F4B934AF4BF}"/>
              </a:ext>
            </a:extLst>
          </p:cNvPr>
          <p:cNvGraphicFramePr>
            <a:graphicFrameLocks noChangeAspect="1"/>
          </p:cNvGraphicFramePr>
          <p:nvPr>
            <p:extLst>
              <p:ext uri="{D42A27DB-BD31-4B8C-83A1-F6EECF244321}">
                <p14:modId xmlns:p14="http://schemas.microsoft.com/office/powerpoint/2010/main" val="4008318903"/>
              </p:ext>
            </p:extLst>
          </p:nvPr>
        </p:nvGraphicFramePr>
        <p:xfrm>
          <a:off x="324773" y="5847232"/>
          <a:ext cx="1452197" cy="634059"/>
        </p:xfrm>
        <a:graphic>
          <a:graphicData uri="http://schemas.openxmlformats.org/presentationml/2006/ole">
            <mc:AlternateContent xmlns:mc="http://schemas.openxmlformats.org/markup-compatibility/2006">
              <mc:Choice xmlns:v="urn:schemas-microsoft-com:vml" Requires="v">
                <p:oleObj name="Equation" r:id="rId13" imgW="901440" imgH="393480" progId="Equation.DSMT4">
                  <p:embed/>
                </p:oleObj>
              </mc:Choice>
              <mc:Fallback>
                <p:oleObj name="Equation" r:id="rId13" imgW="901440" imgH="393480" progId="Equation.DSMT4">
                  <p:embed/>
                  <p:pic>
                    <p:nvPicPr>
                      <p:cNvPr id="60" name="Object 59">
                        <a:extLst>
                          <a:ext uri="{FF2B5EF4-FFF2-40B4-BE49-F238E27FC236}">
                            <a16:creationId xmlns:a16="http://schemas.microsoft.com/office/drawing/2014/main" id="{E85B4BDA-9317-4C75-1315-6F4B934AF4BF}"/>
                          </a:ext>
                        </a:extLst>
                      </p:cNvPr>
                      <p:cNvPicPr/>
                      <p:nvPr/>
                    </p:nvPicPr>
                    <p:blipFill>
                      <a:blip r:embed="rId14"/>
                      <a:stretch>
                        <a:fillRect/>
                      </a:stretch>
                    </p:blipFill>
                    <p:spPr>
                      <a:xfrm>
                        <a:off x="324773" y="5847232"/>
                        <a:ext cx="1452197" cy="634059"/>
                      </a:xfrm>
                      <a:prstGeom prst="rect">
                        <a:avLst/>
                      </a:prstGeom>
                    </p:spPr>
                  </p:pic>
                </p:oleObj>
              </mc:Fallback>
            </mc:AlternateContent>
          </a:graphicData>
        </a:graphic>
      </p:graphicFrame>
      <p:graphicFrame>
        <p:nvGraphicFramePr>
          <p:cNvPr id="61" name="Object 60">
            <a:extLst>
              <a:ext uri="{FF2B5EF4-FFF2-40B4-BE49-F238E27FC236}">
                <a16:creationId xmlns:a16="http://schemas.microsoft.com/office/drawing/2014/main" id="{06B6E920-0B4A-7A73-4291-021F6601E6F0}"/>
              </a:ext>
            </a:extLst>
          </p:cNvPr>
          <p:cNvGraphicFramePr>
            <a:graphicFrameLocks noChangeAspect="1"/>
          </p:cNvGraphicFramePr>
          <p:nvPr>
            <p:extLst>
              <p:ext uri="{D42A27DB-BD31-4B8C-83A1-F6EECF244321}">
                <p14:modId xmlns:p14="http://schemas.microsoft.com/office/powerpoint/2010/main" val="3857478578"/>
              </p:ext>
            </p:extLst>
          </p:nvPr>
        </p:nvGraphicFramePr>
        <p:xfrm>
          <a:off x="1850640" y="5820362"/>
          <a:ext cx="1663700" cy="698500"/>
        </p:xfrm>
        <a:graphic>
          <a:graphicData uri="http://schemas.openxmlformats.org/presentationml/2006/ole">
            <mc:AlternateContent xmlns:mc="http://schemas.openxmlformats.org/markup-compatibility/2006">
              <mc:Choice xmlns:v="urn:schemas-microsoft-com:vml" Requires="v">
                <p:oleObj name="Equation" r:id="rId15" imgW="939600" imgH="393480" progId="Equation.DSMT4">
                  <p:embed/>
                </p:oleObj>
              </mc:Choice>
              <mc:Fallback>
                <p:oleObj name="Equation" r:id="rId15" imgW="939600" imgH="393480" progId="Equation.DSMT4">
                  <p:embed/>
                  <p:pic>
                    <p:nvPicPr>
                      <p:cNvPr id="61" name="Object 60">
                        <a:extLst>
                          <a:ext uri="{FF2B5EF4-FFF2-40B4-BE49-F238E27FC236}">
                            <a16:creationId xmlns:a16="http://schemas.microsoft.com/office/drawing/2014/main" id="{06B6E920-0B4A-7A73-4291-021F6601E6F0}"/>
                          </a:ext>
                        </a:extLst>
                      </p:cNvPr>
                      <p:cNvPicPr/>
                      <p:nvPr/>
                    </p:nvPicPr>
                    <p:blipFill>
                      <a:blip r:embed="rId16"/>
                      <a:stretch>
                        <a:fillRect/>
                      </a:stretch>
                    </p:blipFill>
                    <p:spPr>
                      <a:xfrm>
                        <a:off x="1850640" y="5820362"/>
                        <a:ext cx="1663700" cy="698500"/>
                      </a:xfrm>
                      <a:prstGeom prst="rect">
                        <a:avLst/>
                      </a:prstGeom>
                    </p:spPr>
                  </p:pic>
                </p:oleObj>
              </mc:Fallback>
            </mc:AlternateContent>
          </a:graphicData>
        </a:graphic>
      </p:graphicFrame>
      <p:graphicFrame>
        <p:nvGraphicFramePr>
          <p:cNvPr id="62" name="Object 61">
            <a:extLst>
              <a:ext uri="{FF2B5EF4-FFF2-40B4-BE49-F238E27FC236}">
                <a16:creationId xmlns:a16="http://schemas.microsoft.com/office/drawing/2014/main" id="{0C36DCE1-6675-E261-62B7-EC87F7CE6798}"/>
              </a:ext>
            </a:extLst>
          </p:cNvPr>
          <p:cNvGraphicFramePr>
            <a:graphicFrameLocks noChangeAspect="1"/>
          </p:cNvGraphicFramePr>
          <p:nvPr>
            <p:extLst>
              <p:ext uri="{D42A27DB-BD31-4B8C-83A1-F6EECF244321}">
                <p14:modId xmlns:p14="http://schemas.microsoft.com/office/powerpoint/2010/main" val="1224110749"/>
              </p:ext>
            </p:extLst>
          </p:nvPr>
        </p:nvGraphicFramePr>
        <p:xfrm>
          <a:off x="3533204" y="5830888"/>
          <a:ext cx="2843212" cy="714375"/>
        </p:xfrm>
        <a:graphic>
          <a:graphicData uri="http://schemas.openxmlformats.org/presentationml/2006/ole">
            <mc:AlternateContent xmlns:mc="http://schemas.openxmlformats.org/markup-compatibility/2006">
              <mc:Choice xmlns:v="urn:schemas-microsoft-com:vml" Requires="v">
                <p:oleObj name="Equation" r:id="rId17" imgW="1765080" imgH="444240" progId="Equation.DSMT4">
                  <p:embed/>
                </p:oleObj>
              </mc:Choice>
              <mc:Fallback>
                <p:oleObj name="Equation" r:id="rId17" imgW="1765080" imgH="444240" progId="Equation.DSMT4">
                  <p:embed/>
                  <p:pic>
                    <p:nvPicPr>
                      <p:cNvPr id="62" name="Object 61">
                        <a:extLst>
                          <a:ext uri="{FF2B5EF4-FFF2-40B4-BE49-F238E27FC236}">
                            <a16:creationId xmlns:a16="http://schemas.microsoft.com/office/drawing/2014/main" id="{0C36DCE1-6675-E261-62B7-EC87F7CE6798}"/>
                          </a:ext>
                        </a:extLst>
                      </p:cNvPr>
                      <p:cNvPicPr/>
                      <p:nvPr/>
                    </p:nvPicPr>
                    <p:blipFill>
                      <a:blip r:embed="rId18"/>
                      <a:stretch>
                        <a:fillRect/>
                      </a:stretch>
                    </p:blipFill>
                    <p:spPr>
                      <a:xfrm>
                        <a:off x="3533204" y="5830888"/>
                        <a:ext cx="2843212" cy="714375"/>
                      </a:xfrm>
                      <a:prstGeom prst="rect">
                        <a:avLst/>
                      </a:prstGeom>
                    </p:spPr>
                  </p:pic>
                </p:oleObj>
              </mc:Fallback>
            </mc:AlternateContent>
          </a:graphicData>
        </a:graphic>
      </p:graphicFrame>
      <p:graphicFrame>
        <p:nvGraphicFramePr>
          <p:cNvPr id="65" name="Object 64">
            <a:extLst>
              <a:ext uri="{FF2B5EF4-FFF2-40B4-BE49-F238E27FC236}">
                <a16:creationId xmlns:a16="http://schemas.microsoft.com/office/drawing/2014/main" id="{B3E75991-8480-CEFB-4191-233E83C9E410}"/>
              </a:ext>
            </a:extLst>
          </p:cNvPr>
          <p:cNvGraphicFramePr>
            <a:graphicFrameLocks noChangeAspect="1"/>
          </p:cNvGraphicFramePr>
          <p:nvPr>
            <p:extLst>
              <p:ext uri="{D42A27DB-BD31-4B8C-83A1-F6EECF244321}">
                <p14:modId xmlns:p14="http://schemas.microsoft.com/office/powerpoint/2010/main" val="1292420767"/>
              </p:ext>
            </p:extLst>
          </p:nvPr>
        </p:nvGraphicFramePr>
        <p:xfrm>
          <a:off x="6404899" y="6019471"/>
          <a:ext cx="1507421" cy="314984"/>
        </p:xfrm>
        <a:graphic>
          <a:graphicData uri="http://schemas.openxmlformats.org/presentationml/2006/ole">
            <mc:AlternateContent xmlns:mc="http://schemas.openxmlformats.org/markup-compatibility/2006">
              <mc:Choice xmlns:v="urn:schemas-microsoft-com:vml" Requires="v">
                <p:oleObj name="Equation" r:id="rId19" imgW="850680" imgH="177480" progId="Equation.DSMT4">
                  <p:embed/>
                </p:oleObj>
              </mc:Choice>
              <mc:Fallback>
                <p:oleObj name="Equation" r:id="rId19" imgW="850680" imgH="177480" progId="Equation.DSMT4">
                  <p:embed/>
                  <p:pic>
                    <p:nvPicPr>
                      <p:cNvPr id="65" name="Object 64">
                        <a:extLst>
                          <a:ext uri="{FF2B5EF4-FFF2-40B4-BE49-F238E27FC236}">
                            <a16:creationId xmlns:a16="http://schemas.microsoft.com/office/drawing/2014/main" id="{B3E75991-8480-CEFB-4191-233E83C9E410}"/>
                          </a:ext>
                        </a:extLst>
                      </p:cNvPr>
                      <p:cNvPicPr/>
                      <p:nvPr/>
                    </p:nvPicPr>
                    <p:blipFill>
                      <a:blip r:embed="rId20"/>
                      <a:stretch>
                        <a:fillRect/>
                      </a:stretch>
                    </p:blipFill>
                    <p:spPr>
                      <a:xfrm>
                        <a:off x="6404899" y="6019471"/>
                        <a:ext cx="1507421" cy="314984"/>
                      </a:xfrm>
                      <a:prstGeom prst="rect">
                        <a:avLst/>
                      </a:prstGeom>
                    </p:spPr>
                  </p:pic>
                </p:oleObj>
              </mc:Fallback>
            </mc:AlternateContent>
          </a:graphicData>
        </a:graphic>
      </p:graphicFrame>
      <p:sp>
        <p:nvSpPr>
          <p:cNvPr id="66" name="TextBox 65">
            <a:extLst>
              <a:ext uri="{FF2B5EF4-FFF2-40B4-BE49-F238E27FC236}">
                <a16:creationId xmlns:a16="http://schemas.microsoft.com/office/drawing/2014/main" id="{F25D66D3-C752-1785-9B8A-B2D9AE3E749D}"/>
              </a:ext>
            </a:extLst>
          </p:cNvPr>
          <p:cNvSpPr txBox="1"/>
          <p:nvPr/>
        </p:nvSpPr>
        <p:spPr>
          <a:xfrm>
            <a:off x="8086187" y="5783277"/>
            <a:ext cx="3581843" cy="923330"/>
          </a:xfrm>
          <a:prstGeom prst="rect">
            <a:avLst/>
          </a:prstGeom>
          <a:solidFill>
            <a:schemeClr val="accent2">
              <a:lumMod val="20000"/>
              <a:lumOff val="80000"/>
            </a:schemeClr>
          </a:solidFill>
        </p:spPr>
        <p:txBody>
          <a:bodyPr wrap="square">
            <a:spAutoFit/>
          </a:bodyPr>
          <a:lstStyle/>
          <a:p>
            <a:pPr lvl="0">
              <a:defRPr/>
            </a:pPr>
            <a:r>
              <a:rPr kumimoji="0" lang="en-US" sz="1800" b="0" i="0" u="none" strike="noStrike" kern="1200" cap="none" spc="0" normalizeH="0" baseline="0" noProof="0">
                <a:ln>
                  <a:noFill/>
                </a:ln>
                <a:solidFill>
                  <a:prstClr val="black"/>
                </a:solidFill>
                <a:effectLst/>
                <a:uLnTx/>
                <a:uFillTx/>
                <a:latin typeface="Calibri" panose="020F0502020204030204"/>
                <a:ea typeface="+mn-ea"/>
                <a:cs typeface="+mn-cs"/>
                <a:sym typeface="Symbol" panose="05050102010706020507" pitchFamily="18" charset="2"/>
              </a:rPr>
              <a:t> </a:t>
            </a:r>
            <a:r>
              <a:rPr kumimoji="0" lang="en-US" sz="1800" b="0" i="0" u="none" strike="noStrike" kern="1200" cap="none" spc="0" normalizeH="0" baseline="0" noProof="0">
                <a:ln>
                  <a:noFill/>
                </a:ln>
                <a:solidFill>
                  <a:prstClr val="black"/>
                </a:solidFill>
                <a:effectLst/>
                <a:uLnTx/>
                <a:uFillTx/>
                <a:latin typeface="Calibri" panose="020F0502020204030204"/>
                <a:ea typeface="+mn-ea"/>
                <a:cs typeface="+mn-cs"/>
              </a:rPr>
              <a:t>Có</a:t>
            </a:r>
            <a:r>
              <a:rPr kumimoji="0" lang="en-US" sz="1800" b="0" i="0" u="none" strike="noStrike" kern="1200" cap="none" spc="0" normalizeH="0" noProof="0">
                <a:ln>
                  <a:noFill/>
                </a:ln>
                <a:solidFill>
                  <a:prstClr val="black"/>
                </a:solidFill>
                <a:effectLst/>
                <a:uLnTx/>
                <a:uFillTx/>
                <a:latin typeface="Calibri" panose="020F0502020204030204"/>
                <a:ea typeface="+mn-ea"/>
                <a:cs typeface="+mn-cs"/>
              </a:rPr>
              <a:t> 7 cực đại chính nằm giữa hai cực tiểu chính bậc 1 ứng với k = 0; </a:t>
            </a:r>
            <a:r>
              <a:rPr lang="en-US">
                <a:solidFill>
                  <a:prstClr val="black"/>
                </a:solidFill>
                <a:sym typeface="Symbol" panose="05050102010706020507" pitchFamily="18" charset="2"/>
              </a:rPr>
              <a:t>1; 2; 3</a:t>
            </a: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29316477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1000"/>
                                        <p:tgtEl>
                                          <p:spTgt spid="3"/>
                                        </p:tgtEl>
                                      </p:cBhvr>
                                    </p:animEffect>
                                    <p:anim calcmode="lin" valueType="num">
                                      <p:cBhvr>
                                        <p:cTn id="8" dur="1000" fill="hold"/>
                                        <p:tgtEl>
                                          <p:spTgt spid="3"/>
                                        </p:tgtEl>
                                        <p:attrNameLst>
                                          <p:attrName>ppt_x</p:attrName>
                                        </p:attrNameLst>
                                      </p:cBhvr>
                                      <p:tavLst>
                                        <p:tav tm="0">
                                          <p:val>
                                            <p:strVal val="#ppt_x"/>
                                          </p:val>
                                        </p:tav>
                                        <p:tav tm="100000">
                                          <p:val>
                                            <p:strVal val="#ppt_x"/>
                                          </p:val>
                                        </p:tav>
                                      </p:tavLst>
                                    </p:anim>
                                    <p:anim calcmode="lin" valueType="num">
                                      <p:cBhvr>
                                        <p:cTn id="9" dur="1000" fill="hold"/>
                                        <p:tgtEl>
                                          <p:spTgt spid="3"/>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4"/>
                                        </p:tgtEl>
                                        <p:attrNameLst>
                                          <p:attrName>style.visibility</p:attrName>
                                        </p:attrNameLst>
                                      </p:cBhvr>
                                      <p:to>
                                        <p:strVal val="visible"/>
                                      </p:to>
                                    </p:set>
                                    <p:animEffect transition="in" filter="fade">
                                      <p:cBhvr>
                                        <p:cTn id="14" dur="1000"/>
                                        <p:tgtEl>
                                          <p:spTgt spid="4"/>
                                        </p:tgtEl>
                                      </p:cBhvr>
                                    </p:animEffect>
                                    <p:anim calcmode="lin" valueType="num">
                                      <p:cBhvr>
                                        <p:cTn id="15" dur="1000" fill="hold"/>
                                        <p:tgtEl>
                                          <p:spTgt spid="4"/>
                                        </p:tgtEl>
                                        <p:attrNameLst>
                                          <p:attrName>ppt_x</p:attrName>
                                        </p:attrNameLst>
                                      </p:cBhvr>
                                      <p:tavLst>
                                        <p:tav tm="0">
                                          <p:val>
                                            <p:strVal val="#ppt_x"/>
                                          </p:val>
                                        </p:tav>
                                        <p:tav tm="100000">
                                          <p:val>
                                            <p:strVal val="#ppt_x"/>
                                          </p:val>
                                        </p:tav>
                                      </p:tavLst>
                                    </p:anim>
                                    <p:anim calcmode="lin" valueType="num">
                                      <p:cBhvr>
                                        <p:cTn id="16" dur="1000" fill="hold"/>
                                        <p:tgtEl>
                                          <p:spTgt spid="4"/>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6" presetClass="entr" presetSubtype="16" fill="hold" nodeType="clickEffect">
                                  <p:stCondLst>
                                    <p:cond delay="0"/>
                                  </p:stCondLst>
                                  <p:childTnLst>
                                    <p:set>
                                      <p:cBhvr>
                                        <p:cTn id="20" dur="1" fill="hold">
                                          <p:stCondLst>
                                            <p:cond delay="0"/>
                                          </p:stCondLst>
                                        </p:cTn>
                                        <p:tgtEl>
                                          <p:spTgt spid="41"/>
                                        </p:tgtEl>
                                        <p:attrNameLst>
                                          <p:attrName>style.visibility</p:attrName>
                                        </p:attrNameLst>
                                      </p:cBhvr>
                                      <p:to>
                                        <p:strVal val="visible"/>
                                      </p:to>
                                    </p:set>
                                    <p:animEffect transition="in" filter="circle(in)">
                                      <p:cBhvr>
                                        <p:cTn id="21" dur="2000"/>
                                        <p:tgtEl>
                                          <p:spTgt spid="41"/>
                                        </p:tgtEl>
                                      </p:cBhvr>
                                    </p:animEffect>
                                  </p:childTnLst>
                                </p:cTn>
                              </p:par>
                            </p:childTnLst>
                          </p:cTn>
                        </p:par>
                      </p:childTnLst>
                    </p:cTn>
                  </p:par>
                  <p:par>
                    <p:cTn id="22" fill="hold">
                      <p:stCondLst>
                        <p:cond delay="indefinite"/>
                      </p:stCondLst>
                      <p:childTnLst>
                        <p:par>
                          <p:cTn id="23" fill="hold">
                            <p:stCondLst>
                              <p:cond delay="0"/>
                            </p:stCondLst>
                            <p:childTnLst>
                              <p:par>
                                <p:cTn id="24" presetID="6" presetClass="entr" presetSubtype="16" fill="hold" grpId="0" nodeType="clickEffect">
                                  <p:stCondLst>
                                    <p:cond delay="0"/>
                                  </p:stCondLst>
                                  <p:childTnLst>
                                    <p:set>
                                      <p:cBhvr>
                                        <p:cTn id="25" dur="1" fill="hold">
                                          <p:stCondLst>
                                            <p:cond delay="0"/>
                                          </p:stCondLst>
                                        </p:cTn>
                                        <p:tgtEl>
                                          <p:spTgt spid="44"/>
                                        </p:tgtEl>
                                        <p:attrNameLst>
                                          <p:attrName>style.visibility</p:attrName>
                                        </p:attrNameLst>
                                      </p:cBhvr>
                                      <p:to>
                                        <p:strVal val="visible"/>
                                      </p:to>
                                    </p:set>
                                    <p:animEffect transition="in" filter="circle(in)">
                                      <p:cBhvr>
                                        <p:cTn id="26" dur="2000"/>
                                        <p:tgtEl>
                                          <p:spTgt spid="44"/>
                                        </p:tgtEl>
                                      </p:cBhvr>
                                    </p:animEffect>
                                  </p:childTnLst>
                                </p:cTn>
                              </p:par>
                            </p:childTnLst>
                          </p:cTn>
                        </p:par>
                      </p:childTnLst>
                    </p:cTn>
                  </p:par>
                  <p:par>
                    <p:cTn id="27" fill="hold">
                      <p:stCondLst>
                        <p:cond delay="indefinite"/>
                      </p:stCondLst>
                      <p:childTnLst>
                        <p:par>
                          <p:cTn id="28" fill="hold">
                            <p:stCondLst>
                              <p:cond delay="0"/>
                            </p:stCondLst>
                            <p:childTnLst>
                              <p:par>
                                <p:cTn id="29" presetID="6" presetClass="entr" presetSubtype="16" fill="hold" nodeType="clickEffect">
                                  <p:stCondLst>
                                    <p:cond delay="0"/>
                                  </p:stCondLst>
                                  <p:childTnLst>
                                    <p:set>
                                      <p:cBhvr>
                                        <p:cTn id="30" dur="1" fill="hold">
                                          <p:stCondLst>
                                            <p:cond delay="0"/>
                                          </p:stCondLst>
                                        </p:cTn>
                                        <p:tgtEl>
                                          <p:spTgt spid="45"/>
                                        </p:tgtEl>
                                        <p:attrNameLst>
                                          <p:attrName>style.visibility</p:attrName>
                                        </p:attrNameLst>
                                      </p:cBhvr>
                                      <p:to>
                                        <p:strVal val="visible"/>
                                      </p:to>
                                    </p:set>
                                    <p:animEffect transition="in" filter="circle(in)">
                                      <p:cBhvr>
                                        <p:cTn id="31" dur="2000"/>
                                        <p:tgtEl>
                                          <p:spTgt spid="45"/>
                                        </p:tgtEl>
                                      </p:cBhvr>
                                    </p:animEffect>
                                  </p:childTnLst>
                                </p:cTn>
                              </p:par>
                            </p:childTnLst>
                          </p:cTn>
                        </p:par>
                      </p:childTnLst>
                    </p:cTn>
                  </p:par>
                  <p:par>
                    <p:cTn id="32" fill="hold">
                      <p:stCondLst>
                        <p:cond delay="indefinite"/>
                      </p:stCondLst>
                      <p:childTnLst>
                        <p:par>
                          <p:cTn id="33" fill="hold">
                            <p:stCondLst>
                              <p:cond delay="0"/>
                            </p:stCondLst>
                            <p:childTnLst>
                              <p:par>
                                <p:cTn id="34" presetID="6" presetClass="entr" presetSubtype="16" fill="hold" nodeType="clickEffect">
                                  <p:stCondLst>
                                    <p:cond delay="0"/>
                                  </p:stCondLst>
                                  <p:childTnLst>
                                    <p:set>
                                      <p:cBhvr>
                                        <p:cTn id="35" dur="1" fill="hold">
                                          <p:stCondLst>
                                            <p:cond delay="0"/>
                                          </p:stCondLst>
                                        </p:cTn>
                                        <p:tgtEl>
                                          <p:spTgt spid="46"/>
                                        </p:tgtEl>
                                        <p:attrNameLst>
                                          <p:attrName>style.visibility</p:attrName>
                                        </p:attrNameLst>
                                      </p:cBhvr>
                                      <p:to>
                                        <p:strVal val="visible"/>
                                      </p:to>
                                    </p:set>
                                    <p:animEffect transition="in" filter="circle(in)">
                                      <p:cBhvr>
                                        <p:cTn id="36" dur="2000"/>
                                        <p:tgtEl>
                                          <p:spTgt spid="46"/>
                                        </p:tgtEl>
                                      </p:cBhvr>
                                    </p:animEffect>
                                  </p:childTnLst>
                                </p:cTn>
                              </p:par>
                            </p:childTnLst>
                          </p:cTn>
                        </p:par>
                      </p:childTnLst>
                    </p:cTn>
                  </p:par>
                  <p:par>
                    <p:cTn id="37" fill="hold">
                      <p:stCondLst>
                        <p:cond delay="indefinite"/>
                      </p:stCondLst>
                      <p:childTnLst>
                        <p:par>
                          <p:cTn id="38" fill="hold">
                            <p:stCondLst>
                              <p:cond delay="0"/>
                            </p:stCondLst>
                            <p:childTnLst>
                              <p:par>
                                <p:cTn id="39" presetID="6" presetClass="entr" presetSubtype="16" fill="hold" grpId="0" nodeType="clickEffect">
                                  <p:stCondLst>
                                    <p:cond delay="0"/>
                                  </p:stCondLst>
                                  <p:childTnLst>
                                    <p:set>
                                      <p:cBhvr>
                                        <p:cTn id="40" dur="1" fill="hold">
                                          <p:stCondLst>
                                            <p:cond delay="0"/>
                                          </p:stCondLst>
                                        </p:cTn>
                                        <p:tgtEl>
                                          <p:spTgt spid="47"/>
                                        </p:tgtEl>
                                        <p:attrNameLst>
                                          <p:attrName>style.visibility</p:attrName>
                                        </p:attrNameLst>
                                      </p:cBhvr>
                                      <p:to>
                                        <p:strVal val="visible"/>
                                      </p:to>
                                    </p:set>
                                    <p:animEffect transition="in" filter="circle(in)">
                                      <p:cBhvr>
                                        <p:cTn id="41" dur="2000"/>
                                        <p:tgtEl>
                                          <p:spTgt spid="47"/>
                                        </p:tgtEl>
                                      </p:cBhvr>
                                    </p:animEffect>
                                  </p:childTnLst>
                                </p:cTn>
                              </p:par>
                            </p:childTnLst>
                          </p:cTn>
                        </p:par>
                      </p:childTnLst>
                    </p:cTn>
                  </p:par>
                  <p:par>
                    <p:cTn id="42" fill="hold">
                      <p:stCondLst>
                        <p:cond delay="indefinite"/>
                      </p:stCondLst>
                      <p:childTnLst>
                        <p:par>
                          <p:cTn id="43" fill="hold">
                            <p:stCondLst>
                              <p:cond delay="0"/>
                            </p:stCondLst>
                            <p:childTnLst>
                              <p:par>
                                <p:cTn id="44" presetID="6" presetClass="entr" presetSubtype="16" fill="hold" grpId="0" nodeType="clickEffect">
                                  <p:stCondLst>
                                    <p:cond delay="0"/>
                                  </p:stCondLst>
                                  <p:childTnLst>
                                    <p:set>
                                      <p:cBhvr>
                                        <p:cTn id="45" dur="1" fill="hold">
                                          <p:stCondLst>
                                            <p:cond delay="0"/>
                                          </p:stCondLst>
                                        </p:cTn>
                                        <p:tgtEl>
                                          <p:spTgt spid="48"/>
                                        </p:tgtEl>
                                        <p:attrNameLst>
                                          <p:attrName>style.visibility</p:attrName>
                                        </p:attrNameLst>
                                      </p:cBhvr>
                                      <p:to>
                                        <p:strVal val="visible"/>
                                      </p:to>
                                    </p:set>
                                    <p:animEffect transition="in" filter="circle(in)">
                                      <p:cBhvr>
                                        <p:cTn id="46" dur="2000"/>
                                        <p:tgtEl>
                                          <p:spTgt spid="48"/>
                                        </p:tgtEl>
                                      </p:cBhvr>
                                    </p:animEffect>
                                  </p:childTnLst>
                                </p:cTn>
                              </p:par>
                            </p:childTnLst>
                          </p:cTn>
                        </p:par>
                      </p:childTnLst>
                    </p:cTn>
                  </p:par>
                  <p:par>
                    <p:cTn id="47" fill="hold">
                      <p:stCondLst>
                        <p:cond delay="indefinite"/>
                      </p:stCondLst>
                      <p:childTnLst>
                        <p:par>
                          <p:cTn id="48" fill="hold">
                            <p:stCondLst>
                              <p:cond delay="0"/>
                            </p:stCondLst>
                            <p:childTnLst>
                              <p:par>
                                <p:cTn id="49" presetID="42" presetClass="entr" presetSubtype="0" fill="hold" grpId="0" nodeType="clickEffect">
                                  <p:stCondLst>
                                    <p:cond delay="0"/>
                                  </p:stCondLst>
                                  <p:childTnLst>
                                    <p:set>
                                      <p:cBhvr>
                                        <p:cTn id="50" dur="1" fill="hold">
                                          <p:stCondLst>
                                            <p:cond delay="0"/>
                                          </p:stCondLst>
                                        </p:cTn>
                                        <p:tgtEl>
                                          <p:spTgt spid="49"/>
                                        </p:tgtEl>
                                        <p:attrNameLst>
                                          <p:attrName>style.visibility</p:attrName>
                                        </p:attrNameLst>
                                      </p:cBhvr>
                                      <p:to>
                                        <p:strVal val="visible"/>
                                      </p:to>
                                    </p:set>
                                    <p:animEffect transition="in" filter="fade">
                                      <p:cBhvr>
                                        <p:cTn id="51" dur="1000"/>
                                        <p:tgtEl>
                                          <p:spTgt spid="49"/>
                                        </p:tgtEl>
                                      </p:cBhvr>
                                    </p:animEffect>
                                    <p:anim calcmode="lin" valueType="num">
                                      <p:cBhvr>
                                        <p:cTn id="52" dur="1000" fill="hold"/>
                                        <p:tgtEl>
                                          <p:spTgt spid="49"/>
                                        </p:tgtEl>
                                        <p:attrNameLst>
                                          <p:attrName>ppt_x</p:attrName>
                                        </p:attrNameLst>
                                      </p:cBhvr>
                                      <p:tavLst>
                                        <p:tav tm="0">
                                          <p:val>
                                            <p:strVal val="#ppt_x"/>
                                          </p:val>
                                        </p:tav>
                                        <p:tav tm="100000">
                                          <p:val>
                                            <p:strVal val="#ppt_x"/>
                                          </p:val>
                                        </p:tav>
                                      </p:tavLst>
                                    </p:anim>
                                    <p:anim calcmode="lin" valueType="num">
                                      <p:cBhvr>
                                        <p:cTn id="53" dur="1000" fill="hold"/>
                                        <p:tgtEl>
                                          <p:spTgt spid="49"/>
                                        </p:tgtEl>
                                        <p:attrNameLst>
                                          <p:attrName>ppt_y</p:attrName>
                                        </p:attrNameLst>
                                      </p:cBhvr>
                                      <p:tavLst>
                                        <p:tav tm="0">
                                          <p:val>
                                            <p:strVal val="#ppt_y+.1"/>
                                          </p:val>
                                        </p:tav>
                                        <p:tav tm="100000">
                                          <p:val>
                                            <p:strVal val="#ppt_y"/>
                                          </p:val>
                                        </p:tav>
                                      </p:tavLst>
                                    </p:anim>
                                  </p:childTnLst>
                                </p:cTn>
                              </p:par>
                            </p:childTnLst>
                          </p:cTn>
                        </p:par>
                      </p:childTnLst>
                    </p:cTn>
                  </p:par>
                  <p:par>
                    <p:cTn id="54" fill="hold">
                      <p:stCondLst>
                        <p:cond delay="indefinite"/>
                      </p:stCondLst>
                      <p:childTnLst>
                        <p:par>
                          <p:cTn id="55" fill="hold">
                            <p:stCondLst>
                              <p:cond delay="0"/>
                            </p:stCondLst>
                            <p:childTnLst>
                              <p:par>
                                <p:cTn id="56" presetID="42" presetClass="entr" presetSubtype="0" fill="hold" nodeType="clickEffect">
                                  <p:stCondLst>
                                    <p:cond delay="0"/>
                                  </p:stCondLst>
                                  <p:childTnLst>
                                    <p:set>
                                      <p:cBhvr>
                                        <p:cTn id="57" dur="1" fill="hold">
                                          <p:stCondLst>
                                            <p:cond delay="0"/>
                                          </p:stCondLst>
                                        </p:cTn>
                                        <p:tgtEl>
                                          <p:spTgt spid="5"/>
                                        </p:tgtEl>
                                        <p:attrNameLst>
                                          <p:attrName>style.visibility</p:attrName>
                                        </p:attrNameLst>
                                      </p:cBhvr>
                                      <p:to>
                                        <p:strVal val="visible"/>
                                      </p:to>
                                    </p:set>
                                    <p:animEffect transition="in" filter="fade">
                                      <p:cBhvr>
                                        <p:cTn id="58" dur="1000"/>
                                        <p:tgtEl>
                                          <p:spTgt spid="5"/>
                                        </p:tgtEl>
                                      </p:cBhvr>
                                    </p:animEffect>
                                    <p:anim calcmode="lin" valueType="num">
                                      <p:cBhvr>
                                        <p:cTn id="59" dur="1000" fill="hold"/>
                                        <p:tgtEl>
                                          <p:spTgt spid="5"/>
                                        </p:tgtEl>
                                        <p:attrNameLst>
                                          <p:attrName>ppt_x</p:attrName>
                                        </p:attrNameLst>
                                      </p:cBhvr>
                                      <p:tavLst>
                                        <p:tav tm="0">
                                          <p:val>
                                            <p:strVal val="#ppt_x"/>
                                          </p:val>
                                        </p:tav>
                                        <p:tav tm="100000">
                                          <p:val>
                                            <p:strVal val="#ppt_x"/>
                                          </p:val>
                                        </p:tav>
                                      </p:tavLst>
                                    </p:anim>
                                    <p:anim calcmode="lin" valueType="num">
                                      <p:cBhvr>
                                        <p:cTn id="60" dur="1000" fill="hold"/>
                                        <p:tgtEl>
                                          <p:spTgt spid="5"/>
                                        </p:tgtEl>
                                        <p:attrNameLst>
                                          <p:attrName>ppt_y</p:attrName>
                                        </p:attrNameLst>
                                      </p:cBhvr>
                                      <p:tavLst>
                                        <p:tav tm="0">
                                          <p:val>
                                            <p:strVal val="#ppt_y+.1"/>
                                          </p:val>
                                        </p:tav>
                                        <p:tav tm="100000">
                                          <p:val>
                                            <p:strVal val="#ppt_y"/>
                                          </p:val>
                                        </p:tav>
                                      </p:tavLst>
                                    </p:anim>
                                  </p:childTnLst>
                                </p:cTn>
                              </p:par>
                            </p:childTnLst>
                          </p:cTn>
                        </p:par>
                      </p:childTnLst>
                    </p:cTn>
                  </p:par>
                  <p:par>
                    <p:cTn id="61" fill="hold">
                      <p:stCondLst>
                        <p:cond delay="indefinite"/>
                      </p:stCondLst>
                      <p:childTnLst>
                        <p:par>
                          <p:cTn id="62" fill="hold">
                            <p:stCondLst>
                              <p:cond delay="0"/>
                            </p:stCondLst>
                            <p:childTnLst>
                              <p:par>
                                <p:cTn id="63" presetID="42" presetClass="entr" presetSubtype="0" fill="hold" grpId="0" nodeType="clickEffect">
                                  <p:stCondLst>
                                    <p:cond delay="0"/>
                                  </p:stCondLst>
                                  <p:childTnLst>
                                    <p:set>
                                      <p:cBhvr>
                                        <p:cTn id="64" dur="1" fill="hold">
                                          <p:stCondLst>
                                            <p:cond delay="0"/>
                                          </p:stCondLst>
                                        </p:cTn>
                                        <p:tgtEl>
                                          <p:spTgt spid="50"/>
                                        </p:tgtEl>
                                        <p:attrNameLst>
                                          <p:attrName>style.visibility</p:attrName>
                                        </p:attrNameLst>
                                      </p:cBhvr>
                                      <p:to>
                                        <p:strVal val="visible"/>
                                      </p:to>
                                    </p:set>
                                    <p:animEffect transition="in" filter="fade">
                                      <p:cBhvr>
                                        <p:cTn id="65" dur="1000"/>
                                        <p:tgtEl>
                                          <p:spTgt spid="50"/>
                                        </p:tgtEl>
                                      </p:cBhvr>
                                    </p:animEffect>
                                    <p:anim calcmode="lin" valueType="num">
                                      <p:cBhvr>
                                        <p:cTn id="66" dur="1000" fill="hold"/>
                                        <p:tgtEl>
                                          <p:spTgt spid="50"/>
                                        </p:tgtEl>
                                        <p:attrNameLst>
                                          <p:attrName>ppt_x</p:attrName>
                                        </p:attrNameLst>
                                      </p:cBhvr>
                                      <p:tavLst>
                                        <p:tav tm="0">
                                          <p:val>
                                            <p:strVal val="#ppt_x"/>
                                          </p:val>
                                        </p:tav>
                                        <p:tav tm="100000">
                                          <p:val>
                                            <p:strVal val="#ppt_x"/>
                                          </p:val>
                                        </p:tav>
                                      </p:tavLst>
                                    </p:anim>
                                    <p:anim calcmode="lin" valueType="num">
                                      <p:cBhvr>
                                        <p:cTn id="67" dur="1000" fill="hold"/>
                                        <p:tgtEl>
                                          <p:spTgt spid="50"/>
                                        </p:tgtEl>
                                        <p:attrNameLst>
                                          <p:attrName>ppt_y</p:attrName>
                                        </p:attrNameLst>
                                      </p:cBhvr>
                                      <p:tavLst>
                                        <p:tav tm="0">
                                          <p:val>
                                            <p:strVal val="#ppt_y+.1"/>
                                          </p:val>
                                        </p:tav>
                                        <p:tav tm="100000">
                                          <p:val>
                                            <p:strVal val="#ppt_y"/>
                                          </p:val>
                                        </p:tav>
                                      </p:tavLst>
                                    </p:anim>
                                  </p:childTnLst>
                                </p:cTn>
                              </p:par>
                            </p:childTnLst>
                          </p:cTn>
                        </p:par>
                      </p:childTnLst>
                    </p:cTn>
                  </p:par>
                  <p:par>
                    <p:cTn id="68" fill="hold">
                      <p:stCondLst>
                        <p:cond delay="indefinite"/>
                      </p:stCondLst>
                      <p:childTnLst>
                        <p:par>
                          <p:cTn id="69" fill="hold">
                            <p:stCondLst>
                              <p:cond delay="0"/>
                            </p:stCondLst>
                            <p:childTnLst>
                              <p:par>
                                <p:cTn id="70" presetID="42" presetClass="entr" presetSubtype="0" fill="hold" nodeType="clickEffect">
                                  <p:stCondLst>
                                    <p:cond delay="0"/>
                                  </p:stCondLst>
                                  <p:childTnLst>
                                    <p:set>
                                      <p:cBhvr>
                                        <p:cTn id="71" dur="1" fill="hold">
                                          <p:stCondLst>
                                            <p:cond delay="0"/>
                                          </p:stCondLst>
                                        </p:cTn>
                                        <p:tgtEl>
                                          <p:spTgt spid="51"/>
                                        </p:tgtEl>
                                        <p:attrNameLst>
                                          <p:attrName>style.visibility</p:attrName>
                                        </p:attrNameLst>
                                      </p:cBhvr>
                                      <p:to>
                                        <p:strVal val="visible"/>
                                      </p:to>
                                    </p:set>
                                    <p:animEffect transition="in" filter="fade">
                                      <p:cBhvr>
                                        <p:cTn id="72" dur="1000"/>
                                        <p:tgtEl>
                                          <p:spTgt spid="51"/>
                                        </p:tgtEl>
                                      </p:cBhvr>
                                    </p:animEffect>
                                    <p:anim calcmode="lin" valueType="num">
                                      <p:cBhvr>
                                        <p:cTn id="73" dur="1000" fill="hold"/>
                                        <p:tgtEl>
                                          <p:spTgt spid="51"/>
                                        </p:tgtEl>
                                        <p:attrNameLst>
                                          <p:attrName>ppt_x</p:attrName>
                                        </p:attrNameLst>
                                      </p:cBhvr>
                                      <p:tavLst>
                                        <p:tav tm="0">
                                          <p:val>
                                            <p:strVal val="#ppt_x"/>
                                          </p:val>
                                        </p:tav>
                                        <p:tav tm="100000">
                                          <p:val>
                                            <p:strVal val="#ppt_x"/>
                                          </p:val>
                                        </p:tav>
                                      </p:tavLst>
                                    </p:anim>
                                    <p:anim calcmode="lin" valueType="num">
                                      <p:cBhvr>
                                        <p:cTn id="74" dur="1000" fill="hold"/>
                                        <p:tgtEl>
                                          <p:spTgt spid="51"/>
                                        </p:tgtEl>
                                        <p:attrNameLst>
                                          <p:attrName>ppt_y</p:attrName>
                                        </p:attrNameLst>
                                      </p:cBhvr>
                                      <p:tavLst>
                                        <p:tav tm="0">
                                          <p:val>
                                            <p:strVal val="#ppt_y+.1"/>
                                          </p:val>
                                        </p:tav>
                                        <p:tav tm="100000">
                                          <p:val>
                                            <p:strVal val="#ppt_y"/>
                                          </p:val>
                                        </p:tav>
                                      </p:tavLst>
                                    </p:anim>
                                  </p:childTnLst>
                                </p:cTn>
                              </p:par>
                            </p:childTnLst>
                          </p:cTn>
                        </p:par>
                      </p:childTnLst>
                    </p:cTn>
                  </p:par>
                  <p:par>
                    <p:cTn id="75" fill="hold">
                      <p:stCondLst>
                        <p:cond delay="indefinite"/>
                      </p:stCondLst>
                      <p:childTnLst>
                        <p:par>
                          <p:cTn id="76" fill="hold">
                            <p:stCondLst>
                              <p:cond delay="0"/>
                            </p:stCondLst>
                            <p:childTnLst>
                              <p:par>
                                <p:cTn id="77" presetID="42" presetClass="entr" presetSubtype="0" fill="hold" grpId="0" nodeType="clickEffect">
                                  <p:stCondLst>
                                    <p:cond delay="0"/>
                                  </p:stCondLst>
                                  <p:childTnLst>
                                    <p:set>
                                      <p:cBhvr>
                                        <p:cTn id="78" dur="1" fill="hold">
                                          <p:stCondLst>
                                            <p:cond delay="0"/>
                                          </p:stCondLst>
                                        </p:cTn>
                                        <p:tgtEl>
                                          <p:spTgt spid="52"/>
                                        </p:tgtEl>
                                        <p:attrNameLst>
                                          <p:attrName>style.visibility</p:attrName>
                                        </p:attrNameLst>
                                      </p:cBhvr>
                                      <p:to>
                                        <p:strVal val="visible"/>
                                      </p:to>
                                    </p:set>
                                    <p:animEffect transition="in" filter="fade">
                                      <p:cBhvr>
                                        <p:cTn id="79" dur="1000"/>
                                        <p:tgtEl>
                                          <p:spTgt spid="52"/>
                                        </p:tgtEl>
                                      </p:cBhvr>
                                    </p:animEffect>
                                    <p:anim calcmode="lin" valueType="num">
                                      <p:cBhvr>
                                        <p:cTn id="80" dur="1000" fill="hold"/>
                                        <p:tgtEl>
                                          <p:spTgt spid="52"/>
                                        </p:tgtEl>
                                        <p:attrNameLst>
                                          <p:attrName>ppt_x</p:attrName>
                                        </p:attrNameLst>
                                      </p:cBhvr>
                                      <p:tavLst>
                                        <p:tav tm="0">
                                          <p:val>
                                            <p:strVal val="#ppt_x"/>
                                          </p:val>
                                        </p:tav>
                                        <p:tav tm="100000">
                                          <p:val>
                                            <p:strVal val="#ppt_x"/>
                                          </p:val>
                                        </p:tav>
                                      </p:tavLst>
                                    </p:anim>
                                    <p:anim calcmode="lin" valueType="num">
                                      <p:cBhvr>
                                        <p:cTn id="81" dur="1000" fill="hold"/>
                                        <p:tgtEl>
                                          <p:spTgt spid="52"/>
                                        </p:tgtEl>
                                        <p:attrNameLst>
                                          <p:attrName>ppt_y</p:attrName>
                                        </p:attrNameLst>
                                      </p:cBhvr>
                                      <p:tavLst>
                                        <p:tav tm="0">
                                          <p:val>
                                            <p:strVal val="#ppt_y+.1"/>
                                          </p:val>
                                        </p:tav>
                                        <p:tav tm="100000">
                                          <p:val>
                                            <p:strVal val="#ppt_y"/>
                                          </p:val>
                                        </p:tav>
                                      </p:tavLst>
                                    </p:anim>
                                  </p:childTnLst>
                                </p:cTn>
                              </p:par>
                            </p:childTnLst>
                          </p:cTn>
                        </p:par>
                      </p:childTnLst>
                    </p:cTn>
                  </p:par>
                  <p:par>
                    <p:cTn id="82" fill="hold">
                      <p:stCondLst>
                        <p:cond delay="indefinite"/>
                      </p:stCondLst>
                      <p:childTnLst>
                        <p:par>
                          <p:cTn id="83" fill="hold">
                            <p:stCondLst>
                              <p:cond delay="0"/>
                            </p:stCondLst>
                            <p:childTnLst>
                              <p:par>
                                <p:cTn id="84" presetID="42" presetClass="entr" presetSubtype="0" fill="hold" nodeType="clickEffect">
                                  <p:stCondLst>
                                    <p:cond delay="0"/>
                                  </p:stCondLst>
                                  <p:childTnLst>
                                    <p:set>
                                      <p:cBhvr>
                                        <p:cTn id="85" dur="1" fill="hold">
                                          <p:stCondLst>
                                            <p:cond delay="0"/>
                                          </p:stCondLst>
                                        </p:cTn>
                                        <p:tgtEl>
                                          <p:spTgt spid="53"/>
                                        </p:tgtEl>
                                        <p:attrNameLst>
                                          <p:attrName>style.visibility</p:attrName>
                                        </p:attrNameLst>
                                      </p:cBhvr>
                                      <p:to>
                                        <p:strVal val="visible"/>
                                      </p:to>
                                    </p:set>
                                    <p:animEffect transition="in" filter="fade">
                                      <p:cBhvr>
                                        <p:cTn id="86" dur="1000"/>
                                        <p:tgtEl>
                                          <p:spTgt spid="53"/>
                                        </p:tgtEl>
                                      </p:cBhvr>
                                    </p:animEffect>
                                    <p:anim calcmode="lin" valueType="num">
                                      <p:cBhvr>
                                        <p:cTn id="87" dur="1000" fill="hold"/>
                                        <p:tgtEl>
                                          <p:spTgt spid="53"/>
                                        </p:tgtEl>
                                        <p:attrNameLst>
                                          <p:attrName>ppt_x</p:attrName>
                                        </p:attrNameLst>
                                      </p:cBhvr>
                                      <p:tavLst>
                                        <p:tav tm="0">
                                          <p:val>
                                            <p:strVal val="#ppt_x"/>
                                          </p:val>
                                        </p:tav>
                                        <p:tav tm="100000">
                                          <p:val>
                                            <p:strVal val="#ppt_x"/>
                                          </p:val>
                                        </p:tav>
                                      </p:tavLst>
                                    </p:anim>
                                    <p:anim calcmode="lin" valueType="num">
                                      <p:cBhvr>
                                        <p:cTn id="88" dur="1000" fill="hold"/>
                                        <p:tgtEl>
                                          <p:spTgt spid="53"/>
                                        </p:tgtEl>
                                        <p:attrNameLst>
                                          <p:attrName>ppt_y</p:attrName>
                                        </p:attrNameLst>
                                      </p:cBhvr>
                                      <p:tavLst>
                                        <p:tav tm="0">
                                          <p:val>
                                            <p:strVal val="#ppt_y+.1"/>
                                          </p:val>
                                        </p:tav>
                                        <p:tav tm="100000">
                                          <p:val>
                                            <p:strVal val="#ppt_y"/>
                                          </p:val>
                                        </p:tav>
                                      </p:tavLst>
                                    </p:anim>
                                  </p:childTnLst>
                                </p:cTn>
                              </p:par>
                            </p:childTnLst>
                          </p:cTn>
                        </p:par>
                      </p:childTnLst>
                    </p:cTn>
                  </p:par>
                  <p:par>
                    <p:cTn id="89" fill="hold">
                      <p:stCondLst>
                        <p:cond delay="indefinite"/>
                      </p:stCondLst>
                      <p:childTnLst>
                        <p:par>
                          <p:cTn id="90" fill="hold">
                            <p:stCondLst>
                              <p:cond delay="0"/>
                            </p:stCondLst>
                            <p:childTnLst>
                              <p:par>
                                <p:cTn id="91" presetID="42" presetClass="entr" presetSubtype="0" fill="hold" grpId="0" nodeType="clickEffect">
                                  <p:stCondLst>
                                    <p:cond delay="0"/>
                                  </p:stCondLst>
                                  <p:childTnLst>
                                    <p:set>
                                      <p:cBhvr>
                                        <p:cTn id="92" dur="1" fill="hold">
                                          <p:stCondLst>
                                            <p:cond delay="0"/>
                                          </p:stCondLst>
                                        </p:cTn>
                                        <p:tgtEl>
                                          <p:spTgt spid="54"/>
                                        </p:tgtEl>
                                        <p:attrNameLst>
                                          <p:attrName>style.visibility</p:attrName>
                                        </p:attrNameLst>
                                      </p:cBhvr>
                                      <p:to>
                                        <p:strVal val="visible"/>
                                      </p:to>
                                    </p:set>
                                    <p:animEffect transition="in" filter="fade">
                                      <p:cBhvr>
                                        <p:cTn id="93" dur="1000"/>
                                        <p:tgtEl>
                                          <p:spTgt spid="54"/>
                                        </p:tgtEl>
                                      </p:cBhvr>
                                    </p:animEffect>
                                    <p:anim calcmode="lin" valueType="num">
                                      <p:cBhvr>
                                        <p:cTn id="94" dur="1000" fill="hold"/>
                                        <p:tgtEl>
                                          <p:spTgt spid="54"/>
                                        </p:tgtEl>
                                        <p:attrNameLst>
                                          <p:attrName>ppt_x</p:attrName>
                                        </p:attrNameLst>
                                      </p:cBhvr>
                                      <p:tavLst>
                                        <p:tav tm="0">
                                          <p:val>
                                            <p:strVal val="#ppt_x"/>
                                          </p:val>
                                        </p:tav>
                                        <p:tav tm="100000">
                                          <p:val>
                                            <p:strVal val="#ppt_x"/>
                                          </p:val>
                                        </p:tav>
                                      </p:tavLst>
                                    </p:anim>
                                    <p:anim calcmode="lin" valueType="num">
                                      <p:cBhvr>
                                        <p:cTn id="95" dur="1000" fill="hold"/>
                                        <p:tgtEl>
                                          <p:spTgt spid="54"/>
                                        </p:tgtEl>
                                        <p:attrNameLst>
                                          <p:attrName>ppt_y</p:attrName>
                                        </p:attrNameLst>
                                      </p:cBhvr>
                                      <p:tavLst>
                                        <p:tav tm="0">
                                          <p:val>
                                            <p:strVal val="#ppt_y+.1"/>
                                          </p:val>
                                        </p:tav>
                                        <p:tav tm="100000">
                                          <p:val>
                                            <p:strVal val="#ppt_y"/>
                                          </p:val>
                                        </p:tav>
                                      </p:tavLst>
                                    </p:anim>
                                  </p:childTnLst>
                                </p:cTn>
                              </p:par>
                            </p:childTnLst>
                          </p:cTn>
                        </p:par>
                      </p:childTnLst>
                    </p:cTn>
                  </p:par>
                  <p:par>
                    <p:cTn id="96" fill="hold">
                      <p:stCondLst>
                        <p:cond delay="indefinite"/>
                      </p:stCondLst>
                      <p:childTnLst>
                        <p:par>
                          <p:cTn id="97" fill="hold">
                            <p:stCondLst>
                              <p:cond delay="0"/>
                            </p:stCondLst>
                            <p:childTnLst>
                              <p:par>
                                <p:cTn id="98" presetID="42" presetClass="entr" presetSubtype="0" fill="hold" grpId="0" nodeType="clickEffect">
                                  <p:stCondLst>
                                    <p:cond delay="0"/>
                                  </p:stCondLst>
                                  <p:childTnLst>
                                    <p:set>
                                      <p:cBhvr>
                                        <p:cTn id="99" dur="1" fill="hold">
                                          <p:stCondLst>
                                            <p:cond delay="0"/>
                                          </p:stCondLst>
                                        </p:cTn>
                                        <p:tgtEl>
                                          <p:spTgt spid="55"/>
                                        </p:tgtEl>
                                        <p:attrNameLst>
                                          <p:attrName>style.visibility</p:attrName>
                                        </p:attrNameLst>
                                      </p:cBhvr>
                                      <p:to>
                                        <p:strVal val="visible"/>
                                      </p:to>
                                    </p:set>
                                    <p:animEffect transition="in" filter="fade">
                                      <p:cBhvr>
                                        <p:cTn id="100" dur="1000"/>
                                        <p:tgtEl>
                                          <p:spTgt spid="55"/>
                                        </p:tgtEl>
                                      </p:cBhvr>
                                    </p:animEffect>
                                    <p:anim calcmode="lin" valueType="num">
                                      <p:cBhvr>
                                        <p:cTn id="101" dur="1000" fill="hold"/>
                                        <p:tgtEl>
                                          <p:spTgt spid="55"/>
                                        </p:tgtEl>
                                        <p:attrNameLst>
                                          <p:attrName>ppt_x</p:attrName>
                                        </p:attrNameLst>
                                      </p:cBhvr>
                                      <p:tavLst>
                                        <p:tav tm="0">
                                          <p:val>
                                            <p:strVal val="#ppt_x"/>
                                          </p:val>
                                        </p:tav>
                                        <p:tav tm="100000">
                                          <p:val>
                                            <p:strVal val="#ppt_x"/>
                                          </p:val>
                                        </p:tav>
                                      </p:tavLst>
                                    </p:anim>
                                    <p:anim calcmode="lin" valueType="num">
                                      <p:cBhvr>
                                        <p:cTn id="102" dur="1000" fill="hold"/>
                                        <p:tgtEl>
                                          <p:spTgt spid="55"/>
                                        </p:tgtEl>
                                        <p:attrNameLst>
                                          <p:attrName>ppt_y</p:attrName>
                                        </p:attrNameLst>
                                      </p:cBhvr>
                                      <p:tavLst>
                                        <p:tav tm="0">
                                          <p:val>
                                            <p:strVal val="#ppt_y+.1"/>
                                          </p:val>
                                        </p:tav>
                                        <p:tav tm="100000">
                                          <p:val>
                                            <p:strVal val="#ppt_y"/>
                                          </p:val>
                                        </p:tav>
                                      </p:tavLst>
                                    </p:anim>
                                  </p:childTnLst>
                                </p:cTn>
                              </p:par>
                            </p:childTnLst>
                          </p:cTn>
                        </p:par>
                      </p:childTnLst>
                    </p:cTn>
                  </p:par>
                  <p:par>
                    <p:cTn id="103" fill="hold">
                      <p:stCondLst>
                        <p:cond delay="indefinite"/>
                      </p:stCondLst>
                      <p:childTnLst>
                        <p:par>
                          <p:cTn id="104" fill="hold">
                            <p:stCondLst>
                              <p:cond delay="0"/>
                            </p:stCondLst>
                            <p:childTnLst>
                              <p:par>
                                <p:cTn id="105" presetID="42" presetClass="entr" presetSubtype="0" fill="hold" grpId="0" nodeType="clickEffect">
                                  <p:stCondLst>
                                    <p:cond delay="0"/>
                                  </p:stCondLst>
                                  <p:childTnLst>
                                    <p:set>
                                      <p:cBhvr>
                                        <p:cTn id="106" dur="1" fill="hold">
                                          <p:stCondLst>
                                            <p:cond delay="0"/>
                                          </p:stCondLst>
                                        </p:cTn>
                                        <p:tgtEl>
                                          <p:spTgt spid="57"/>
                                        </p:tgtEl>
                                        <p:attrNameLst>
                                          <p:attrName>style.visibility</p:attrName>
                                        </p:attrNameLst>
                                      </p:cBhvr>
                                      <p:to>
                                        <p:strVal val="visible"/>
                                      </p:to>
                                    </p:set>
                                    <p:animEffect transition="in" filter="fade">
                                      <p:cBhvr>
                                        <p:cTn id="107" dur="1000"/>
                                        <p:tgtEl>
                                          <p:spTgt spid="57"/>
                                        </p:tgtEl>
                                      </p:cBhvr>
                                    </p:animEffect>
                                    <p:anim calcmode="lin" valueType="num">
                                      <p:cBhvr>
                                        <p:cTn id="108" dur="1000" fill="hold"/>
                                        <p:tgtEl>
                                          <p:spTgt spid="57"/>
                                        </p:tgtEl>
                                        <p:attrNameLst>
                                          <p:attrName>ppt_x</p:attrName>
                                        </p:attrNameLst>
                                      </p:cBhvr>
                                      <p:tavLst>
                                        <p:tav tm="0">
                                          <p:val>
                                            <p:strVal val="#ppt_x"/>
                                          </p:val>
                                        </p:tav>
                                        <p:tav tm="100000">
                                          <p:val>
                                            <p:strVal val="#ppt_x"/>
                                          </p:val>
                                        </p:tav>
                                      </p:tavLst>
                                    </p:anim>
                                    <p:anim calcmode="lin" valueType="num">
                                      <p:cBhvr>
                                        <p:cTn id="109" dur="1000" fill="hold"/>
                                        <p:tgtEl>
                                          <p:spTgt spid="57"/>
                                        </p:tgtEl>
                                        <p:attrNameLst>
                                          <p:attrName>ppt_y</p:attrName>
                                        </p:attrNameLst>
                                      </p:cBhvr>
                                      <p:tavLst>
                                        <p:tav tm="0">
                                          <p:val>
                                            <p:strVal val="#ppt_y+.1"/>
                                          </p:val>
                                        </p:tav>
                                        <p:tav tm="100000">
                                          <p:val>
                                            <p:strVal val="#ppt_y"/>
                                          </p:val>
                                        </p:tav>
                                      </p:tavLst>
                                    </p:anim>
                                  </p:childTnLst>
                                </p:cTn>
                              </p:par>
                            </p:childTnLst>
                          </p:cTn>
                        </p:par>
                      </p:childTnLst>
                    </p:cTn>
                  </p:par>
                  <p:par>
                    <p:cTn id="110" fill="hold">
                      <p:stCondLst>
                        <p:cond delay="indefinite"/>
                      </p:stCondLst>
                      <p:childTnLst>
                        <p:par>
                          <p:cTn id="111" fill="hold">
                            <p:stCondLst>
                              <p:cond delay="0"/>
                            </p:stCondLst>
                            <p:childTnLst>
                              <p:par>
                                <p:cTn id="112" presetID="42" presetClass="entr" presetSubtype="0" fill="hold" nodeType="clickEffect">
                                  <p:stCondLst>
                                    <p:cond delay="0"/>
                                  </p:stCondLst>
                                  <p:childTnLst>
                                    <p:set>
                                      <p:cBhvr>
                                        <p:cTn id="113" dur="1" fill="hold">
                                          <p:stCondLst>
                                            <p:cond delay="0"/>
                                          </p:stCondLst>
                                        </p:cTn>
                                        <p:tgtEl>
                                          <p:spTgt spid="58"/>
                                        </p:tgtEl>
                                        <p:attrNameLst>
                                          <p:attrName>style.visibility</p:attrName>
                                        </p:attrNameLst>
                                      </p:cBhvr>
                                      <p:to>
                                        <p:strVal val="visible"/>
                                      </p:to>
                                    </p:set>
                                    <p:animEffect transition="in" filter="fade">
                                      <p:cBhvr>
                                        <p:cTn id="114" dur="1000"/>
                                        <p:tgtEl>
                                          <p:spTgt spid="58"/>
                                        </p:tgtEl>
                                      </p:cBhvr>
                                    </p:animEffect>
                                    <p:anim calcmode="lin" valueType="num">
                                      <p:cBhvr>
                                        <p:cTn id="115" dur="1000" fill="hold"/>
                                        <p:tgtEl>
                                          <p:spTgt spid="58"/>
                                        </p:tgtEl>
                                        <p:attrNameLst>
                                          <p:attrName>ppt_x</p:attrName>
                                        </p:attrNameLst>
                                      </p:cBhvr>
                                      <p:tavLst>
                                        <p:tav tm="0">
                                          <p:val>
                                            <p:strVal val="#ppt_x"/>
                                          </p:val>
                                        </p:tav>
                                        <p:tav tm="100000">
                                          <p:val>
                                            <p:strVal val="#ppt_x"/>
                                          </p:val>
                                        </p:tav>
                                      </p:tavLst>
                                    </p:anim>
                                    <p:anim calcmode="lin" valueType="num">
                                      <p:cBhvr>
                                        <p:cTn id="116" dur="1000" fill="hold"/>
                                        <p:tgtEl>
                                          <p:spTgt spid="58"/>
                                        </p:tgtEl>
                                        <p:attrNameLst>
                                          <p:attrName>ppt_y</p:attrName>
                                        </p:attrNameLst>
                                      </p:cBhvr>
                                      <p:tavLst>
                                        <p:tav tm="0">
                                          <p:val>
                                            <p:strVal val="#ppt_y+.1"/>
                                          </p:val>
                                        </p:tav>
                                        <p:tav tm="100000">
                                          <p:val>
                                            <p:strVal val="#ppt_y"/>
                                          </p:val>
                                        </p:tav>
                                      </p:tavLst>
                                    </p:anim>
                                  </p:childTnLst>
                                </p:cTn>
                              </p:par>
                            </p:childTnLst>
                          </p:cTn>
                        </p:par>
                      </p:childTnLst>
                    </p:cTn>
                  </p:par>
                  <p:par>
                    <p:cTn id="117" fill="hold">
                      <p:stCondLst>
                        <p:cond delay="indefinite"/>
                      </p:stCondLst>
                      <p:childTnLst>
                        <p:par>
                          <p:cTn id="118" fill="hold">
                            <p:stCondLst>
                              <p:cond delay="0"/>
                            </p:stCondLst>
                            <p:childTnLst>
                              <p:par>
                                <p:cTn id="119" presetID="42" presetClass="entr" presetSubtype="0" fill="hold" grpId="0" nodeType="clickEffect">
                                  <p:stCondLst>
                                    <p:cond delay="0"/>
                                  </p:stCondLst>
                                  <p:childTnLst>
                                    <p:set>
                                      <p:cBhvr>
                                        <p:cTn id="120" dur="1" fill="hold">
                                          <p:stCondLst>
                                            <p:cond delay="0"/>
                                          </p:stCondLst>
                                        </p:cTn>
                                        <p:tgtEl>
                                          <p:spTgt spid="59"/>
                                        </p:tgtEl>
                                        <p:attrNameLst>
                                          <p:attrName>style.visibility</p:attrName>
                                        </p:attrNameLst>
                                      </p:cBhvr>
                                      <p:to>
                                        <p:strVal val="visible"/>
                                      </p:to>
                                    </p:set>
                                    <p:animEffect transition="in" filter="fade">
                                      <p:cBhvr>
                                        <p:cTn id="121" dur="1000"/>
                                        <p:tgtEl>
                                          <p:spTgt spid="59"/>
                                        </p:tgtEl>
                                      </p:cBhvr>
                                    </p:animEffect>
                                    <p:anim calcmode="lin" valueType="num">
                                      <p:cBhvr>
                                        <p:cTn id="122" dur="1000" fill="hold"/>
                                        <p:tgtEl>
                                          <p:spTgt spid="59"/>
                                        </p:tgtEl>
                                        <p:attrNameLst>
                                          <p:attrName>ppt_x</p:attrName>
                                        </p:attrNameLst>
                                      </p:cBhvr>
                                      <p:tavLst>
                                        <p:tav tm="0">
                                          <p:val>
                                            <p:strVal val="#ppt_x"/>
                                          </p:val>
                                        </p:tav>
                                        <p:tav tm="100000">
                                          <p:val>
                                            <p:strVal val="#ppt_x"/>
                                          </p:val>
                                        </p:tav>
                                      </p:tavLst>
                                    </p:anim>
                                    <p:anim calcmode="lin" valueType="num">
                                      <p:cBhvr>
                                        <p:cTn id="123" dur="1000" fill="hold"/>
                                        <p:tgtEl>
                                          <p:spTgt spid="59"/>
                                        </p:tgtEl>
                                        <p:attrNameLst>
                                          <p:attrName>ppt_y</p:attrName>
                                        </p:attrNameLst>
                                      </p:cBhvr>
                                      <p:tavLst>
                                        <p:tav tm="0">
                                          <p:val>
                                            <p:strVal val="#ppt_y+.1"/>
                                          </p:val>
                                        </p:tav>
                                        <p:tav tm="100000">
                                          <p:val>
                                            <p:strVal val="#ppt_y"/>
                                          </p:val>
                                        </p:tav>
                                      </p:tavLst>
                                    </p:anim>
                                  </p:childTnLst>
                                </p:cTn>
                              </p:par>
                            </p:childTnLst>
                          </p:cTn>
                        </p:par>
                      </p:childTnLst>
                    </p:cTn>
                  </p:par>
                  <p:par>
                    <p:cTn id="124" fill="hold">
                      <p:stCondLst>
                        <p:cond delay="indefinite"/>
                      </p:stCondLst>
                      <p:childTnLst>
                        <p:par>
                          <p:cTn id="125" fill="hold">
                            <p:stCondLst>
                              <p:cond delay="0"/>
                            </p:stCondLst>
                            <p:childTnLst>
                              <p:par>
                                <p:cTn id="126" presetID="2" presetClass="entr" presetSubtype="4" fill="hold" nodeType="clickEffect">
                                  <p:stCondLst>
                                    <p:cond delay="0"/>
                                  </p:stCondLst>
                                  <p:childTnLst>
                                    <p:set>
                                      <p:cBhvr>
                                        <p:cTn id="127" dur="1" fill="hold">
                                          <p:stCondLst>
                                            <p:cond delay="0"/>
                                          </p:stCondLst>
                                        </p:cTn>
                                        <p:tgtEl>
                                          <p:spTgt spid="60"/>
                                        </p:tgtEl>
                                        <p:attrNameLst>
                                          <p:attrName>style.visibility</p:attrName>
                                        </p:attrNameLst>
                                      </p:cBhvr>
                                      <p:to>
                                        <p:strVal val="visible"/>
                                      </p:to>
                                    </p:set>
                                    <p:anim calcmode="lin" valueType="num">
                                      <p:cBhvr additive="base">
                                        <p:cTn id="128" dur="500" fill="hold"/>
                                        <p:tgtEl>
                                          <p:spTgt spid="60"/>
                                        </p:tgtEl>
                                        <p:attrNameLst>
                                          <p:attrName>ppt_x</p:attrName>
                                        </p:attrNameLst>
                                      </p:cBhvr>
                                      <p:tavLst>
                                        <p:tav tm="0">
                                          <p:val>
                                            <p:strVal val="#ppt_x"/>
                                          </p:val>
                                        </p:tav>
                                        <p:tav tm="100000">
                                          <p:val>
                                            <p:strVal val="#ppt_x"/>
                                          </p:val>
                                        </p:tav>
                                      </p:tavLst>
                                    </p:anim>
                                    <p:anim calcmode="lin" valueType="num">
                                      <p:cBhvr additive="base">
                                        <p:cTn id="129" dur="500" fill="hold"/>
                                        <p:tgtEl>
                                          <p:spTgt spid="60"/>
                                        </p:tgtEl>
                                        <p:attrNameLst>
                                          <p:attrName>ppt_y</p:attrName>
                                        </p:attrNameLst>
                                      </p:cBhvr>
                                      <p:tavLst>
                                        <p:tav tm="0">
                                          <p:val>
                                            <p:strVal val="1+#ppt_h/2"/>
                                          </p:val>
                                        </p:tav>
                                        <p:tav tm="100000">
                                          <p:val>
                                            <p:strVal val="#ppt_y"/>
                                          </p:val>
                                        </p:tav>
                                      </p:tavLst>
                                    </p:anim>
                                  </p:childTnLst>
                                </p:cTn>
                              </p:par>
                            </p:childTnLst>
                          </p:cTn>
                        </p:par>
                      </p:childTnLst>
                    </p:cTn>
                  </p:par>
                  <p:par>
                    <p:cTn id="130" fill="hold">
                      <p:stCondLst>
                        <p:cond delay="indefinite"/>
                      </p:stCondLst>
                      <p:childTnLst>
                        <p:par>
                          <p:cTn id="131" fill="hold">
                            <p:stCondLst>
                              <p:cond delay="0"/>
                            </p:stCondLst>
                            <p:childTnLst>
                              <p:par>
                                <p:cTn id="132" presetID="42" presetClass="entr" presetSubtype="0" fill="hold" nodeType="clickEffect">
                                  <p:stCondLst>
                                    <p:cond delay="0"/>
                                  </p:stCondLst>
                                  <p:childTnLst>
                                    <p:set>
                                      <p:cBhvr>
                                        <p:cTn id="133" dur="1" fill="hold">
                                          <p:stCondLst>
                                            <p:cond delay="0"/>
                                          </p:stCondLst>
                                        </p:cTn>
                                        <p:tgtEl>
                                          <p:spTgt spid="61"/>
                                        </p:tgtEl>
                                        <p:attrNameLst>
                                          <p:attrName>style.visibility</p:attrName>
                                        </p:attrNameLst>
                                      </p:cBhvr>
                                      <p:to>
                                        <p:strVal val="visible"/>
                                      </p:to>
                                    </p:set>
                                    <p:animEffect transition="in" filter="fade">
                                      <p:cBhvr>
                                        <p:cTn id="134" dur="1000"/>
                                        <p:tgtEl>
                                          <p:spTgt spid="61"/>
                                        </p:tgtEl>
                                      </p:cBhvr>
                                    </p:animEffect>
                                    <p:anim calcmode="lin" valueType="num">
                                      <p:cBhvr>
                                        <p:cTn id="135" dur="1000" fill="hold"/>
                                        <p:tgtEl>
                                          <p:spTgt spid="61"/>
                                        </p:tgtEl>
                                        <p:attrNameLst>
                                          <p:attrName>ppt_x</p:attrName>
                                        </p:attrNameLst>
                                      </p:cBhvr>
                                      <p:tavLst>
                                        <p:tav tm="0">
                                          <p:val>
                                            <p:strVal val="#ppt_x"/>
                                          </p:val>
                                        </p:tav>
                                        <p:tav tm="100000">
                                          <p:val>
                                            <p:strVal val="#ppt_x"/>
                                          </p:val>
                                        </p:tav>
                                      </p:tavLst>
                                    </p:anim>
                                    <p:anim calcmode="lin" valueType="num">
                                      <p:cBhvr>
                                        <p:cTn id="136" dur="1000" fill="hold"/>
                                        <p:tgtEl>
                                          <p:spTgt spid="61"/>
                                        </p:tgtEl>
                                        <p:attrNameLst>
                                          <p:attrName>ppt_y</p:attrName>
                                        </p:attrNameLst>
                                      </p:cBhvr>
                                      <p:tavLst>
                                        <p:tav tm="0">
                                          <p:val>
                                            <p:strVal val="#ppt_y+.1"/>
                                          </p:val>
                                        </p:tav>
                                        <p:tav tm="100000">
                                          <p:val>
                                            <p:strVal val="#ppt_y"/>
                                          </p:val>
                                        </p:tav>
                                      </p:tavLst>
                                    </p:anim>
                                  </p:childTnLst>
                                </p:cTn>
                              </p:par>
                            </p:childTnLst>
                          </p:cTn>
                        </p:par>
                      </p:childTnLst>
                    </p:cTn>
                  </p:par>
                  <p:par>
                    <p:cTn id="137" fill="hold">
                      <p:stCondLst>
                        <p:cond delay="indefinite"/>
                      </p:stCondLst>
                      <p:childTnLst>
                        <p:par>
                          <p:cTn id="138" fill="hold">
                            <p:stCondLst>
                              <p:cond delay="0"/>
                            </p:stCondLst>
                            <p:childTnLst>
                              <p:par>
                                <p:cTn id="139" presetID="42" presetClass="entr" presetSubtype="0" fill="hold" nodeType="clickEffect">
                                  <p:stCondLst>
                                    <p:cond delay="0"/>
                                  </p:stCondLst>
                                  <p:childTnLst>
                                    <p:set>
                                      <p:cBhvr>
                                        <p:cTn id="140" dur="1" fill="hold">
                                          <p:stCondLst>
                                            <p:cond delay="0"/>
                                          </p:stCondLst>
                                        </p:cTn>
                                        <p:tgtEl>
                                          <p:spTgt spid="62"/>
                                        </p:tgtEl>
                                        <p:attrNameLst>
                                          <p:attrName>style.visibility</p:attrName>
                                        </p:attrNameLst>
                                      </p:cBhvr>
                                      <p:to>
                                        <p:strVal val="visible"/>
                                      </p:to>
                                    </p:set>
                                    <p:animEffect transition="in" filter="fade">
                                      <p:cBhvr>
                                        <p:cTn id="141" dur="1000"/>
                                        <p:tgtEl>
                                          <p:spTgt spid="62"/>
                                        </p:tgtEl>
                                      </p:cBhvr>
                                    </p:animEffect>
                                    <p:anim calcmode="lin" valueType="num">
                                      <p:cBhvr>
                                        <p:cTn id="142" dur="1000" fill="hold"/>
                                        <p:tgtEl>
                                          <p:spTgt spid="62"/>
                                        </p:tgtEl>
                                        <p:attrNameLst>
                                          <p:attrName>ppt_x</p:attrName>
                                        </p:attrNameLst>
                                      </p:cBhvr>
                                      <p:tavLst>
                                        <p:tav tm="0">
                                          <p:val>
                                            <p:strVal val="#ppt_x"/>
                                          </p:val>
                                        </p:tav>
                                        <p:tav tm="100000">
                                          <p:val>
                                            <p:strVal val="#ppt_x"/>
                                          </p:val>
                                        </p:tav>
                                      </p:tavLst>
                                    </p:anim>
                                    <p:anim calcmode="lin" valueType="num">
                                      <p:cBhvr>
                                        <p:cTn id="143" dur="1000" fill="hold"/>
                                        <p:tgtEl>
                                          <p:spTgt spid="62"/>
                                        </p:tgtEl>
                                        <p:attrNameLst>
                                          <p:attrName>ppt_y</p:attrName>
                                        </p:attrNameLst>
                                      </p:cBhvr>
                                      <p:tavLst>
                                        <p:tav tm="0">
                                          <p:val>
                                            <p:strVal val="#ppt_y+.1"/>
                                          </p:val>
                                        </p:tav>
                                        <p:tav tm="100000">
                                          <p:val>
                                            <p:strVal val="#ppt_y"/>
                                          </p:val>
                                        </p:tav>
                                      </p:tavLst>
                                    </p:anim>
                                  </p:childTnLst>
                                </p:cTn>
                              </p:par>
                            </p:childTnLst>
                          </p:cTn>
                        </p:par>
                      </p:childTnLst>
                    </p:cTn>
                  </p:par>
                  <p:par>
                    <p:cTn id="144" fill="hold">
                      <p:stCondLst>
                        <p:cond delay="indefinite"/>
                      </p:stCondLst>
                      <p:childTnLst>
                        <p:par>
                          <p:cTn id="145" fill="hold">
                            <p:stCondLst>
                              <p:cond delay="0"/>
                            </p:stCondLst>
                            <p:childTnLst>
                              <p:par>
                                <p:cTn id="146" presetID="42" presetClass="entr" presetSubtype="0" fill="hold" nodeType="clickEffect">
                                  <p:stCondLst>
                                    <p:cond delay="0"/>
                                  </p:stCondLst>
                                  <p:childTnLst>
                                    <p:set>
                                      <p:cBhvr>
                                        <p:cTn id="147" dur="1" fill="hold">
                                          <p:stCondLst>
                                            <p:cond delay="0"/>
                                          </p:stCondLst>
                                        </p:cTn>
                                        <p:tgtEl>
                                          <p:spTgt spid="65"/>
                                        </p:tgtEl>
                                        <p:attrNameLst>
                                          <p:attrName>style.visibility</p:attrName>
                                        </p:attrNameLst>
                                      </p:cBhvr>
                                      <p:to>
                                        <p:strVal val="visible"/>
                                      </p:to>
                                    </p:set>
                                    <p:animEffect transition="in" filter="fade">
                                      <p:cBhvr>
                                        <p:cTn id="148" dur="1000"/>
                                        <p:tgtEl>
                                          <p:spTgt spid="65"/>
                                        </p:tgtEl>
                                      </p:cBhvr>
                                    </p:animEffect>
                                    <p:anim calcmode="lin" valueType="num">
                                      <p:cBhvr>
                                        <p:cTn id="149" dur="1000" fill="hold"/>
                                        <p:tgtEl>
                                          <p:spTgt spid="65"/>
                                        </p:tgtEl>
                                        <p:attrNameLst>
                                          <p:attrName>ppt_x</p:attrName>
                                        </p:attrNameLst>
                                      </p:cBhvr>
                                      <p:tavLst>
                                        <p:tav tm="0">
                                          <p:val>
                                            <p:strVal val="#ppt_x"/>
                                          </p:val>
                                        </p:tav>
                                        <p:tav tm="100000">
                                          <p:val>
                                            <p:strVal val="#ppt_x"/>
                                          </p:val>
                                        </p:tav>
                                      </p:tavLst>
                                    </p:anim>
                                    <p:anim calcmode="lin" valueType="num">
                                      <p:cBhvr>
                                        <p:cTn id="150" dur="1000" fill="hold"/>
                                        <p:tgtEl>
                                          <p:spTgt spid="65"/>
                                        </p:tgtEl>
                                        <p:attrNameLst>
                                          <p:attrName>ppt_y</p:attrName>
                                        </p:attrNameLst>
                                      </p:cBhvr>
                                      <p:tavLst>
                                        <p:tav tm="0">
                                          <p:val>
                                            <p:strVal val="#ppt_y+.1"/>
                                          </p:val>
                                        </p:tav>
                                        <p:tav tm="100000">
                                          <p:val>
                                            <p:strVal val="#ppt_y"/>
                                          </p:val>
                                        </p:tav>
                                      </p:tavLst>
                                    </p:anim>
                                  </p:childTnLst>
                                </p:cTn>
                              </p:par>
                            </p:childTnLst>
                          </p:cTn>
                        </p:par>
                      </p:childTnLst>
                    </p:cTn>
                  </p:par>
                  <p:par>
                    <p:cTn id="151" fill="hold">
                      <p:stCondLst>
                        <p:cond delay="indefinite"/>
                      </p:stCondLst>
                      <p:childTnLst>
                        <p:par>
                          <p:cTn id="152" fill="hold">
                            <p:stCondLst>
                              <p:cond delay="0"/>
                            </p:stCondLst>
                            <p:childTnLst>
                              <p:par>
                                <p:cTn id="153" presetID="42" presetClass="entr" presetSubtype="0" fill="hold" grpId="0" nodeType="clickEffect">
                                  <p:stCondLst>
                                    <p:cond delay="0"/>
                                  </p:stCondLst>
                                  <p:childTnLst>
                                    <p:set>
                                      <p:cBhvr>
                                        <p:cTn id="154" dur="1" fill="hold">
                                          <p:stCondLst>
                                            <p:cond delay="0"/>
                                          </p:stCondLst>
                                        </p:cTn>
                                        <p:tgtEl>
                                          <p:spTgt spid="66"/>
                                        </p:tgtEl>
                                        <p:attrNameLst>
                                          <p:attrName>style.visibility</p:attrName>
                                        </p:attrNameLst>
                                      </p:cBhvr>
                                      <p:to>
                                        <p:strVal val="visible"/>
                                      </p:to>
                                    </p:set>
                                    <p:animEffect transition="in" filter="fade">
                                      <p:cBhvr>
                                        <p:cTn id="155" dur="1000"/>
                                        <p:tgtEl>
                                          <p:spTgt spid="66"/>
                                        </p:tgtEl>
                                      </p:cBhvr>
                                    </p:animEffect>
                                    <p:anim calcmode="lin" valueType="num">
                                      <p:cBhvr>
                                        <p:cTn id="156" dur="1000" fill="hold"/>
                                        <p:tgtEl>
                                          <p:spTgt spid="66"/>
                                        </p:tgtEl>
                                        <p:attrNameLst>
                                          <p:attrName>ppt_x</p:attrName>
                                        </p:attrNameLst>
                                      </p:cBhvr>
                                      <p:tavLst>
                                        <p:tav tm="0">
                                          <p:val>
                                            <p:strVal val="#ppt_x"/>
                                          </p:val>
                                        </p:tav>
                                        <p:tav tm="100000">
                                          <p:val>
                                            <p:strVal val="#ppt_x"/>
                                          </p:val>
                                        </p:tav>
                                      </p:tavLst>
                                    </p:anim>
                                    <p:anim calcmode="lin" valueType="num">
                                      <p:cBhvr>
                                        <p:cTn id="157" dur="1000" fill="hold"/>
                                        <p:tgtEl>
                                          <p:spTgt spid="66"/>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4" grpId="0"/>
      <p:bldP spid="44" grpId="0"/>
      <p:bldP spid="47" grpId="0" animBg="1"/>
      <p:bldP spid="48" grpId="0"/>
      <p:bldP spid="49" grpId="0"/>
      <p:bldP spid="50" grpId="0"/>
      <p:bldP spid="52" grpId="0"/>
      <p:bldP spid="54" grpId="0"/>
      <p:bldP spid="55" grpId="0"/>
      <p:bldP spid="57" grpId="0"/>
      <p:bldP spid="59" grpId="0"/>
      <p:bldP spid="66" grpId="0" animBg="1"/>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7CC58C1-ADFD-2ADF-A327-618F907EEEF3}"/>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6FD387D3-E10E-22DD-AF3A-FA096EE1998D}"/>
              </a:ext>
            </a:extLst>
          </p:cNvPr>
          <p:cNvSpPr txBox="1"/>
          <p:nvPr/>
        </p:nvSpPr>
        <p:spPr>
          <a:xfrm>
            <a:off x="164113" y="158281"/>
            <a:ext cx="11863773" cy="923330"/>
          </a:xfrm>
          <a:prstGeom prst="rect">
            <a:avLst/>
          </a:prstGeom>
          <a:noFill/>
        </p:spPr>
        <p:txBody>
          <a:bodyPr wrap="square" rtlCol="0">
            <a:spAutoFit/>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kumimoji="0" lang="en-US" sz="1800" b="1" i="1" u="none" strike="noStrike" kern="1200" cap="none" spc="0" normalizeH="0" baseline="0" noProof="0">
                <a:ln>
                  <a:noFill/>
                </a:ln>
                <a:solidFill>
                  <a:srgbClr val="FF0000"/>
                </a:solidFill>
                <a:effectLst/>
                <a:uLnTx/>
                <a:uFillTx/>
                <a:latin typeface="Calibri" panose="020F0502020204030204"/>
                <a:ea typeface="+mn-ea"/>
                <a:cs typeface="+mn-cs"/>
              </a:rPr>
              <a:t>Bài tập 5.8. (Bài 8c trang </a:t>
            </a:r>
            <a:r>
              <a:rPr lang="en-US" b="1" i="1">
                <a:solidFill>
                  <a:srgbClr val="FF0000"/>
                </a:solidFill>
                <a:latin typeface="Calibri" panose="020F0502020204030204"/>
              </a:rPr>
              <a:t>4). </a:t>
            </a:r>
            <a:r>
              <a:rPr kumimoji="0" lang="en-US" sz="1800" b="0" i="0" u="none" strike="noStrike" kern="1200" cap="none" spc="0" normalizeH="0" baseline="0" noProof="0">
                <a:ln>
                  <a:noFill/>
                </a:ln>
                <a:solidFill>
                  <a:prstClr val="black"/>
                </a:solidFill>
                <a:effectLst/>
                <a:uLnTx/>
                <a:uFillTx/>
                <a:latin typeface="Calibri" panose="020F0502020204030204"/>
                <a:ea typeface="+mn-ea"/>
                <a:cs typeface="+mn-cs"/>
                <a:sym typeface="Symbol" panose="05050102010706020507" pitchFamily="18" charset="2"/>
              </a:rPr>
              <a:t>Cho một cách tử phẳng có chu kỳ cách tử d = 2 m. Ngay sau cách tử đặt một thấu kính hội tụ, trên màn quan sát tại mặt phẳng tiêu của thấu kính người ta quan sát thấy khoảng cách giữa hai quang phổ bậc nhất ứng với bước sóng </a:t>
            </a:r>
            <a:r>
              <a:rPr kumimoji="0" lang="en-US" sz="1800" b="0" i="0" u="none" strike="noStrike" kern="1200" cap="none" spc="0" normalizeH="0" baseline="-25000" noProof="0">
                <a:ln>
                  <a:noFill/>
                </a:ln>
                <a:solidFill>
                  <a:prstClr val="black"/>
                </a:solidFill>
                <a:effectLst/>
                <a:uLnTx/>
                <a:uFillTx/>
                <a:latin typeface="Calibri" panose="020F0502020204030204"/>
                <a:ea typeface="+mn-ea"/>
                <a:cs typeface="+mn-cs"/>
                <a:sym typeface="Symbol" panose="05050102010706020507" pitchFamily="18" charset="2"/>
              </a:rPr>
              <a:t>1</a:t>
            </a:r>
            <a:r>
              <a:rPr kumimoji="0" lang="en-US" sz="1800" b="0" i="0" u="none" strike="noStrike" kern="1200" cap="none" spc="0" normalizeH="0" noProof="0">
                <a:ln>
                  <a:noFill/>
                </a:ln>
                <a:solidFill>
                  <a:prstClr val="black"/>
                </a:solidFill>
                <a:effectLst/>
                <a:uLnTx/>
                <a:uFillTx/>
                <a:latin typeface="Calibri" panose="020F0502020204030204"/>
                <a:ea typeface="+mn-ea"/>
                <a:cs typeface="+mn-cs"/>
                <a:sym typeface="Symbol" panose="05050102010706020507" pitchFamily="18" charset="2"/>
              </a:rPr>
              <a:t> = 0,4044 m và</a:t>
            </a:r>
            <a:r>
              <a:rPr kumimoji="0" lang="en-US" sz="1800" b="0" i="0" u="none" strike="noStrike" kern="1200" cap="none" spc="0" normalizeH="0" baseline="0" noProof="0">
                <a:ln>
                  <a:noFill/>
                </a:ln>
                <a:solidFill>
                  <a:prstClr val="black"/>
                </a:solidFill>
                <a:effectLst/>
                <a:uLnTx/>
                <a:uFillTx/>
                <a:latin typeface="Calibri" panose="020F0502020204030204"/>
                <a:ea typeface="+mn-ea"/>
                <a:cs typeface="+mn-cs"/>
                <a:sym typeface="Symbol" panose="05050102010706020507" pitchFamily="18" charset="2"/>
              </a:rPr>
              <a:t> </a:t>
            </a:r>
            <a:r>
              <a:rPr kumimoji="0" lang="en-US" sz="1800" b="0" i="0" u="none" strike="noStrike" kern="1200" cap="none" spc="0" normalizeH="0" baseline="-25000" noProof="0">
                <a:ln>
                  <a:noFill/>
                </a:ln>
                <a:solidFill>
                  <a:prstClr val="black"/>
                </a:solidFill>
                <a:effectLst/>
                <a:uLnTx/>
                <a:uFillTx/>
                <a:latin typeface="Calibri" panose="020F0502020204030204"/>
                <a:ea typeface="+mn-ea"/>
                <a:cs typeface="+mn-cs"/>
                <a:sym typeface="Symbol" panose="05050102010706020507" pitchFamily="18" charset="2"/>
              </a:rPr>
              <a:t>2</a:t>
            </a:r>
            <a:r>
              <a:rPr kumimoji="0" lang="en-US" sz="1800" b="0" i="0" u="none" strike="noStrike" kern="1200" cap="none" spc="0" normalizeH="0" noProof="0">
                <a:ln>
                  <a:noFill/>
                </a:ln>
                <a:solidFill>
                  <a:prstClr val="black"/>
                </a:solidFill>
                <a:effectLst/>
                <a:uLnTx/>
                <a:uFillTx/>
                <a:latin typeface="Calibri" panose="020F0502020204030204"/>
                <a:ea typeface="+mn-ea"/>
                <a:cs typeface="+mn-cs"/>
                <a:sym typeface="Symbol" panose="05050102010706020507" pitchFamily="18" charset="2"/>
              </a:rPr>
              <a:t> = 0,4047 m bằng 0,1 mm. Xác định tiêu cự của thấu kính. </a:t>
            </a:r>
            <a:endParaRPr lang="en-US" baseline="0">
              <a:solidFill>
                <a:prstClr val="black"/>
              </a:solidFill>
              <a:latin typeface="Calibri" panose="020F0502020204030204"/>
              <a:sym typeface="Symbol" panose="05050102010706020507" pitchFamily="18" charset="2"/>
            </a:endParaRPr>
          </a:p>
        </p:txBody>
      </p:sp>
      <p:sp>
        <p:nvSpPr>
          <p:cNvPr id="3" name="TextBox 2">
            <a:extLst>
              <a:ext uri="{FF2B5EF4-FFF2-40B4-BE49-F238E27FC236}">
                <a16:creationId xmlns:a16="http://schemas.microsoft.com/office/drawing/2014/main" id="{BA4F12F6-EDDD-BB63-A03A-647B4D2E4A92}"/>
              </a:ext>
            </a:extLst>
          </p:cNvPr>
          <p:cNvSpPr txBox="1"/>
          <p:nvPr/>
        </p:nvSpPr>
        <p:spPr>
          <a:xfrm>
            <a:off x="5285405" y="1081611"/>
            <a:ext cx="1510670"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a:ln>
                  <a:noFill/>
                </a:ln>
                <a:solidFill>
                  <a:srgbClr val="FF0000"/>
                </a:solidFill>
                <a:effectLst/>
                <a:uLnTx/>
                <a:uFillTx/>
                <a:latin typeface="Calibri" panose="020F0502020204030204"/>
                <a:ea typeface="+mn-ea"/>
                <a:cs typeface="+mn-cs"/>
              </a:rPr>
              <a:t>LỜI GIẢI</a:t>
            </a:r>
          </a:p>
        </p:txBody>
      </p:sp>
      <p:sp>
        <p:nvSpPr>
          <p:cNvPr id="4" name="TextBox 3">
            <a:extLst>
              <a:ext uri="{FF2B5EF4-FFF2-40B4-BE49-F238E27FC236}">
                <a16:creationId xmlns:a16="http://schemas.microsoft.com/office/drawing/2014/main" id="{59A1B0FC-0F10-3613-2FC9-FFD8F186A305}"/>
              </a:ext>
            </a:extLst>
          </p:cNvPr>
          <p:cNvSpPr txBox="1"/>
          <p:nvPr/>
        </p:nvSpPr>
        <p:spPr>
          <a:xfrm>
            <a:off x="115624" y="1426559"/>
            <a:ext cx="6676329" cy="646331"/>
          </a:xfrm>
          <a:prstGeom prst="rect">
            <a:avLst/>
          </a:prstGeom>
          <a:noFill/>
        </p:spPr>
        <p:txBody>
          <a:bodyPr wrap="square">
            <a:spAutoFit/>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prstClr val="black"/>
                </a:solidFill>
                <a:effectLst/>
                <a:uLnTx/>
                <a:uFillTx/>
                <a:latin typeface="Calibri" panose="020F0502020204030204"/>
                <a:ea typeface="+mn-ea"/>
                <a:cs typeface="+mn-cs"/>
              </a:rPr>
              <a:t>Tiêu</a:t>
            </a:r>
            <a:r>
              <a:rPr kumimoji="0" lang="en-US" sz="1800" b="0" i="0" u="none" strike="noStrike" kern="1200" cap="none" spc="0" normalizeH="0" noProof="0">
                <a:ln>
                  <a:noFill/>
                </a:ln>
                <a:solidFill>
                  <a:prstClr val="black"/>
                </a:solidFill>
                <a:effectLst/>
                <a:uLnTx/>
                <a:uFillTx/>
                <a:latin typeface="Calibri" panose="020F0502020204030204"/>
                <a:ea typeface="+mn-ea"/>
                <a:cs typeface="+mn-cs"/>
              </a:rPr>
              <a:t> cự của thấu kính là khoảng cách D từ mặt phẳng cách tử đến màn quan sát. </a:t>
            </a: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nvGrpSpPr>
          <p:cNvPr id="6" name="Group 5">
            <a:extLst>
              <a:ext uri="{FF2B5EF4-FFF2-40B4-BE49-F238E27FC236}">
                <a16:creationId xmlns:a16="http://schemas.microsoft.com/office/drawing/2014/main" id="{47B59D98-1410-8F27-56EB-C59BE8484D1E}"/>
              </a:ext>
            </a:extLst>
          </p:cNvPr>
          <p:cNvGrpSpPr/>
          <p:nvPr/>
        </p:nvGrpSpPr>
        <p:grpSpPr>
          <a:xfrm>
            <a:off x="8702616" y="1548384"/>
            <a:ext cx="3403602" cy="4690043"/>
            <a:chOff x="9397560" y="1450848"/>
            <a:chExt cx="3403602" cy="4690043"/>
          </a:xfrm>
        </p:grpSpPr>
        <p:pic>
          <p:nvPicPr>
            <p:cNvPr id="7" name="Picture 6">
              <a:extLst>
                <a:ext uri="{FF2B5EF4-FFF2-40B4-BE49-F238E27FC236}">
                  <a16:creationId xmlns:a16="http://schemas.microsoft.com/office/drawing/2014/main" id="{EA203E0A-98C6-2AE2-FBF2-BEE6C53363EA}"/>
                </a:ext>
              </a:extLst>
            </p:cNvPr>
            <p:cNvPicPr>
              <a:picLocks noChangeAspect="1"/>
            </p:cNvPicPr>
            <p:nvPr/>
          </p:nvPicPr>
          <p:blipFill>
            <a:blip r:embed="rId2"/>
            <a:stretch>
              <a:fillRect/>
            </a:stretch>
          </p:blipFill>
          <p:spPr>
            <a:xfrm rot="5400000">
              <a:off x="9179538" y="1875202"/>
              <a:ext cx="3987245" cy="3256002"/>
            </a:xfrm>
            <a:prstGeom prst="rect">
              <a:avLst/>
            </a:prstGeom>
          </p:spPr>
        </p:pic>
        <p:cxnSp>
          <p:nvCxnSpPr>
            <p:cNvPr id="8" name="Straight Connector 7">
              <a:extLst>
                <a:ext uri="{FF2B5EF4-FFF2-40B4-BE49-F238E27FC236}">
                  <a16:creationId xmlns:a16="http://schemas.microsoft.com/office/drawing/2014/main" id="{0985F733-7ED1-A6A3-7D3A-5215E4A9B09D}"/>
                </a:ext>
              </a:extLst>
            </p:cNvPr>
            <p:cNvCxnSpPr/>
            <p:nvPr/>
          </p:nvCxnSpPr>
          <p:spPr>
            <a:xfrm>
              <a:off x="10021824" y="1450848"/>
              <a:ext cx="0" cy="4059936"/>
            </a:xfrm>
            <a:prstGeom prst="line">
              <a:avLst/>
            </a:prstGeom>
            <a:ln w="76200"/>
          </p:spPr>
          <p:style>
            <a:lnRef idx="1">
              <a:schemeClr val="accent1"/>
            </a:lnRef>
            <a:fillRef idx="0">
              <a:schemeClr val="accent1"/>
            </a:fillRef>
            <a:effectRef idx="0">
              <a:schemeClr val="accent1"/>
            </a:effectRef>
            <a:fontRef idx="minor">
              <a:schemeClr val="tx1"/>
            </a:fontRef>
          </p:style>
        </p:cxnSp>
        <p:sp>
          <p:nvSpPr>
            <p:cNvPr id="9" name="TextBox 8">
              <a:extLst>
                <a:ext uri="{FF2B5EF4-FFF2-40B4-BE49-F238E27FC236}">
                  <a16:creationId xmlns:a16="http://schemas.microsoft.com/office/drawing/2014/main" id="{BA2CD41B-820E-0C0A-19CB-EE13BFB21010}"/>
                </a:ext>
              </a:extLst>
            </p:cNvPr>
            <p:cNvSpPr txBox="1"/>
            <p:nvPr/>
          </p:nvSpPr>
          <p:spPr>
            <a:xfrm>
              <a:off x="9397560" y="5494560"/>
              <a:ext cx="1248528" cy="646331"/>
            </a:xfrm>
            <a:prstGeom prst="rect">
              <a:avLst/>
            </a:prstGeom>
            <a:noFill/>
          </p:spPr>
          <p:txBody>
            <a:bodyPr wrap="square" rtlCol="0">
              <a:spAutoFit/>
            </a:bodyPr>
            <a:lstStyle/>
            <a:p>
              <a:pPr algn="ctr"/>
              <a:r>
                <a:rPr lang="en-US"/>
                <a:t>Màn quan sát Q</a:t>
              </a:r>
            </a:p>
          </p:txBody>
        </p:sp>
      </p:grpSp>
      <p:grpSp>
        <p:nvGrpSpPr>
          <p:cNvPr id="10" name="Group 9">
            <a:extLst>
              <a:ext uri="{FF2B5EF4-FFF2-40B4-BE49-F238E27FC236}">
                <a16:creationId xmlns:a16="http://schemas.microsoft.com/office/drawing/2014/main" id="{8DDCEE5D-1F75-1252-0F40-B4C998CC0276}"/>
              </a:ext>
            </a:extLst>
          </p:cNvPr>
          <p:cNvGrpSpPr/>
          <p:nvPr/>
        </p:nvGrpSpPr>
        <p:grpSpPr>
          <a:xfrm>
            <a:off x="6791953" y="1448967"/>
            <a:ext cx="1381956" cy="4629677"/>
            <a:chOff x="7428892" y="1986702"/>
            <a:chExt cx="1381956" cy="4629677"/>
          </a:xfrm>
        </p:grpSpPr>
        <p:sp>
          <p:nvSpPr>
            <p:cNvPr id="11" name="Rectangle 10">
              <a:extLst>
                <a:ext uri="{FF2B5EF4-FFF2-40B4-BE49-F238E27FC236}">
                  <a16:creationId xmlns:a16="http://schemas.microsoft.com/office/drawing/2014/main" id="{5B57D7BD-770F-7DA8-D2DB-26C09F77B429}"/>
                </a:ext>
              </a:extLst>
            </p:cNvPr>
            <p:cNvSpPr/>
            <p:nvPr/>
          </p:nvSpPr>
          <p:spPr>
            <a:xfrm>
              <a:off x="7752518" y="1986702"/>
              <a:ext cx="90823" cy="1820754"/>
            </a:xfrm>
            <a:prstGeom prst="rect">
              <a:avLst/>
            </a:prstGeom>
            <a:solidFill>
              <a:schemeClr val="accent6">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88D8F671-11C6-C3F8-9B03-E32CC51F9A83}"/>
                </a:ext>
              </a:extLst>
            </p:cNvPr>
            <p:cNvSpPr/>
            <p:nvPr/>
          </p:nvSpPr>
          <p:spPr>
            <a:xfrm>
              <a:off x="7777846" y="4166257"/>
              <a:ext cx="90823" cy="1820754"/>
            </a:xfrm>
            <a:prstGeom prst="rect">
              <a:avLst/>
            </a:prstGeom>
            <a:solidFill>
              <a:schemeClr val="accent6">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TextBox 12">
              <a:extLst>
                <a:ext uri="{FF2B5EF4-FFF2-40B4-BE49-F238E27FC236}">
                  <a16:creationId xmlns:a16="http://schemas.microsoft.com/office/drawing/2014/main" id="{60332565-51A6-9A43-1B4A-176C81FC39F6}"/>
                </a:ext>
              </a:extLst>
            </p:cNvPr>
            <p:cNvSpPr txBox="1"/>
            <p:nvPr/>
          </p:nvSpPr>
          <p:spPr>
            <a:xfrm>
              <a:off x="7428892" y="5970048"/>
              <a:ext cx="1381956" cy="646331"/>
            </a:xfrm>
            <a:prstGeom prst="rect">
              <a:avLst/>
            </a:prstGeom>
            <a:noFill/>
          </p:spPr>
          <p:txBody>
            <a:bodyPr wrap="square" rtlCol="0">
              <a:spAutoFit/>
            </a:bodyPr>
            <a:lstStyle/>
            <a:p>
              <a:r>
                <a:rPr lang="en-US"/>
                <a:t>Màn chắn P</a:t>
              </a:r>
            </a:p>
            <a:p>
              <a:r>
                <a:rPr lang="en-US"/>
                <a:t>chứa khe b</a:t>
              </a:r>
            </a:p>
          </p:txBody>
        </p:sp>
      </p:grpSp>
      <p:cxnSp>
        <p:nvCxnSpPr>
          <p:cNvPr id="14" name="Straight Connector 13">
            <a:extLst>
              <a:ext uri="{FF2B5EF4-FFF2-40B4-BE49-F238E27FC236}">
                <a16:creationId xmlns:a16="http://schemas.microsoft.com/office/drawing/2014/main" id="{D9BEB349-0A8B-6798-54D5-0061EBFC15DB}"/>
              </a:ext>
            </a:extLst>
          </p:cNvPr>
          <p:cNvCxnSpPr/>
          <p:nvPr/>
        </p:nvCxnSpPr>
        <p:spPr>
          <a:xfrm>
            <a:off x="7186318" y="3480816"/>
            <a:ext cx="2140562"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C73E7B41-472C-747C-BBB9-6988BE924730}"/>
              </a:ext>
            </a:extLst>
          </p:cNvPr>
          <p:cNvCxnSpPr>
            <a:cxnSpLocks/>
          </p:cNvCxnSpPr>
          <p:nvPr/>
        </p:nvCxnSpPr>
        <p:spPr>
          <a:xfrm flipV="1">
            <a:off x="7160990" y="3008000"/>
            <a:ext cx="2165890" cy="472816"/>
          </a:xfrm>
          <a:prstGeom prst="line">
            <a:avLst/>
          </a:prstGeom>
        </p:spPr>
        <p:style>
          <a:lnRef idx="1">
            <a:schemeClr val="accent1"/>
          </a:lnRef>
          <a:fillRef idx="0">
            <a:schemeClr val="accent1"/>
          </a:fillRef>
          <a:effectRef idx="0">
            <a:schemeClr val="accent1"/>
          </a:effectRef>
          <a:fontRef idx="minor">
            <a:schemeClr val="tx1"/>
          </a:fontRef>
        </p:style>
      </p:cxnSp>
      <p:sp>
        <p:nvSpPr>
          <p:cNvPr id="16" name="Arc 15">
            <a:extLst>
              <a:ext uri="{FF2B5EF4-FFF2-40B4-BE49-F238E27FC236}">
                <a16:creationId xmlns:a16="http://schemas.microsoft.com/office/drawing/2014/main" id="{84C167D4-5AD8-23A9-4697-D919A7144DA1}"/>
              </a:ext>
            </a:extLst>
          </p:cNvPr>
          <p:cNvSpPr/>
          <p:nvPr/>
        </p:nvSpPr>
        <p:spPr>
          <a:xfrm>
            <a:off x="7580096" y="3015234"/>
            <a:ext cx="914400" cy="914400"/>
          </a:xfrm>
          <a:prstGeom prst="arc">
            <a:avLst>
              <a:gd name="adj1" fmla="val 19502814"/>
              <a:gd name="adj2" fmla="val 0"/>
            </a:avLst>
          </a:prstGeom>
          <a:ln>
            <a:solidFill>
              <a:srgbClr val="FF000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7" name="TextBox 16">
            <a:extLst>
              <a:ext uri="{FF2B5EF4-FFF2-40B4-BE49-F238E27FC236}">
                <a16:creationId xmlns:a16="http://schemas.microsoft.com/office/drawing/2014/main" id="{C9AC2398-BD55-FFDF-7B6B-04F058564D78}"/>
              </a:ext>
            </a:extLst>
          </p:cNvPr>
          <p:cNvSpPr txBox="1"/>
          <p:nvPr/>
        </p:nvSpPr>
        <p:spPr>
          <a:xfrm>
            <a:off x="8510988" y="3068368"/>
            <a:ext cx="370081" cy="461665"/>
          </a:xfrm>
          <a:prstGeom prst="rect">
            <a:avLst/>
          </a:prstGeom>
          <a:noFill/>
        </p:spPr>
        <p:txBody>
          <a:bodyPr wrap="square" rtlCol="0">
            <a:spAutoFit/>
          </a:bodyPr>
          <a:lstStyle/>
          <a:p>
            <a:r>
              <a:rPr lang="en-US" sz="2400">
                <a:solidFill>
                  <a:srgbClr val="FF0000"/>
                </a:solidFill>
                <a:sym typeface="Symbol" panose="05050102010706020507" pitchFamily="18" charset="2"/>
              </a:rPr>
              <a:t></a:t>
            </a:r>
            <a:endParaRPr lang="en-US" sz="2400">
              <a:solidFill>
                <a:srgbClr val="FF0000"/>
              </a:solidFill>
            </a:endParaRPr>
          </a:p>
        </p:txBody>
      </p:sp>
      <p:cxnSp>
        <p:nvCxnSpPr>
          <p:cNvPr id="18" name="Straight Connector 17">
            <a:extLst>
              <a:ext uri="{FF2B5EF4-FFF2-40B4-BE49-F238E27FC236}">
                <a16:creationId xmlns:a16="http://schemas.microsoft.com/office/drawing/2014/main" id="{522A80C3-497E-20F5-8402-A69F39FB99F4}"/>
              </a:ext>
            </a:extLst>
          </p:cNvPr>
          <p:cNvCxnSpPr/>
          <p:nvPr/>
        </p:nvCxnSpPr>
        <p:spPr>
          <a:xfrm>
            <a:off x="7231730" y="5064394"/>
            <a:ext cx="2095150" cy="0"/>
          </a:xfrm>
          <a:prstGeom prst="line">
            <a:avLst/>
          </a:prstGeom>
          <a:ln>
            <a:solidFill>
              <a:srgbClr val="FF0000"/>
            </a:solidFill>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19" name="TextBox 18">
            <a:extLst>
              <a:ext uri="{FF2B5EF4-FFF2-40B4-BE49-F238E27FC236}">
                <a16:creationId xmlns:a16="http://schemas.microsoft.com/office/drawing/2014/main" id="{2F9454E5-2FFE-39D1-EA00-E57BBD5EE972}"/>
              </a:ext>
            </a:extLst>
          </p:cNvPr>
          <p:cNvSpPr txBox="1"/>
          <p:nvPr/>
        </p:nvSpPr>
        <p:spPr>
          <a:xfrm>
            <a:off x="7988868" y="4550156"/>
            <a:ext cx="370081" cy="461665"/>
          </a:xfrm>
          <a:prstGeom prst="rect">
            <a:avLst/>
          </a:prstGeom>
          <a:noFill/>
        </p:spPr>
        <p:txBody>
          <a:bodyPr wrap="square" rtlCol="0">
            <a:spAutoFit/>
          </a:bodyPr>
          <a:lstStyle/>
          <a:p>
            <a:r>
              <a:rPr lang="en-US" sz="2400" i="1">
                <a:solidFill>
                  <a:srgbClr val="FF0000"/>
                </a:solidFill>
                <a:sym typeface="Symbol" panose="05050102010706020507" pitchFamily="18" charset="2"/>
              </a:rPr>
              <a:t>D</a:t>
            </a:r>
            <a:endParaRPr lang="en-US" sz="2400" i="1">
              <a:solidFill>
                <a:srgbClr val="FF0000"/>
              </a:solidFill>
            </a:endParaRPr>
          </a:p>
        </p:txBody>
      </p:sp>
      <p:sp>
        <p:nvSpPr>
          <p:cNvPr id="20" name="TextBox 19">
            <a:extLst>
              <a:ext uri="{FF2B5EF4-FFF2-40B4-BE49-F238E27FC236}">
                <a16:creationId xmlns:a16="http://schemas.microsoft.com/office/drawing/2014/main" id="{BA04B76A-E7DD-4577-A048-8FE48CDEC37F}"/>
              </a:ext>
            </a:extLst>
          </p:cNvPr>
          <p:cNvSpPr txBox="1"/>
          <p:nvPr/>
        </p:nvSpPr>
        <p:spPr>
          <a:xfrm>
            <a:off x="9372291" y="2774444"/>
            <a:ext cx="1362774" cy="369332"/>
          </a:xfrm>
          <a:prstGeom prst="rect">
            <a:avLst/>
          </a:prstGeom>
          <a:noFill/>
        </p:spPr>
        <p:txBody>
          <a:bodyPr wrap="square" rtlCol="0">
            <a:spAutoFit/>
          </a:bodyPr>
          <a:lstStyle/>
          <a:p>
            <a:r>
              <a:rPr lang="en-US" b="1" i="1">
                <a:solidFill>
                  <a:srgbClr val="FF0000"/>
                </a:solidFill>
                <a:latin typeface="Times New Roman" panose="02020603050405020304" pitchFamily="18" charset="0"/>
                <a:cs typeface="Times New Roman" panose="02020603050405020304" pitchFamily="18" charset="0"/>
              </a:rPr>
              <a:t>I</a:t>
            </a:r>
          </a:p>
        </p:txBody>
      </p:sp>
      <p:sp>
        <p:nvSpPr>
          <p:cNvPr id="21" name="TextBox 20">
            <a:extLst>
              <a:ext uri="{FF2B5EF4-FFF2-40B4-BE49-F238E27FC236}">
                <a16:creationId xmlns:a16="http://schemas.microsoft.com/office/drawing/2014/main" id="{4B0DB72F-611B-3C42-D969-007D3A4FC08B}"/>
              </a:ext>
            </a:extLst>
          </p:cNvPr>
          <p:cNvSpPr txBox="1"/>
          <p:nvPr/>
        </p:nvSpPr>
        <p:spPr>
          <a:xfrm>
            <a:off x="127118" y="2102799"/>
            <a:ext cx="6676329" cy="369332"/>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prstClr val="black"/>
                </a:solidFill>
                <a:effectLst/>
                <a:uLnTx/>
                <a:uFillTx/>
                <a:latin typeface="Calibri" panose="020F0502020204030204"/>
                <a:ea typeface="+mn-ea"/>
                <a:cs typeface="+mn-cs"/>
              </a:rPr>
              <a:t>+ Vị</a:t>
            </a:r>
            <a:r>
              <a:rPr kumimoji="0" lang="en-US" sz="1800" b="0" i="0" u="none" strike="noStrike" kern="1200" cap="none" spc="0" normalizeH="0" noProof="0">
                <a:ln>
                  <a:noFill/>
                </a:ln>
                <a:solidFill>
                  <a:prstClr val="black"/>
                </a:solidFill>
                <a:effectLst/>
                <a:uLnTx/>
                <a:uFillTx/>
                <a:latin typeface="Calibri" panose="020F0502020204030204"/>
                <a:ea typeface="+mn-ea"/>
                <a:cs typeface="+mn-cs"/>
              </a:rPr>
              <a:t> trí của hai quang phổ bậc nhất của hai bước sóng đã cho là:</a:t>
            </a: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aphicFrame>
        <p:nvGraphicFramePr>
          <p:cNvPr id="22" name="Object 21">
            <a:extLst>
              <a:ext uri="{FF2B5EF4-FFF2-40B4-BE49-F238E27FC236}">
                <a16:creationId xmlns:a16="http://schemas.microsoft.com/office/drawing/2014/main" id="{A22E8E0D-44C5-42B9-EFC4-72797F6F20BD}"/>
              </a:ext>
            </a:extLst>
          </p:cNvPr>
          <p:cNvGraphicFramePr>
            <a:graphicFrameLocks noChangeAspect="1"/>
          </p:cNvGraphicFramePr>
          <p:nvPr>
            <p:extLst>
              <p:ext uri="{D42A27DB-BD31-4B8C-83A1-F6EECF244321}">
                <p14:modId xmlns:p14="http://schemas.microsoft.com/office/powerpoint/2010/main" val="1073891980"/>
              </p:ext>
            </p:extLst>
          </p:nvPr>
        </p:nvGraphicFramePr>
        <p:xfrm>
          <a:off x="325438" y="2452688"/>
          <a:ext cx="2944812" cy="695325"/>
        </p:xfrm>
        <a:graphic>
          <a:graphicData uri="http://schemas.openxmlformats.org/presentationml/2006/ole">
            <mc:AlternateContent xmlns:mc="http://schemas.openxmlformats.org/markup-compatibility/2006">
              <mc:Choice xmlns:v="urn:schemas-microsoft-com:vml" Requires="v">
                <p:oleObj name="Equation" r:id="rId3" imgW="1828800" imgH="431640" progId="Equation.DSMT4">
                  <p:embed/>
                </p:oleObj>
              </mc:Choice>
              <mc:Fallback>
                <p:oleObj name="Equation" r:id="rId3" imgW="1828800" imgH="431640" progId="Equation.DSMT4">
                  <p:embed/>
                  <p:pic>
                    <p:nvPicPr>
                      <p:cNvPr id="22" name="Object 21">
                        <a:extLst>
                          <a:ext uri="{FF2B5EF4-FFF2-40B4-BE49-F238E27FC236}">
                            <a16:creationId xmlns:a16="http://schemas.microsoft.com/office/drawing/2014/main" id="{A22E8E0D-44C5-42B9-EFC4-72797F6F20BD}"/>
                          </a:ext>
                        </a:extLst>
                      </p:cNvPr>
                      <p:cNvPicPr/>
                      <p:nvPr/>
                    </p:nvPicPr>
                    <p:blipFill>
                      <a:blip r:embed="rId4"/>
                      <a:stretch>
                        <a:fillRect/>
                      </a:stretch>
                    </p:blipFill>
                    <p:spPr>
                      <a:xfrm>
                        <a:off x="325438" y="2452688"/>
                        <a:ext cx="2944812" cy="695325"/>
                      </a:xfrm>
                      <a:prstGeom prst="rect">
                        <a:avLst/>
                      </a:prstGeom>
                    </p:spPr>
                  </p:pic>
                </p:oleObj>
              </mc:Fallback>
            </mc:AlternateContent>
          </a:graphicData>
        </a:graphic>
      </p:graphicFrame>
      <p:graphicFrame>
        <p:nvGraphicFramePr>
          <p:cNvPr id="24" name="Object 23">
            <a:extLst>
              <a:ext uri="{FF2B5EF4-FFF2-40B4-BE49-F238E27FC236}">
                <a16:creationId xmlns:a16="http://schemas.microsoft.com/office/drawing/2014/main" id="{2021615C-06DB-1DBA-3BD1-2C7FA5A0B536}"/>
              </a:ext>
            </a:extLst>
          </p:cNvPr>
          <p:cNvGraphicFramePr>
            <a:graphicFrameLocks noChangeAspect="1"/>
          </p:cNvGraphicFramePr>
          <p:nvPr>
            <p:extLst>
              <p:ext uri="{D42A27DB-BD31-4B8C-83A1-F6EECF244321}">
                <p14:modId xmlns:p14="http://schemas.microsoft.com/office/powerpoint/2010/main" val="1822456659"/>
              </p:ext>
            </p:extLst>
          </p:nvPr>
        </p:nvGraphicFramePr>
        <p:xfrm>
          <a:off x="3311427" y="2419748"/>
          <a:ext cx="3027115" cy="695419"/>
        </p:xfrm>
        <a:graphic>
          <a:graphicData uri="http://schemas.openxmlformats.org/presentationml/2006/ole">
            <mc:AlternateContent xmlns:mc="http://schemas.openxmlformats.org/markup-compatibility/2006">
              <mc:Choice xmlns:v="urn:schemas-microsoft-com:vml" Requires="v">
                <p:oleObj name="Equation" r:id="rId5" imgW="1879560" imgH="431640" progId="Equation.DSMT4">
                  <p:embed/>
                </p:oleObj>
              </mc:Choice>
              <mc:Fallback>
                <p:oleObj name="Equation" r:id="rId5" imgW="1879560" imgH="431640" progId="Equation.DSMT4">
                  <p:embed/>
                  <p:pic>
                    <p:nvPicPr>
                      <p:cNvPr id="24" name="Object 23">
                        <a:extLst>
                          <a:ext uri="{FF2B5EF4-FFF2-40B4-BE49-F238E27FC236}">
                            <a16:creationId xmlns:a16="http://schemas.microsoft.com/office/drawing/2014/main" id="{2021615C-06DB-1DBA-3BD1-2C7FA5A0B536}"/>
                          </a:ext>
                        </a:extLst>
                      </p:cNvPr>
                      <p:cNvPicPr/>
                      <p:nvPr/>
                    </p:nvPicPr>
                    <p:blipFill>
                      <a:blip r:embed="rId6"/>
                      <a:stretch>
                        <a:fillRect/>
                      </a:stretch>
                    </p:blipFill>
                    <p:spPr>
                      <a:xfrm>
                        <a:off x="3311427" y="2419748"/>
                        <a:ext cx="3027115" cy="695419"/>
                      </a:xfrm>
                      <a:prstGeom prst="rect">
                        <a:avLst/>
                      </a:prstGeom>
                    </p:spPr>
                  </p:pic>
                </p:oleObj>
              </mc:Fallback>
            </mc:AlternateContent>
          </a:graphicData>
        </a:graphic>
      </p:graphicFrame>
      <p:sp>
        <p:nvSpPr>
          <p:cNvPr id="25" name="TextBox 24">
            <a:extLst>
              <a:ext uri="{FF2B5EF4-FFF2-40B4-BE49-F238E27FC236}">
                <a16:creationId xmlns:a16="http://schemas.microsoft.com/office/drawing/2014/main" id="{BCA27959-ED26-EEBF-F1AE-073BF7583EBD}"/>
              </a:ext>
            </a:extLst>
          </p:cNvPr>
          <p:cNvSpPr txBox="1"/>
          <p:nvPr/>
        </p:nvSpPr>
        <p:spPr>
          <a:xfrm>
            <a:off x="164113" y="3094078"/>
            <a:ext cx="6676329" cy="646331"/>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prstClr val="black"/>
                </a:solidFill>
                <a:effectLst/>
                <a:uLnTx/>
                <a:uFillTx/>
                <a:latin typeface="Calibri" panose="020F0502020204030204"/>
                <a:ea typeface="+mn-ea"/>
                <a:cs typeface="+mn-cs"/>
              </a:rPr>
              <a:t>+ Khoảng</a:t>
            </a:r>
            <a:r>
              <a:rPr kumimoji="0" lang="en-US" sz="1800" b="0" i="0" u="none" strike="noStrike" kern="1200" cap="none" spc="0" normalizeH="0" noProof="0">
                <a:ln>
                  <a:noFill/>
                </a:ln>
                <a:solidFill>
                  <a:prstClr val="black"/>
                </a:solidFill>
                <a:effectLst/>
                <a:uLnTx/>
                <a:uFillTx/>
                <a:latin typeface="Calibri" panose="020F0502020204030204"/>
                <a:ea typeface="+mn-ea"/>
                <a:cs typeface="+mn-cs"/>
              </a:rPr>
              <a:t> cách giữa hai quang phổ bậc nhất của hai bước sóng đã cho là:</a:t>
            </a: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aphicFrame>
        <p:nvGraphicFramePr>
          <p:cNvPr id="26" name="Object 25">
            <a:extLst>
              <a:ext uri="{FF2B5EF4-FFF2-40B4-BE49-F238E27FC236}">
                <a16:creationId xmlns:a16="http://schemas.microsoft.com/office/drawing/2014/main" id="{29F567FB-3CFB-409B-547A-CE38FD30E1B0}"/>
              </a:ext>
            </a:extLst>
          </p:cNvPr>
          <p:cNvGraphicFramePr>
            <a:graphicFrameLocks noChangeAspect="1"/>
          </p:cNvGraphicFramePr>
          <p:nvPr>
            <p:extLst>
              <p:ext uri="{D42A27DB-BD31-4B8C-83A1-F6EECF244321}">
                <p14:modId xmlns:p14="http://schemas.microsoft.com/office/powerpoint/2010/main" val="567745491"/>
              </p:ext>
            </p:extLst>
          </p:nvPr>
        </p:nvGraphicFramePr>
        <p:xfrm>
          <a:off x="1797844" y="3768327"/>
          <a:ext cx="2822580" cy="634059"/>
        </p:xfrm>
        <a:graphic>
          <a:graphicData uri="http://schemas.openxmlformats.org/presentationml/2006/ole">
            <mc:AlternateContent xmlns:mc="http://schemas.openxmlformats.org/markup-compatibility/2006">
              <mc:Choice xmlns:v="urn:schemas-microsoft-com:vml" Requires="v">
                <p:oleObj name="Equation" r:id="rId7" imgW="1752480" imgH="393480" progId="Equation.DSMT4">
                  <p:embed/>
                </p:oleObj>
              </mc:Choice>
              <mc:Fallback>
                <p:oleObj name="Equation" r:id="rId7" imgW="1752480" imgH="393480" progId="Equation.DSMT4">
                  <p:embed/>
                  <p:pic>
                    <p:nvPicPr>
                      <p:cNvPr id="26" name="Object 25">
                        <a:extLst>
                          <a:ext uri="{FF2B5EF4-FFF2-40B4-BE49-F238E27FC236}">
                            <a16:creationId xmlns:a16="http://schemas.microsoft.com/office/drawing/2014/main" id="{29F567FB-3CFB-409B-547A-CE38FD30E1B0}"/>
                          </a:ext>
                        </a:extLst>
                      </p:cNvPr>
                      <p:cNvPicPr/>
                      <p:nvPr/>
                    </p:nvPicPr>
                    <p:blipFill>
                      <a:blip r:embed="rId8"/>
                      <a:stretch>
                        <a:fillRect/>
                      </a:stretch>
                    </p:blipFill>
                    <p:spPr>
                      <a:xfrm>
                        <a:off x="1797844" y="3768327"/>
                        <a:ext cx="2822580" cy="634059"/>
                      </a:xfrm>
                      <a:prstGeom prst="rect">
                        <a:avLst/>
                      </a:prstGeom>
                    </p:spPr>
                  </p:pic>
                </p:oleObj>
              </mc:Fallback>
            </mc:AlternateContent>
          </a:graphicData>
        </a:graphic>
      </p:graphicFrame>
      <p:sp>
        <p:nvSpPr>
          <p:cNvPr id="27" name="TextBox 26">
            <a:extLst>
              <a:ext uri="{FF2B5EF4-FFF2-40B4-BE49-F238E27FC236}">
                <a16:creationId xmlns:a16="http://schemas.microsoft.com/office/drawing/2014/main" id="{A865127A-7DF5-3352-8C5C-96B6412B0F3B}"/>
              </a:ext>
            </a:extLst>
          </p:cNvPr>
          <p:cNvSpPr txBox="1"/>
          <p:nvPr/>
        </p:nvSpPr>
        <p:spPr>
          <a:xfrm>
            <a:off x="126425" y="4354233"/>
            <a:ext cx="6676329" cy="369332"/>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prstClr val="black"/>
                </a:solidFill>
                <a:effectLst/>
                <a:uLnTx/>
                <a:uFillTx/>
                <a:latin typeface="Calibri" panose="020F0502020204030204"/>
                <a:ea typeface="+mn-ea"/>
                <a:cs typeface="+mn-cs"/>
              </a:rPr>
              <a:t>+ Vậy</a:t>
            </a:r>
            <a:r>
              <a:rPr kumimoji="0" lang="en-US" sz="1800" b="0" i="0" u="none" strike="noStrike" kern="1200" cap="none" spc="0" normalizeH="0" noProof="0">
                <a:ln>
                  <a:noFill/>
                </a:ln>
                <a:solidFill>
                  <a:prstClr val="black"/>
                </a:solidFill>
                <a:effectLst/>
                <a:uLnTx/>
                <a:uFillTx/>
                <a:latin typeface="Calibri" panose="020F0502020204030204"/>
                <a:ea typeface="+mn-ea"/>
                <a:cs typeface="+mn-cs"/>
              </a:rPr>
              <a:t> tiêu cự của thấu kính là:</a:t>
            </a: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aphicFrame>
        <p:nvGraphicFramePr>
          <p:cNvPr id="28" name="Object 27">
            <a:extLst>
              <a:ext uri="{FF2B5EF4-FFF2-40B4-BE49-F238E27FC236}">
                <a16:creationId xmlns:a16="http://schemas.microsoft.com/office/drawing/2014/main" id="{69EDB39F-2132-22DD-E0B7-6B5B3B649539}"/>
              </a:ext>
            </a:extLst>
          </p:cNvPr>
          <p:cNvGraphicFramePr>
            <a:graphicFrameLocks noChangeAspect="1"/>
          </p:cNvGraphicFramePr>
          <p:nvPr>
            <p:extLst>
              <p:ext uri="{D42A27DB-BD31-4B8C-83A1-F6EECF244321}">
                <p14:modId xmlns:p14="http://schemas.microsoft.com/office/powerpoint/2010/main" val="1076614468"/>
              </p:ext>
            </p:extLst>
          </p:nvPr>
        </p:nvGraphicFramePr>
        <p:xfrm>
          <a:off x="798869" y="4794806"/>
          <a:ext cx="5361162" cy="756825"/>
        </p:xfrm>
        <a:graphic>
          <a:graphicData uri="http://schemas.openxmlformats.org/presentationml/2006/ole">
            <mc:AlternateContent xmlns:mc="http://schemas.openxmlformats.org/markup-compatibility/2006">
              <mc:Choice xmlns:v="urn:schemas-microsoft-com:vml" Requires="v">
                <p:oleObj name="Equation" r:id="rId9" imgW="3327120" imgH="469800" progId="Equation.DSMT4">
                  <p:embed/>
                </p:oleObj>
              </mc:Choice>
              <mc:Fallback>
                <p:oleObj name="Equation" r:id="rId9" imgW="3327120" imgH="469800" progId="Equation.DSMT4">
                  <p:embed/>
                  <p:pic>
                    <p:nvPicPr>
                      <p:cNvPr id="28" name="Object 27">
                        <a:extLst>
                          <a:ext uri="{FF2B5EF4-FFF2-40B4-BE49-F238E27FC236}">
                            <a16:creationId xmlns:a16="http://schemas.microsoft.com/office/drawing/2014/main" id="{69EDB39F-2132-22DD-E0B7-6B5B3B649539}"/>
                          </a:ext>
                        </a:extLst>
                      </p:cNvPr>
                      <p:cNvPicPr/>
                      <p:nvPr/>
                    </p:nvPicPr>
                    <p:blipFill>
                      <a:blip r:embed="rId10"/>
                      <a:stretch>
                        <a:fillRect/>
                      </a:stretch>
                    </p:blipFill>
                    <p:spPr>
                      <a:xfrm>
                        <a:off x="798869" y="4794806"/>
                        <a:ext cx="5361162" cy="756825"/>
                      </a:xfrm>
                      <a:prstGeom prst="rect">
                        <a:avLst/>
                      </a:prstGeom>
                    </p:spPr>
                  </p:pic>
                </p:oleObj>
              </mc:Fallback>
            </mc:AlternateContent>
          </a:graphicData>
        </a:graphic>
      </p:graphicFrame>
    </p:spTree>
    <p:extLst>
      <p:ext uri="{BB962C8B-B14F-4D97-AF65-F5344CB8AC3E}">
        <p14:creationId xmlns:p14="http://schemas.microsoft.com/office/powerpoint/2010/main" val="421801433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1000"/>
                                        <p:tgtEl>
                                          <p:spTgt spid="3"/>
                                        </p:tgtEl>
                                      </p:cBhvr>
                                    </p:animEffect>
                                    <p:anim calcmode="lin" valueType="num">
                                      <p:cBhvr>
                                        <p:cTn id="8" dur="1000" fill="hold"/>
                                        <p:tgtEl>
                                          <p:spTgt spid="3"/>
                                        </p:tgtEl>
                                        <p:attrNameLst>
                                          <p:attrName>ppt_x</p:attrName>
                                        </p:attrNameLst>
                                      </p:cBhvr>
                                      <p:tavLst>
                                        <p:tav tm="0">
                                          <p:val>
                                            <p:strVal val="#ppt_x"/>
                                          </p:val>
                                        </p:tav>
                                        <p:tav tm="100000">
                                          <p:val>
                                            <p:strVal val="#ppt_x"/>
                                          </p:val>
                                        </p:tav>
                                      </p:tavLst>
                                    </p:anim>
                                    <p:anim calcmode="lin" valueType="num">
                                      <p:cBhvr>
                                        <p:cTn id="9" dur="1000" fill="hold"/>
                                        <p:tgtEl>
                                          <p:spTgt spid="3"/>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4"/>
                                        </p:tgtEl>
                                        <p:attrNameLst>
                                          <p:attrName>style.visibility</p:attrName>
                                        </p:attrNameLst>
                                      </p:cBhvr>
                                      <p:to>
                                        <p:strVal val="visible"/>
                                      </p:to>
                                    </p:set>
                                    <p:animEffect transition="in" filter="fade">
                                      <p:cBhvr>
                                        <p:cTn id="14" dur="1000"/>
                                        <p:tgtEl>
                                          <p:spTgt spid="4"/>
                                        </p:tgtEl>
                                      </p:cBhvr>
                                    </p:animEffect>
                                    <p:anim calcmode="lin" valueType="num">
                                      <p:cBhvr>
                                        <p:cTn id="15" dur="1000" fill="hold"/>
                                        <p:tgtEl>
                                          <p:spTgt spid="4"/>
                                        </p:tgtEl>
                                        <p:attrNameLst>
                                          <p:attrName>ppt_x</p:attrName>
                                        </p:attrNameLst>
                                      </p:cBhvr>
                                      <p:tavLst>
                                        <p:tav tm="0">
                                          <p:val>
                                            <p:strVal val="#ppt_x"/>
                                          </p:val>
                                        </p:tav>
                                        <p:tav tm="100000">
                                          <p:val>
                                            <p:strVal val="#ppt_x"/>
                                          </p:val>
                                        </p:tav>
                                      </p:tavLst>
                                    </p:anim>
                                    <p:anim calcmode="lin" valueType="num">
                                      <p:cBhvr>
                                        <p:cTn id="16" dur="1000" fill="hold"/>
                                        <p:tgtEl>
                                          <p:spTgt spid="4"/>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6" presetClass="entr" presetSubtype="16" fill="hold" nodeType="clickEffect">
                                  <p:stCondLst>
                                    <p:cond delay="0"/>
                                  </p:stCondLst>
                                  <p:childTnLst>
                                    <p:set>
                                      <p:cBhvr>
                                        <p:cTn id="20" dur="1" fill="hold">
                                          <p:stCondLst>
                                            <p:cond delay="0"/>
                                          </p:stCondLst>
                                        </p:cTn>
                                        <p:tgtEl>
                                          <p:spTgt spid="6"/>
                                        </p:tgtEl>
                                        <p:attrNameLst>
                                          <p:attrName>style.visibility</p:attrName>
                                        </p:attrNameLst>
                                      </p:cBhvr>
                                      <p:to>
                                        <p:strVal val="visible"/>
                                      </p:to>
                                    </p:set>
                                    <p:animEffect transition="in" filter="circle(in)">
                                      <p:cBhvr>
                                        <p:cTn id="21" dur="2000"/>
                                        <p:tgtEl>
                                          <p:spTgt spid="6"/>
                                        </p:tgtEl>
                                      </p:cBhvr>
                                    </p:animEffect>
                                  </p:childTnLst>
                                </p:cTn>
                              </p:par>
                              <p:par>
                                <p:cTn id="22" presetID="6" presetClass="entr" presetSubtype="16" fill="hold" nodeType="withEffect">
                                  <p:stCondLst>
                                    <p:cond delay="0"/>
                                  </p:stCondLst>
                                  <p:childTnLst>
                                    <p:set>
                                      <p:cBhvr>
                                        <p:cTn id="23" dur="1" fill="hold">
                                          <p:stCondLst>
                                            <p:cond delay="0"/>
                                          </p:stCondLst>
                                        </p:cTn>
                                        <p:tgtEl>
                                          <p:spTgt spid="10"/>
                                        </p:tgtEl>
                                        <p:attrNameLst>
                                          <p:attrName>style.visibility</p:attrName>
                                        </p:attrNameLst>
                                      </p:cBhvr>
                                      <p:to>
                                        <p:strVal val="visible"/>
                                      </p:to>
                                    </p:set>
                                    <p:animEffect transition="in" filter="circle(in)">
                                      <p:cBhvr>
                                        <p:cTn id="24" dur="2000"/>
                                        <p:tgtEl>
                                          <p:spTgt spid="10"/>
                                        </p:tgtEl>
                                      </p:cBhvr>
                                    </p:animEffect>
                                  </p:childTnLst>
                                </p:cTn>
                              </p:par>
                              <p:par>
                                <p:cTn id="25" presetID="6" presetClass="entr" presetSubtype="16" fill="hold" nodeType="withEffect">
                                  <p:stCondLst>
                                    <p:cond delay="0"/>
                                  </p:stCondLst>
                                  <p:childTnLst>
                                    <p:set>
                                      <p:cBhvr>
                                        <p:cTn id="26" dur="1" fill="hold">
                                          <p:stCondLst>
                                            <p:cond delay="0"/>
                                          </p:stCondLst>
                                        </p:cTn>
                                        <p:tgtEl>
                                          <p:spTgt spid="14"/>
                                        </p:tgtEl>
                                        <p:attrNameLst>
                                          <p:attrName>style.visibility</p:attrName>
                                        </p:attrNameLst>
                                      </p:cBhvr>
                                      <p:to>
                                        <p:strVal val="visible"/>
                                      </p:to>
                                    </p:set>
                                    <p:animEffect transition="in" filter="circle(in)">
                                      <p:cBhvr>
                                        <p:cTn id="27" dur="2000"/>
                                        <p:tgtEl>
                                          <p:spTgt spid="14"/>
                                        </p:tgtEl>
                                      </p:cBhvr>
                                    </p:animEffect>
                                  </p:childTnLst>
                                </p:cTn>
                              </p:par>
                              <p:par>
                                <p:cTn id="28" presetID="6" presetClass="entr" presetSubtype="16" fill="hold" nodeType="withEffect">
                                  <p:stCondLst>
                                    <p:cond delay="0"/>
                                  </p:stCondLst>
                                  <p:childTnLst>
                                    <p:set>
                                      <p:cBhvr>
                                        <p:cTn id="29" dur="1" fill="hold">
                                          <p:stCondLst>
                                            <p:cond delay="0"/>
                                          </p:stCondLst>
                                        </p:cTn>
                                        <p:tgtEl>
                                          <p:spTgt spid="15"/>
                                        </p:tgtEl>
                                        <p:attrNameLst>
                                          <p:attrName>style.visibility</p:attrName>
                                        </p:attrNameLst>
                                      </p:cBhvr>
                                      <p:to>
                                        <p:strVal val="visible"/>
                                      </p:to>
                                    </p:set>
                                    <p:animEffect transition="in" filter="circle(in)">
                                      <p:cBhvr>
                                        <p:cTn id="30" dur="2000"/>
                                        <p:tgtEl>
                                          <p:spTgt spid="15"/>
                                        </p:tgtEl>
                                      </p:cBhvr>
                                    </p:animEffect>
                                  </p:childTnLst>
                                </p:cTn>
                              </p:par>
                              <p:par>
                                <p:cTn id="31" presetID="6" presetClass="entr" presetSubtype="16" fill="hold" grpId="0" nodeType="withEffect">
                                  <p:stCondLst>
                                    <p:cond delay="0"/>
                                  </p:stCondLst>
                                  <p:childTnLst>
                                    <p:set>
                                      <p:cBhvr>
                                        <p:cTn id="32" dur="1" fill="hold">
                                          <p:stCondLst>
                                            <p:cond delay="0"/>
                                          </p:stCondLst>
                                        </p:cTn>
                                        <p:tgtEl>
                                          <p:spTgt spid="16"/>
                                        </p:tgtEl>
                                        <p:attrNameLst>
                                          <p:attrName>style.visibility</p:attrName>
                                        </p:attrNameLst>
                                      </p:cBhvr>
                                      <p:to>
                                        <p:strVal val="visible"/>
                                      </p:to>
                                    </p:set>
                                    <p:animEffect transition="in" filter="circle(in)">
                                      <p:cBhvr>
                                        <p:cTn id="33" dur="2000"/>
                                        <p:tgtEl>
                                          <p:spTgt spid="16"/>
                                        </p:tgtEl>
                                      </p:cBhvr>
                                    </p:animEffect>
                                  </p:childTnLst>
                                </p:cTn>
                              </p:par>
                              <p:par>
                                <p:cTn id="34" presetID="6" presetClass="entr" presetSubtype="16" fill="hold" grpId="0" nodeType="withEffect">
                                  <p:stCondLst>
                                    <p:cond delay="0"/>
                                  </p:stCondLst>
                                  <p:childTnLst>
                                    <p:set>
                                      <p:cBhvr>
                                        <p:cTn id="35" dur="1" fill="hold">
                                          <p:stCondLst>
                                            <p:cond delay="0"/>
                                          </p:stCondLst>
                                        </p:cTn>
                                        <p:tgtEl>
                                          <p:spTgt spid="17"/>
                                        </p:tgtEl>
                                        <p:attrNameLst>
                                          <p:attrName>style.visibility</p:attrName>
                                        </p:attrNameLst>
                                      </p:cBhvr>
                                      <p:to>
                                        <p:strVal val="visible"/>
                                      </p:to>
                                    </p:set>
                                    <p:animEffect transition="in" filter="circle(in)">
                                      <p:cBhvr>
                                        <p:cTn id="36" dur="2000"/>
                                        <p:tgtEl>
                                          <p:spTgt spid="17"/>
                                        </p:tgtEl>
                                      </p:cBhvr>
                                    </p:animEffect>
                                  </p:childTnLst>
                                </p:cTn>
                              </p:par>
                              <p:par>
                                <p:cTn id="37" presetID="6" presetClass="entr" presetSubtype="16" fill="hold" nodeType="withEffect">
                                  <p:stCondLst>
                                    <p:cond delay="0"/>
                                  </p:stCondLst>
                                  <p:childTnLst>
                                    <p:set>
                                      <p:cBhvr>
                                        <p:cTn id="38" dur="1" fill="hold">
                                          <p:stCondLst>
                                            <p:cond delay="0"/>
                                          </p:stCondLst>
                                        </p:cTn>
                                        <p:tgtEl>
                                          <p:spTgt spid="18"/>
                                        </p:tgtEl>
                                        <p:attrNameLst>
                                          <p:attrName>style.visibility</p:attrName>
                                        </p:attrNameLst>
                                      </p:cBhvr>
                                      <p:to>
                                        <p:strVal val="visible"/>
                                      </p:to>
                                    </p:set>
                                    <p:animEffect transition="in" filter="circle(in)">
                                      <p:cBhvr>
                                        <p:cTn id="39" dur="2000"/>
                                        <p:tgtEl>
                                          <p:spTgt spid="18"/>
                                        </p:tgtEl>
                                      </p:cBhvr>
                                    </p:animEffect>
                                  </p:childTnLst>
                                </p:cTn>
                              </p:par>
                              <p:par>
                                <p:cTn id="40" presetID="6" presetClass="entr" presetSubtype="16" fill="hold" grpId="0" nodeType="withEffect">
                                  <p:stCondLst>
                                    <p:cond delay="0"/>
                                  </p:stCondLst>
                                  <p:childTnLst>
                                    <p:set>
                                      <p:cBhvr>
                                        <p:cTn id="41" dur="1" fill="hold">
                                          <p:stCondLst>
                                            <p:cond delay="0"/>
                                          </p:stCondLst>
                                        </p:cTn>
                                        <p:tgtEl>
                                          <p:spTgt spid="19"/>
                                        </p:tgtEl>
                                        <p:attrNameLst>
                                          <p:attrName>style.visibility</p:attrName>
                                        </p:attrNameLst>
                                      </p:cBhvr>
                                      <p:to>
                                        <p:strVal val="visible"/>
                                      </p:to>
                                    </p:set>
                                    <p:animEffect transition="in" filter="circle(in)">
                                      <p:cBhvr>
                                        <p:cTn id="42" dur="2000"/>
                                        <p:tgtEl>
                                          <p:spTgt spid="19"/>
                                        </p:tgtEl>
                                      </p:cBhvr>
                                    </p:animEffect>
                                  </p:childTnLst>
                                </p:cTn>
                              </p:par>
                              <p:par>
                                <p:cTn id="43" presetID="6" presetClass="entr" presetSubtype="16" fill="hold" grpId="0" nodeType="withEffect">
                                  <p:stCondLst>
                                    <p:cond delay="0"/>
                                  </p:stCondLst>
                                  <p:childTnLst>
                                    <p:set>
                                      <p:cBhvr>
                                        <p:cTn id="44" dur="1" fill="hold">
                                          <p:stCondLst>
                                            <p:cond delay="0"/>
                                          </p:stCondLst>
                                        </p:cTn>
                                        <p:tgtEl>
                                          <p:spTgt spid="20"/>
                                        </p:tgtEl>
                                        <p:attrNameLst>
                                          <p:attrName>style.visibility</p:attrName>
                                        </p:attrNameLst>
                                      </p:cBhvr>
                                      <p:to>
                                        <p:strVal val="visible"/>
                                      </p:to>
                                    </p:set>
                                    <p:animEffect transition="in" filter="circle(in)">
                                      <p:cBhvr>
                                        <p:cTn id="45" dur="2000"/>
                                        <p:tgtEl>
                                          <p:spTgt spid="20"/>
                                        </p:tgtEl>
                                      </p:cBhvr>
                                    </p:animEffect>
                                  </p:childTnLst>
                                </p:cTn>
                              </p:par>
                            </p:childTnLst>
                          </p:cTn>
                        </p:par>
                      </p:childTnLst>
                    </p:cTn>
                  </p:par>
                  <p:par>
                    <p:cTn id="46" fill="hold">
                      <p:stCondLst>
                        <p:cond delay="indefinite"/>
                      </p:stCondLst>
                      <p:childTnLst>
                        <p:par>
                          <p:cTn id="47" fill="hold">
                            <p:stCondLst>
                              <p:cond delay="0"/>
                            </p:stCondLst>
                            <p:childTnLst>
                              <p:par>
                                <p:cTn id="48" presetID="42" presetClass="entr" presetSubtype="0" fill="hold" grpId="0" nodeType="clickEffect">
                                  <p:stCondLst>
                                    <p:cond delay="0"/>
                                  </p:stCondLst>
                                  <p:childTnLst>
                                    <p:set>
                                      <p:cBhvr>
                                        <p:cTn id="49" dur="1" fill="hold">
                                          <p:stCondLst>
                                            <p:cond delay="0"/>
                                          </p:stCondLst>
                                        </p:cTn>
                                        <p:tgtEl>
                                          <p:spTgt spid="21"/>
                                        </p:tgtEl>
                                        <p:attrNameLst>
                                          <p:attrName>style.visibility</p:attrName>
                                        </p:attrNameLst>
                                      </p:cBhvr>
                                      <p:to>
                                        <p:strVal val="visible"/>
                                      </p:to>
                                    </p:set>
                                    <p:animEffect transition="in" filter="fade">
                                      <p:cBhvr>
                                        <p:cTn id="50" dur="1000"/>
                                        <p:tgtEl>
                                          <p:spTgt spid="21"/>
                                        </p:tgtEl>
                                      </p:cBhvr>
                                    </p:animEffect>
                                    <p:anim calcmode="lin" valueType="num">
                                      <p:cBhvr>
                                        <p:cTn id="51" dur="1000" fill="hold"/>
                                        <p:tgtEl>
                                          <p:spTgt spid="21"/>
                                        </p:tgtEl>
                                        <p:attrNameLst>
                                          <p:attrName>ppt_x</p:attrName>
                                        </p:attrNameLst>
                                      </p:cBhvr>
                                      <p:tavLst>
                                        <p:tav tm="0">
                                          <p:val>
                                            <p:strVal val="#ppt_x"/>
                                          </p:val>
                                        </p:tav>
                                        <p:tav tm="100000">
                                          <p:val>
                                            <p:strVal val="#ppt_x"/>
                                          </p:val>
                                        </p:tav>
                                      </p:tavLst>
                                    </p:anim>
                                    <p:anim calcmode="lin" valueType="num">
                                      <p:cBhvr>
                                        <p:cTn id="52" dur="1000" fill="hold"/>
                                        <p:tgtEl>
                                          <p:spTgt spid="21"/>
                                        </p:tgtEl>
                                        <p:attrNameLst>
                                          <p:attrName>ppt_y</p:attrName>
                                        </p:attrNameLst>
                                      </p:cBhvr>
                                      <p:tavLst>
                                        <p:tav tm="0">
                                          <p:val>
                                            <p:strVal val="#ppt_y+.1"/>
                                          </p:val>
                                        </p:tav>
                                        <p:tav tm="100000">
                                          <p:val>
                                            <p:strVal val="#ppt_y"/>
                                          </p:val>
                                        </p:tav>
                                      </p:tavLst>
                                    </p:anim>
                                  </p:childTnLst>
                                </p:cTn>
                              </p:par>
                            </p:childTnLst>
                          </p:cTn>
                        </p:par>
                      </p:childTnLst>
                    </p:cTn>
                  </p:par>
                  <p:par>
                    <p:cTn id="53" fill="hold">
                      <p:stCondLst>
                        <p:cond delay="indefinite"/>
                      </p:stCondLst>
                      <p:childTnLst>
                        <p:par>
                          <p:cTn id="54" fill="hold">
                            <p:stCondLst>
                              <p:cond delay="0"/>
                            </p:stCondLst>
                            <p:childTnLst>
                              <p:par>
                                <p:cTn id="55" presetID="42" presetClass="entr" presetSubtype="0" fill="hold" nodeType="clickEffect">
                                  <p:stCondLst>
                                    <p:cond delay="0"/>
                                  </p:stCondLst>
                                  <p:childTnLst>
                                    <p:set>
                                      <p:cBhvr>
                                        <p:cTn id="56" dur="1" fill="hold">
                                          <p:stCondLst>
                                            <p:cond delay="0"/>
                                          </p:stCondLst>
                                        </p:cTn>
                                        <p:tgtEl>
                                          <p:spTgt spid="22"/>
                                        </p:tgtEl>
                                        <p:attrNameLst>
                                          <p:attrName>style.visibility</p:attrName>
                                        </p:attrNameLst>
                                      </p:cBhvr>
                                      <p:to>
                                        <p:strVal val="visible"/>
                                      </p:to>
                                    </p:set>
                                    <p:animEffect transition="in" filter="fade">
                                      <p:cBhvr>
                                        <p:cTn id="57" dur="1000"/>
                                        <p:tgtEl>
                                          <p:spTgt spid="22"/>
                                        </p:tgtEl>
                                      </p:cBhvr>
                                    </p:animEffect>
                                    <p:anim calcmode="lin" valueType="num">
                                      <p:cBhvr>
                                        <p:cTn id="58" dur="1000" fill="hold"/>
                                        <p:tgtEl>
                                          <p:spTgt spid="22"/>
                                        </p:tgtEl>
                                        <p:attrNameLst>
                                          <p:attrName>ppt_x</p:attrName>
                                        </p:attrNameLst>
                                      </p:cBhvr>
                                      <p:tavLst>
                                        <p:tav tm="0">
                                          <p:val>
                                            <p:strVal val="#ppt_x"/>
                                          </p:val>
                                        </p:tav>
                                        <p:tav tm="100000">
                                          <p:val>
                                            <p:strVal val="#ppt_x"/>
                                          </p:val>
                                        </p:tav>
                                      </p:tavLst>
                                    </p:anim>
                                    <p:anim calcmode="lin" valueType="num">
                                      <p:cBhvr>
                                        <p:cTn id="59" dur="1000" fill="hold"/>
                                        <p:tgtEl>
                                          <p:spTgt spid="22"/>
                                        </p:tgtEl>
                                        <p:attrNameLst>
                                          <p:attrName>ppt_y</p:attrName>
                                        </p:attrNameLst>
                                      </p:cBhvr>
                                      <p:tavLst>
                                        <p:tav tm="0">
                                          <p:val>
                                            <p:strVal val="#ppt_y+.1"/>
                                          </p:val>
                                        </p:tav>
                                        <p:tav tm="100000">
                                          <p:val>
                                            <p:strVal val="#ppt_y"/>
                                          </p:val>
                                        </p:tav>
                                      </p:tavLst>
                                    </p:anim>
                                  </p:childTnLst>
                                </p:cTn>
                              </p:par>
                            </p:childTnLst>
                          </p:cTn>
                        </p:par>
                      </p:childTnLst>
                    </p:cTn>
                  </p:par>
                  <p:par>
                    <p:cTn id="60" fill="hold">
                      <p:stCondLst>
                        <p:cond delay="indefinite"/>
                      </p:stCondLst>
                      <p:childTnLst>
                        <p:par>
                          <p:cTn id="61" fill="hold">
                            <p:stCondLst>
                              <p:cond delay="0"/>
                            </p:stCondLst>
                            <p:childTnLst>
                              <p:par>
                                <p:cTn id="62" presetID="42" presetClass="entr" presetSubtype="0" fill="hold" nodeType="clickEffect">
                                  <p:stCondLst>
                                    <p:cond delay="0"/>
                                  </p:stCondLst>
                                  <p:childTnLst>
                                    <p:set>
                                      <p:cBhvr>
                                        <p:cTn id="63" dur="1" fill="hold">
                                          <p:stCondLst>
                                            <p:cond delay="0"/>
                                          </p:stCondLst>
                                        </p:cTn>
                                        <p:tgtEl>
                                          <p:spTgt spid="24"/>
                                        </p:tgtEl>
                                        <p:attrNameLst>
                                          <p:attrName>style.visibility</p:attrName>
                                        </p:attrNameLst>
                                      </p:cBhvr>
                                      <p:to>
                                        <p:strVal val="visible"/>
                                      </p:to>
                                    </p:set>
                                    <p:animEffect transition="in" filter="fade">
                                      <p:cBhvr>
                                        <p:cTn id="64" dur="1000"/>
                                        <p:tgtEl>
                                          <p:spTgt spid="24"/>
                                        </p:tgtEl>
                                      </p:cBhvr>
                                    </p:animEffect>
                                    <p:anim calcmode="lin" valueType="num">
                                      <p:cBhvr>
                                        <p:cTn id="65" dur="1000" fill="hold"/>
                                        <p:tgtEl>
                                          <p:spTgt spid="24"/>
                                        </p:tgtEl>
                                        <p:attrNameLst>
                                          <p:attrName>ppt_x</p:attrName>
                                        </p:attrNameLst>
                                      </p:cBhvr>
                                      <p:tavLst>
                                        <p:tav tm="0">
                                          <p:val>
                                            <p:strVal val="#ppt_x"/>
                                          </p:val>
                                        </p:tav>
                                        <p:tav tm="100000">
                                          <p:val>
                                            <p:strVal val="#ppt_x"/>
                                          </p:val>
                                        </p:tav>
                                      </p:tavLst>
                                    </p:anim>
                                    <p:anim calcmode="lin" valueType="num">
                                      <p:cBhvr>
                                        <p:cTn id="66" dur="1000" fill="hold"/>
                                        <p:tgtEl>
                                          <p:spTgt spid="24"/>
                                        </p:tgtEl>
                                        <p:attrNameLst>
                                          <p:attrName>ppt_y</p:attrName>
                                        </p:attrNameLst>
                                      </p:cBhvr>
                                      <p:tavLst>
                                        <p:tav tm="0">
                                          <p:val>
                                            <p:strVal val="#ppt_y+.1"/>
                                          </p:val>
                                        </p:tav>
                                        <p:tav tm="100000">
                                          <p:val>
                                            <p:strVal val="#ppt_y"/>
                                          </p:val>
                                        </p:tav>
                                      </p:tavLst>
                                    </p:anim>
                                  </p:childTnLst>
                                </p:cTn>
                              </p:par>
                            </p:childTnLst>
                          </p:cTn>
                        </p:par>
                      </p:childTnLst>
                    </p:cTn>
                  </p:par>
                  <p:par>
                    <p:cTn id="67" fill="hold">
                      <p:stCondLst>
                        <p:cond delay="indefinite"/>
                      </p:stCondLst>
                      <p:childTnLst>
                        <p:par>
                          <p:cTn id="68" fill="hold">
                            <p:stCondLst>
                              <p:cond delay="0"/>
                            </p:stCondLst>
                            <p:childTnLst>
                              <p:par>
                                <p:cTn id="69" presetID="42" presetClass="entr" presetSubtype="0" fill="hold" grpId="0" nodeType="clickEffect">
                                  <p:stCondLst>
                                    <p:cond delay="0"/>
                                  </p:stCondLst>
                                  <p:childTnLst>
                                    <p:set>
                                      <p:cBhvr>
                                        <p:cTn id="70" dur="1" fill="hold">
                                          <p:stCondLst>
                                            <p:cond delay="0"/>
                                          </p:stCondLst>
                                        </p:cTn>
                                        <p:tgtEl>
                                          <p:spTgt spid="25"/>
                                        </p:tgtEl>
                                        <p:attrNameLst>
                                          <p:attrName>style.visibility</p:attrName>
                                        </p:attrNameLst>
                                      </p:cBhvr>
                                      <p:to>
                                        <p:strVal val="visible"/>
                                      </p:to>
                                    </p:set>
                                    <p:animEffect transition="in" filter="fade">
                                      <p:cBhvr>
                                        <p:cTn id="71" dur="1000"/>
                                        <p:tgtEl>
                                          <p:spTgt spid="25"/>
                                        </p:tgtEl>
                                      </p:cBhvr>
                                    </p:animEffect>
                                    <p:anim calcmode="lin" valueType="num">
                                      <p:cBhvr>
                                        <p:cTn id="72" dur="1000" fill="hold"/>
                                        <p:tgtEl>
                                          <p:spTgt spid="25"/>
                                        </p:tgtEl>
                                        <p:attrNameLst>
                                          <p:attrName>ppt_x</p:attrName>
                                        </p:attrNameLst>
                                      </p:cBhvr>
                                      <p:tavLst>
                                        <p:tav tm="0">
                                          <p:val>
                                            <p:strVal val="#ppt_x"/>
                                          </p:val>
                                        </p:tav>
                                        <p:tav tm="100000">
                                          <p:val>
                                            <p:strVal val="#ppt_x"/>
                                          </p:val>
                                        </p:tav>
                                      </p:tavLst>
                                    </p:anim>
                                    <p:anim calcmode="lin" valueType="num">
                                      <p:cBhvr>
                                        <p:cTn id="73" dur="1000" fill="hold"/>
                                        <p:tgtEl>
                                          <p:spTgt spid="25"/>
                                        </p:tgtEl>
                                        <p:attrNameLst>
                                          <p:attrName>ppt_y</p:attrName>
                                        </p:attrNameLst>
                                      </p:cBhvr>
                                      <p:tavLst>
                                        <p:tav tm="0">
                                          <p:val>
                                            <p:strVal val="#ppt_y+.1"/>
                                          </p:val>
                                        </p:tav>
                                        <p:tav tm="100000">
                                          <p:val>
                                            <p:strVal val="#ppt_y"/>
                                          </p:val>
                                        </p:tav>
                                      </p:tavLst>
                                    </p:anim>
                                  </p:childTnLst>
                                </p:cTn>
                              </p:par>
                            </p:childTnLst>
                          </p:cTn>
                        </p:par>
                      </p:childTnLst>
                    </p:cTn>
                  </p:par>
                  <p:par>
                    <p:cTn id="74" fill="hold">
                      <p:stCondLst>
                        <p:cond delay="indefinite"/>
                      </p:stCondLst>
                      <p:childTnLst>
                        <p:par>
                          <p:cTn id="75" fill="hold">
                            <p:stCondLst>
                              <p:cond delay="0"/>
                            </p:stCondLst>
                            <p:childTnLst>
                              <p:par>
                                <p:cTn id="76" presetID="42" presetClass="entr" presetSubtype="0" fill="hold" nodeType="clickEffect">
                                  <p:stCondLst>
                                    <p:cond delay="0"/>
                                  </p:stCondLst>
                                  <p:childTnLst>
                                    <p:set>
                                      <p:cBhvr>
                                        <p:cTn id="77" dur="1" fill="hold">
                                          <p:stCondLst>
                                            <p:cond delay="0"/>
                                          </p:stCondLst>
                                        </p:cTn>
                                        <p:tgtEl>
                                          <p:spTgt spid="26"/>
                                        </p:tgtEl>
                                        <p:attrNameLst>
                                          <p:attrName>style.visibility</p:attrName>
                                        </p:attrNameLst>
                                      </p:cBhvr>
                                      <p:to>
                                        <p:strVal val="visible"/>
                                      </p:to>
                                    </p:set>
                                    <p:animEffect transition="in" filter="fade">
                                      <p:cBhvr>
                                        <p:cTn id="78" dur="1000"/>
                                        <p:tgtEl>
                                          <p:spTgt spid="26"/>
                                        </p:tgtEl>
                                      </p:cBhvr>
                                    </p:animEffect>
                                    <p:anim calcmode="lin" valueType="num">
                                      <p:cBhvr>
                                        <p:cTn id="79" dur="1000" fill="hold"/>
                                        <p:tgtEl>
                                          <p:spTgt spid="26"/>
                                        </p:tgtEl>
                                        <p:attrNameLst>
                                          <p:attrName>ppt_x</p:attrName>
                                        </p:attrNameLst>
                                      </p:cBhvr>
                                      <p:tavLst>
                                        <p:tav tm="0">
                                          <p:val>
                                            <p:strVal val="#ppt_x"/>
                                          </p:val>
                                        </p:tav>
                                        <p:tav tm="100000">
                                          <p:val>
                                            <p:strVal val="#ppt_x"/>
                                          </p:val>
                                        </p:tav>
                                      </p:tavLst>
                                    </p:anim>
                                    <p:anim calcmode="lin" valueType="num">
                                      <p:cBhvr>
                                        <p:cTn id="80" dur="1000" fill="hold"/>
                                        <p:tgtEl>
                                          <p:spTgt spid="26"/>
                                        </p:tgtEl>
                                        <p:attrNameLst>
                                          <p:attrName>ppt_y</p:attrName>
                                        </p:attrNameLst>
                                      </p:cBhvr>
                                      <p:tavLst>
                                        <p:tav tm="0">
                                          <p:val>
                                            <p:strVal val="#ppt_y+.1"/>
                                          </p:val>
                                        </p:tav>
                                        <p:tav tm="100000">
                                          <p:val>
                                            <p:strVal val="#ppt_y"/>
                                          </p:val>
                                        </p:tav>
                                      </p:tavLst>
                                    </p:anim>
                                  </p:childTnLst>
                                </p:cTn>
                              </p:par>
                            </p:childTnLst>
                          </p:cTn>
                        </p:par>
                      </p:childTnLst>
                    </p:cTn>
                  </p:par>
                  <p:par>
                    <p:cTn id="81" fill="hold">
                      <p:stCondLst>
                        <p:cond delay="indefinite"/>
                      </p:stCondLst>
                      <p:childTnLst>
                        <p:par>
                          <p:cTn id="82" fill="hold">
                            <p:stCondLst>
                              <p:cond delay="0"/>
                            </p:stCondLst>
                            <p:childTnLst>
                              <p:par>
                                <p:cTn id="83" presetID="42" presetClass="entr" presetSubtype="0" fill="hold" grpId="0" nodeType="clickEffect">
                                  <p:stCondLst>
                                    <p:cond delay="0"/>
                                  </p:stCondLst>
                                  <p:childTnLst>
                                    <p:set>
                                      <p:cBhvr>
                                        <p:cTn id="84" dur="1" fill="hold">
                                          <p:stCondLst>
                                            <p:cond delay="0"/>
                                          </p:stCondLst>
                                        </p:cTn>
                                        <p:tgtEl>
                                          <p:spTgt spid="27"/>
                                        </p:tgtEl>
                                        <p:attrNameLst>
                                          <p:attrName>style.visibility</p:attrName>
                                        </p:attrNameLst>
                                      </p:cBhvr>
                                      <p:to>
                                        <p:strVal val="visible"/>
                                      </p:to>
                                    </p:set>
                                    <p:animEffect transition="in" filter="fade">
                                      <p:cBhvr>
                                        <p:cTn id="85" dur="1000"/>
                                        <p:tgtEl>
                                          <p:spTgt spid="27"/>
                                        </p:tgtEl>
                                      </p:cBhvr>
                                    </p:animEffect>
                                    <p:anim calcmode="lin" valueType="num">
                                      <p:cBhvr>
                                        <p:cTn id="86" dur="1000" fill="hold"/>
                                        <p:tgtEl>
                                          <p:spTgt spid="27"/>
                                        </p:tgtEl>
                                        <p:attrNameLst>
                                          <p:attrName>ppt_x</p:attrName>
                                        </p:attrNameLst>
                                      </p:cBhvr>
                                      <p:tavLst>
                                        <p:tav tm="0">
                                          <p:val>
                                            <p:strVal val="#ppt_x"/>
                                          </p:val>
                                        </p:tav>
                                        <p:tav tm="100000">
                                          <p:val>
                                            <p:strVal val="#ppt_x"/>
                                          </p:val>
                                        </p:tav>
                                      </p:tavLst>
                                    </p:anim>
                                    <p:anim calcmode="lin" valueType="num">
                                      <p:cBhvr>
                                        <p:cTn id="87" dur="1000" fill="hold"/>
                                        <p:tgtEl>
                                          <p:spTgt spid="27"/>
                                        </p:tgtEl>
                                        <p:attrNameLst>
                                          <p:attrName>ppt_y</p:attrName>
                                        </p:attrNameLst>
                                      </p:cBhvr>
                                      <p:tavLst>
                                        <p:tav tm="0">
                                          <p:val>
                                            <p:strVal val="#ppt_y+.1"/>
                                          </p:val>
                                        </p:tav>
                                        <p:tav tm="100000">
                                          <p:val>
                                            <p:strVal val="#ppt_y"/>
                                          </p:val>
                                        </p:tav>
                                      </p:tavLst>
                                    </p:anim>
                                  </p:childTnLst>
                                </p:cTn>
                              </p:par>
                            </p:childTnLst>
                          </p:cTn>
                        </p:par>
                      </p:childTnLst>
                    </p:cTn>
                  </p:par>
                  <p:par>
                    <p:cTn id="88" fill="hold">
                      <p:stCondLst>
                        <p:cond delay="indefinite"/>
                      </p:stCondLst>
                      <p:childTnLst>
                        <p:par>
                          <p:cTn id="89" fill="hold">
                            <p:stCondLst>
                              <p:cond delay="0"/>
                            </p:stCondLst>
                            <p:childTnLst>
                              <p:par>
                                <p:cTn id="90" presetID="42" presetClass="entr" presetSubtype="0" fill="hold" nodeType="clickEffect">
                                  <p:stCondLst>
                                    <p:cond delay="0"/>
                                  </p:stCondLst>
                                  <p:childTnLst>
                                    <p:set>
                                      <p:cBhvr>
                                        <p:cTn id="91" dur="1" fill="hold">
                                          <p:stCondLst>
                                            <p:cond delay="0"/>
                                          </p:stCondLst>
                                        </p:cTn>
                                        <p:tgtEl>
                                          <p:spTgt spid="28"/>
                                        </p:tgtEl>
                                        <p:attrNameLst>
                                          <p:attrName>style.visibility</p:attrName>
                                        </p:attrNameLst>
                                      </p:cBhvr>
                                      <p:to>
                                        <p:strVal val="visible"/>
                                      </p:to>
                                    </p:set>
                                    <p:animEffect transition="in" filter="fade">
                                      <p:cBhvr>
                                        <p:cTn id="92" dur="1000"/>
                                        <p:tgtEl>
                                          <p:spTgt spid="28"/>
                                        </p:tgtEl>
                                      </p:cBhvr>
                                    </p:animEffect>
                                    <p:anim calcmode="lin" valueType="num">
                                      <p:cBhvr>
                                        <p:cTn id="93" dur="1000" fill="hold"/>
                                        <p:tgtEl>
                                          <p:spTgt spid="28"/>
                                        </p:tgtEl>
                                        <p:attrNameLst>
                                          <p:attrName>ppt_x</p:attrName>
                                        </p:attrNameLst>
                                      </p:cBhvr>
                                      <p:tavLst>
                                        <p:tav tm="0">
                                          <p:val>
                                            <p:strVal val="#ppt_x"/>
                                          </p:val>
                                        </p:tav>
                                        <p:tav tm="100000">
                                          <p:val>
                                            <p:strVal val="#ppt_x"/>
                                          </p:val>
                                        </p:tav>
                                      </p:tavLst>
                                    </p:anim>
                                    <p:anim calcmode="lin" valueType="num">
                                      <p:cBhvr>
                                        <p:cTn id="94" dur="1000" fill="hold"/>
                                        <p:tgtEl>
                                          <p:spTgt spid="2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4" grpId="0"/>
      <p:bldP spid="16" grpId="0" animBg="1"/>
      <p:bldP spid="17" grpId="0"/>
      <p:bldP spid="19" grpId="0"/>
      <p:bldP spid="20" grpId="0"/>
      <p:bldP spid="21" grpId="0"/>
      <p:bldP spid="25" grpId="0"/>
      <p:bldP spid="27" grpId="0"/>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7EDEA24-020D-DE94-BF34-27B63754B7DE}"/>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9FC97D7A-3918-81FD-5842-6A58A35C10C8}"/>
              </a:ext>
            </a:extLst>
          </p:cNvPr>
          <p:cNvSpPr txBox="1"/>
          <p:nvPr/>
        </p:nvSpPr>
        <p:spPr>
          <a:xfrm>
            <a:off x="164113" y="158281"/>
            <a:ext cx="11863773" cy="1200329"/>
          </a:xfrm>
          <a:prstGeom prst="rect">
            <a:avLst/>
          </a:prstGeom>
          <a:noFill/>
        </p:spPr>
        <p:txBody>
          <a:bodyPr wrap="square" rtlCol="0">
            <a:spAutoFit/>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kumimoji="0" lang="en-US" sz="1800" b="1" i="1" u="none" strike="noStrike" kern="1200" cap="none" spc="0" normalizeH="0" baseline="0" noProof="0">
                <a:ln>
                  <a:noFill/>
                </a:ln>
                <a:solidFill>
                  <a:srgbClr val="FF0000"/>
                </a:solidFill>
                <a:effectLst/>
                <a:uLnTx/>
                <a:uFillTx/>
                <a:latin typeface="Calibri" panose="020F0502020204030204"/>
                <a:ea typeface="+mn-ea"/>
                <a:cs typeface="+mn-cs"/>
              </a:rPr>
              <a:t>Bài tập 5.9. (Bài 9c trang </a:t>
            </a:r>
            <a:r>
              <a:rPr lang="en-US" b="1" i="1">
                <a:solidFill>
                  <a:srgbClr val="FF0000"/>
                </a:solidFill>
                <a:latin typeface="Calibri" panose="020F0502020204030204"/>
              </a:rPr>
              <a:t>4). </a:t>
            </a:r>
            <a:r>
              <a:rPr kumimoji="0" lang="en-US" sz="1800" b="0" i="0" u="none" strike="noStrike" kern="1200" cap="none" spc="0" normalizeH="0" baseline="0" noProof="0">
                <a:ln>
                  <a:noFill/>
                </a:ln>
                <a:solidFill>
                  <a:prstClr val="black"/>
                </a:solidFill>
                <a:effectLst/>
                <a:uLnTx/>
                <a:uFillTx/>
                <a:latin typeface="Calibri" panose="020F0502020204030204"/>
                <a:ea typeface="+mn-ea"/>
                <a:cs typeface="+mn-cs"/>
                <a:sym typeface="Symbol" panose="05050102010706020507" pitchFamily="18" charset="2"/>
              </a:rPr>
              <a:t>Cho một cách tử có chu kỳ là 2 m. </a:t>
            </a:r>
          </a:p>
          <a:p>
            <a:pPr marL="0" marR="0" lvl="0" indent="0" algn="just"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prstClr val="black"/>
                </a:solidFill>
                <a:effectLst/>
                <a:uLnTx/>
                <a:uFillTx/>
                <a:latin typeface="Calibri" panose="020F0502020204030204"/>
                <a:ea typeface="+mn-ea"/>
                <a:cs typeface="+mn-cs"/>
                <a:sym typeface="Symbol" panose="05050102010706020507" pitchFamily="18" charset="2"/>
              </a:rPr>
              <a:t>a) Hãy xác định số vạch cực đại chính tối đa nếu ánh sáng dung trong thí nghiệm là ánh sáng vàng của ngọn lửa Natri                    ( = 5890 A</a:t>
            </a:r>
            <a:r>
              <a:rPr kumimoji="0" lang="en-US" sz="1800" b="0" i="0" u="none" strike="noStrike" kern="1200" cap="none" spc="0" normalizeH="0" baseline="30000" noProof="0">
                <a:ln>
                  <a:noFill/>
                </a:ln>
                <a:solidFill>
                  <a:prstClr val="black"/>
                </a:solidFill>
                <a:effectLst/>
                <a:uLnTx/>
                <a:uFillTx/>
                <a:latin typeface="Calibri" panose="020F0502020204030204"/>
                <a:ea typeface="+mn-ea"/>
                <a:cs typeface="+mn-cs"/>
                <a:sym typeface="Symbol" panose="05050102010706020507" pitchFamily="18" charset="2"/>
              </a:rPr>
              <a:t>0</a:t>
            </a:r>
            <a:r>
              <a:rPr kumimoji="0" lang="en-US" sz="1800" b="0" i="0" u="none" strike="noStrike" kern="1200" cap="none" spc="0" normalizeH="0" noProof="0">
                <a:ln>
                  <a:noFill/>
                </a:ln>
                <a:solidFill>
                  <a:prstClr val="black"/>
                </a:solidFill>
                <a:effectLst/>
                <a:uLnTx/>
                <a:uFillTx/>
                <a:latin typeface="Calibri" panose="020F0502020204030204"/>
                <a:ea typeface="+mn-ea"/>
                <a:cs typeface="+mn-cs"/>
                <a:sym typeface="Symbol" panose="05050102010706020507" pitchFamily="18" charset="2"/>
              </a:rPr>
              <a:t>). </a:t>
            </a:r>
          </a:p>
          <a:p>
            <a:pPr marL="0" marR="0" lvl="0" indent="0" algn="just"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noProof="0">
                <a:ln>
                  <a:noFill/>
                </a:ln>
                <a:solidFill>
                  <a:prstClr val="black"/>
                </a:solidFill>
                <a:effectLst/>
                <a:uLnTx/>
                <a:uFillTx/>
                <a:latin typeface="Calibri" panose="020F0502020204030204"/>
                <a:ea typeface="+mn-ea"/>
                <a:cs typeface="+mn-cs"/>
                <a:sym typeface="Symbol" panose="05050102010706020507" pitchFamily="18" charset="2"/>
              </a:rPr>
              <a:t>b) Tìm bước sóng giới hạn có thể quan sát được trong quang phổ bậc 3. </a:t>
            </a:r>
            <a:endParaRPr lang="en-US" baseline="0">
              <a:solidFill>
                <a:prstClr val="black"/>
              </a:solidFill>
              <a:latin typeface="Calibri" panose="020F0502020204030204"/>
              <a:sym typeface="Symbol" panose="05050102010706020507" pitchFamily="18" charset="2"/>
            </a:endParaRPr>
          </a:p>
        </p:txBody>
      </p:sp>
      <p:sp>
        <p:nvSpPr>
          <p:cNvPr id="3" name="TextBox 2">
            <a:extLst>
              <a:ext uri="{FF2B5EF4-FFF2-40B4-BE49-F238E27FC236}">
                <a16:creationId xmlns:a16="http://schemas.microsoft.com/office/drawing/2014/main" id="{F0E34091-5CB4-3848-A89B-B6D922D14E48}"/>
              </a:ext>
            </a:extLst>
          </p:cNvPr>
          <p:cNvSpPr txBox="1"/>
          <p:nvPr/>
        </p:nvSpPr>
        <p:spPr>
          <a:xfrm>
            <a:off x="5147876" y="1358610"/>
            <a:ext cx="1510670"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a:ln>
                  <a:noFill/>
                </a:ln>
                <a:solidFill>
                  <a:srgbClr val="FF0000"/>
                </a:solidFill>
                <a:effectLst/>
                <a:uLnTx/>
                <a:uFillTx/>
                <a:latin typeface="Calibri" panose="020F0502020204030204"/>
                <a:ea typeface="+mn-ea"/>
                <a:cs typeface="+mn-cs"/>
              </a:rPr>
              <a:t>LỜI GIẢI</a:t>
            </a:r>
          </a:p>
        </p:txBody>
      </p:sp>
      <p:sp>
        <p:nvSpPr>
          <p:cNvPr id="6" name="TextBox 5">
            <a:extLst>
              <a:ext uri="{FF2B5EF4-FFF2-40B4-BE49-F238E27FC236}">
                <a16:creationId xmlns:a16="http://schemas.microsoft.com/office/drawing/2014/main" id="{B4912010-9E41-30C6-8A98-31AF2A21DDE4}"/>
              </a:ext>
            </a:extLst>
          </p:cNvPr>
          <p:cNvSpPr txBox="1"/>
          <p:nvPr/>
        </p:nvSpPr>
        <p:spPr>
          <a:xfrm>
            <a:off x="184804" y="1808230"/>
            <a:ext cx="9081115" cy="369332"/>
          </a:xfrm>
          <a:prstGeom prst="rect">
            <a:avLst/>
          </a:prstGeom>
          <a:noFill/>
        </p:spPr>
        <p:txBody>
          <a:bodyPr wrap="square">
            <a:spAutoFit/>
          </a:bodyPr>
          <a:lstStyle/>
          <a:p>
            <a:pPr lvl="0">
              <a:defRPr/>
            </a:pPr>
            <a:r>
              <a:rPr lang="en-US">
                <a:solidFill>
                  <a:prstClr val="black"/>
                </a:solidFill>
                <a:latin typeface="Calibri" panose="020F0502020204030204"/>
              </a:rPr>
              <a:t>a) Vị trí</a:t>
            </a:r>
            <a:r>
              <a:rPr lang="en-US">
                <a:solidFill>
                  <a:prstClr val="black"/>
                </a:solidFill>
                <a:sym typeface="Symbol" panose="05050102010706020507" pitchFamily="18" charset="2"/>
              </a:rPr>
              <a:t> của cực đại chính trên màn quan sát ứng với góc nhiễu xạ  thỏa mãn:</a:t>
            </a:r>
          </a:p>
        </p:txBody>
      </p:sp>
      <p:graphicFrame>
        <p:nvGraphicFramePr>
          <p:cNvPr id="7" name="Object 6">
            <a:extLst>
              <a:ext uri="{FF2B5EF4-FFF2-40B4-BE49-F238E27FC236}">
                <a16:creationId xmlns:a16="http://schemas.microsoft.com/office/drawing/2014/main" id="{55187DB0-D001-7875-F3F0-6A56989B3B35}"/>
              </a:ext>
            </a:extLst>
          </p:cNvPr>
          <p:cNvGraphicFramePr>
            <a:graphicFrameLocks noChangeAspect="1"/>
          </p:cNvGraphicFramePr>
          <p:nvPr>
            <p:extLst>
              <p:ext uri="{D42A27DB-BD31-4B8C-83A1-F6EECF244321}">
                <p14:modId xmlns:p14="http://schemas.microsoft.com/office/powerpoint/2010/main" val="1450489933"/>
              </p:ext>
            </p:extLst>
          </p:nvPr>
        </p:nvGraphicFramePr>
        <p:xfrm>
          <a:off x="7620715" y="1666889"/>
          <a:ext cx="1123950" cy="633412"/>
        </p:xfrm>
        <a:graphic>
          <a:graphicData uri="http://schemas.openxmlformats.org/presentationml/2006/ole">
            <mc:AlternateContent xmlns:mc="http://schemas.openxmlformats.org/markup-compatibility/2006">
              <mc:Choice xmlns:v="urn:schemas-microsoft-com:vml" Requires="v">
                <p:oleObj name="Equation" r:id="rId2" imgW="698400" imgH="393480" progId="Equation.DSMT4">
                  <p:embed/>
                </p:oleObj>
              </mc:Choice>
              <mc:Fallback>
                <p:oleObj name="Equation" r:id="rId2" imgW="698400" imgH="393480" progId="Equation.DSMT4">
                  <p:embed/>
                  <p:pic>
                    <p:nvPicPr>
                      <p:cNvPr id="1036" name="Object 1035">
                        <a:extLst>
                          <a:ext uri="{FF2B5EF4-FFF2-40B4-BE49-F238E27FC236}">
                            <a16:creationId xmlns:a16="http://schemas.microsoft.com/office/drawing/2014/main" id="{764A6C33-ABD4-68E0-1151-B5C470526A83}"/>
                          </a:ext>
                        </a:extLst>
                      </p:cNvPr>
                      <p:cNvPicPr/>
                      <p:nvPr/>
                    </p:nvPicPr>
                    <p:blipFill>
                      <a:blip r:embed="rId3"/>
                      <a:stretch>
                        <a:fillRect/>
                      </a:stretch>
                    </p:blipFill>
                    <p:spPr>
                      <a:xfrm>
                        <a:off x="7620715" y="1666889"/>
                        <a:ext cx="1123950" cy="633412"/>
                      </a:xfrm>
                      <a:prstGeom prst="rect">
                        <a:avLst/>
                      </a:prstGeom>
                    </p:spPr>
                  </p:pic>
                </p:oleObj>
              </mc:Fallback>
            </mc:AlternateContent>
          </a:graphicData>
        </a:graphic>
      </p:graphicFrame>
      <p:sp>
        <p:nvSpPr>
          <p:cNvPr id="8" name="TextBox 7">
            <a:extLst>
              <a:ext uri="{FF2B5EF4-FFF2-40B4-BE49-F238E27FC236}">
                <a16:creationId xmlns:a16="http://schemas.microsoft.com/office/drawing/2014/main" id="{7AE2722C-F70B-1EA6-2E75-8300B6193BF0}"/>
              </a:ext>
            </a:extLst>
          </p:cNvPr>
          <p:cNvSpPr txBox="1"/>
          <p:nvPr/>
        </p:nvSpPr>
        <p:spPr>
          <a:xfrm>
            <a:off x="241718" y="2375231"/>
            <a:ext cx="11462602" cy="369332"/>
          </a:xfrm>
          <a:prstGeom prst="rect">
            <a:avLst/>
          </a:prstGeom>
          <a:noFill/>
        </p:spPr>
        <p:txBody>
          <a:bodyPr wrap="square">
            <a:spAutoFit/>
          </a:bodyPr>
          <a:lstStyle/>
          <a:p>
            <a:pPr lvl="0">
              <a:defRPr/>
            </a:pPr>
            <a:r>
              <a:rPr lang="en-US">
                <a:solidFill>
                  <a:prstClr val="black"/>
                </a:solidFill>
                <a:latin typeface="Calibri" panose="020F0502020204030204"/>
              </a:rPr>
              <a:t>Mà: - 1 </a:t>
            </a:r>
            <a:r>
              <a:rPr lang="en-US">
                <a:solidFill>
                  <a:prstClr val="black"/>
                </a:solidFill>
                <a:latin typeface="Calibri" panose="020F0502020204030204"/>
                <a:sym typeface="Symbol" panose="05050102010706020507" pitchFamily="18" charset="2"/>
              </a:rPr>
              <a:t> sin   1 nên số cực đại chính quan sát được trên màn chính là số giá trị khác nhau của số nguyên k thỏa mãn:</a:t>
            </a:r>
            <a:endParaRPr lang="en-US">
              <a:solidFill>
                <a:prstClr val="black"/>
              </a:solidFill>
              <a:sym typeface="Symbol" panose="05050102010706020507" pitchFamily="18" charset="2"/>
            </a:endParaRPr>
          </a:p>
        </p:txBody>
      </p:sp>
      <p:graphicFrame>
        <p:nvGraphicFramePr>
          <p:cNvPr id="11" name="Object 10">
            <a:extLst>
              <a:ext uri="{FF2B5EF4-FFF2-40B4-BE49-F238E27FC236}">
                <a16:creationId xmlns:a16="http://schemas.microsoft.com/office/drawing/2014/main" id="{7FC72AC9-891B-BFE0-5AD1-8E695BF7752A}"/>
              </a:ext>
            </a:extLst>
          </p:cNvPr>
          <p:cNvGraphicFramePr>
            <a:graphicFrameLocks noChangeAspect="1"/>
          </p:cNvGraphicFramePr>
          <p:nvPr>
            <p:extLst>
              <p:ext uri="{D42A27DB-BD31-4B8C-83A1-F6EECF244321}">
                <p14:modId xmlns:p14="http://schemas.microsoft.com/office/powerpoint/2010/main" val="3313881390"/>
              </p:ext>
            </p:extLst>
          </p:nvPr>
        </p:nvGraphicFramePr>
        <p:xfrm>
          <a:off x="5059584" y="2782395"/>
          <a:ext cx="1350963" cy="696913"/>
        </p:xfrm>
        <a:graphic>
          <a:graphicData uri="http://schemas.openxmlformats.org/presentationml/2006/ole">
            <mc:AlternateContent xmlns:mc="http://schemas.openxmlformats.org/markup-compatibility/2006">
              <mc:Choice xmlns:v="urn:schemas-microsoft-com:vml" Requires="v">
                <p:oleObj name="Equation" r:id="rId4" imgW="761760" imgH="393480" progId="Equation.DSMT4">
                  <p:embed/>
                </p:oleObj>
              </mc:Choice>
              <mc:Fallback>
                <p:oleObj name="Equation" r:id="rId4" imgW="761760" imgH="393480" progId="Equation.DSMT4">
                  <p:embed/>
                  <p:pic>
                    <p:nvPicPr>
                      <p:cNvPr id="1041" name="Object 1040">
                        <a:extLst>
                          <a:ext uri="{FF2B5EF4-FFF2-40B4-BE49-F238E27FC236}">
                            <a16:creationId xmlns:a16="http://schemas.microsoft.com/office/drawing/2014/main" id="{0223E788-6229-8255-CE08-7795667A10D8}"/>
                          </a:ext>
                        </a:extLst>
                      </p:cNvPr>
                      <p:cNvPicPr/>
                      <p:nvPr/>
                    </p:nvPicPr>
                    <p:blipFill>
                      <a:blip r:embed="rId5"/>
                      <a:stretch>
                        <a:fillRect/>
                      </a:stretch>
                    </p:blipFill>
                    <p:spPr>
                      <a:xfrm>
                        <a:off x="5059584" y="2782395"/>
                        <a:ext cx="1350963" cy="696913"/>
                      </a:xfrm>
                      <a:prstGeom prst="rect">
                        <a:avLst/>
                      </a:prstGeom>
                    </p:spPr>
                  </p:pic>
                </p:oleObj>
              </mc:Fallback>
            </mc:AlternateContent>
          </a:graphicData>
        </a:graphic>
      </p:graphicFrame>
      <p:sp>
        <p:nvSpPr>
          <p:cNvPr id="12" name="TextBox 11">
            <a:extLst>
              <a:ext uri="{FF2B5EF4-FFF2-40B4-BE49-F238E27FC236}">
                <a16:creationId xmlns:a16="http://schemas.microsoft.com/office/drawing/2014/main" id="{57B2854D-6F76-FF7B-AA5D-C73A1578602E}"/>
              </a:ext>
            </a:extLst>
          </p:cNvPr>
          <p:cNvSpPr txBox="1"/>
          <p:nvPr/>
        </p:nvSpPr>
        <p:spPr>
          <a:xfrm>
            <a:off x="242075" y="3630718"/>
            <a:ext cx="2384979" cy="369332"/>
          </a:xfrm>
          <a:prstGeom prst="rect">
            <a:avLst/>
          </a:prstGeom>
          <a:noFill/>
        </p:spPr>
        <p:txBody>
          <a:bodyPr wrap="square">
            <a:spAutoFit/>
          </a:bodyPr>
          <a:lstStyle/>
          <a:p>
            <a:pPr lvl="0">
              <a:defRPr/>
            </a:pPr>
            <a:r>
              <a:rPr lang="en-US">
                <a:solidFill>
                  <a:prstClr val="black"/>
                </a:solidFill>
                <a:latin typeface="Calibri" panose="020F0502020204030204"/>
              </a:rPr>
              <a:t>Hay:</a:t>
            </a:r>
            <a:endParaRPr lang="en-US">
              <a:solidFill>
                <a:prstClr val="black"/>
              </a:solidFill>
              <a:sym typeface="Symbol" panose="05050102010706020507" pitchFamily="18" charset="2"/>
            </a:endParaRPr>
          </a:p>
        </p:txBody>
      </p:sp>
      <p:graphicFrame>
        <p:nvGraphicFramePr>
          <p:cNvPr id="13" name="Object 12">
            <a:extLst>
              <a:ext uri="{FF2B5EF4-FFF2-40B4-BE49-F238E27FC236}">
                <a16:creationId xmlns:a16="http://schemas.microsoft.com/office/drawing/2014/main" id="{DC7A583F-920B-1EDD-F818-CCCD1D66785B}"/>
              </a:ext>
            </a:extLst>
          </p:cNvPr>
          <p:cNvGraphicFramePr>
            <a:graphicFrameLocks noChangeAspect="1"/>
          </p:cNvGraphicFramePr>
          <p:nvPr>
            <p:extLst>
              <p:ext uri="{D42A27DB-BD31-4B8C-83A1-F6EECF244321}">
                <p14:modId xmlns:p14="http://schemas.microsoft.com/office/powerpoint/2010/main" val="3253255557"/>
              </p:ext>
            </p:extLst>
          </p:nvPr>
        </p:nvGraphicFramePr>
        <p:xfrm>
          <a:off x="959251" y="3466355"/>
          <a:ext cx="1352550" cy="696913"/>
        </p:xfrm>
        <a:graphic>
          <a:graphicData uri="http://schemas.openxmlformats.org/presentationml/2006/ole">
            <mc:AlternateContent xmlns:mc="http://schemas.openxmlformats.org/markup-compatibility/2006">
              <mc:Choice xmlns:v="urn:schemas-microsoft-com:vml" Requires="v">
                <p:oleObj name="Equation" r:id="rId6" imgW="761760" imgH="393480" progId="Equation.DSMT4">
                  <p:embed/>
                </p:oleObj>
              </mc:Choice>
              <mc:Fallback>
                <p:oleObj name="Equation" r:id="rId6" imgW="761760" imgH="393480" progId="Equation.DSMT4">
                  <p:embed/>
                  <p:pic>
                    <p:nvPicPr>
                      <p:cNvPr id="1044" name="Object 1043">
                        <a:extLst>
                          <a:ext uri="{FF2B5EF4-FFF2-40B4-BE49-F238E27FC236}">
                            <a16:creationId xmlns:a16="http://schemas.microsoft.com/office/drawing/2014/main" id="{AF2D6DFC-91CE-3441-CE28-2C37ADA5C93E}"/>
                          </a:ext>
                        </a:extLst>
                      </p:cNvPr>
                      <p:cNvPicPr/>
                      <p:nvPr/>
                    </p:nvPicPr>
                    <p:blipFill>
                      <a:blip r:embed="rId7"/>
                      <a:stretch>
                        <a:fillRect/>
                      </a:stretch>
                    </p:blipFill>
                    <p:spPr>
                      <a:xfrm>
                        <a:off x="959251" y="3466355"/>
                        <a:ext cx="1352550" cy="696913"/>
                      </a:xfrm>
                      <a:prstGeom prst="rect">
                        <a:avLst/>
                      </a:prstGeom>
                    </p:spPr>
                  </p:pic>
                </p:oleObj>
              </mc:Fallback>
            </mc:AlternateContent>
          </a:graphicData>
        </a:graphic>
      </p:graphicFrame>
      <p:graphicFrame>
        <p:nvGraphicFramePr>
          <p:cNvPr id="14" name="Object 13">
            <a:extLst>
              <a:ext uri="{FF2B5EF4-FFF2-40B4-BE49-F238E27FC236}">
                <a16:creationId xmlns:a16="http://schemas.microsoft.com/office/drawing/2014/main" id="{2662F0B3-73F8-8DE7-3024-41095FDD9805}"/>
              </a:ext>
            </a:extLst>
          </p:cNvPr>
          <p:cNvGraphicFramePr>
            <a:graphicFrameLocks noChangeAspect="1"/>
          </p:cNvGraphicFramePr>
          <p:nvPr>
            <p:extLst>
              <p:ext uri="{D42A27DB-BD31-4B8C-83A1-F6EECF244321}">
                <p14:modId xmlns:p14="http://schemas.microsoft.com/office/powerpoint/2010/main" val="2361809842"/>
              </p:ext>
            </p:extLst>
          </p:nvPr>
        </p:nvGraphicFramePr>
        <p:xfrm>
          <a:off x="2427243" y="3474752"/>
          <a:ext cx="3270250" cy="674688"/>
        </p:xfrm>
        <a:graphic>
          <a:graphicData uri="http://schemas.openxmlformats.org/presentationml/2006/ole">
            <mc:AlternateContent xmlns:mc="http://schemas.openxmlformats.org/markup-compatibility/2006">
              <mc:Choice xmlns:v="urn:schemas-microsoft-com:vml" Requires="v">
                <p:oleObj name="Equation" r:id="rId8" imgW="2031840" imgH="419040" progId="Equation.DSMT4">
                  <p:embed/>
                </p:oleObj>
              </mc:Choice>
              <mc:Fallback>
                <p:oleObj name="Equation" r:id="rId8" imgW="2031840" imgH="419040" progId="Equation.DSMT4">
                  <p:embed/>
                  <p:pic>
                    <p:nvPicPr>
                      <p:cNvPr id="1045" name="Object 1044">
                        <a:extLst>
                          <a:ext uri="{FF2B5EF4-FFF2-40B4-BE49-F238E27FC236}">
                            <a16:creationId xmlns:a16="http://schemas.microsoft.com/office/drawing/2014/main" id="{6D6B1591-384D-06D5-2230-DD4CF47061C2}"/>
                          </a:ext>
                        </a:extLst>
                      </p:cNvPr>
                      <p:cNvPicPr/>
                      <p:nvPr/>
                    </p:nvPicPr>
                    <p:blipFill>
                      <a:blip r:embed="rId9"/>
                      <a:stretch>
                        <a:fillRect/>
                      </a:stretch>
                    </p:blipFill>
                    <p:spPr>
                      <a:xfrm>
                        <a:off x="2427243" y="3474752"/>
                        <a:ext cx="3270250" cy="674688"/>
                      </a:xfrm>
                      <a:prstGeom prst="rect">
                        <a:avLst/>
                      </a:prstGeom>
                    </p:spPr>
                  </p:pic>
                </p:oleObj>
              </mc:Fallback>
            </mc:AlternateContent>
          </a:graphicData>
        </a:graphic>
      </p:graphicFrame>
      <p:graphicFrame>
        <p:nvGraphicFramePr>
          <p:cNvPr id="15" name="Object 14">
            <a:extLst>
              <a:ext uri="{FF2B5EF4-FFF2-40B4-BE49-F238E27FC236}">
                <a16:creationId xmlns:a16="http://schemas.microsoft.com/office/drawing/2014/main" id="{2AED95DA-0E66-7426-3FA3-84B5BB746319}"/>
              </a:ext>
            </a:extLst>
          </p:cNvPr>
          <p:cNvGraphicFramePr>
            <a:graphicFrameLocks noChangeAspect="1"/>
          </p:cNvGraphicFramePr>
          <p:nvPr>
            <p:extLst>
              <p:ext uri="{D42A27DB-BD31-4B8C-83A1-F6EECF244321}">
                <p14:modId xmlns:p14="http://schemas.microsoft.com/office/powerpoint/2010/main" val="2613383808"/>
              </p:ext>
            </p:extLst>
          </p:nvPr>
        </p:nvGraphicFramePr>
        <p:xfrm>
          <a:off x="5783346" y="3719022"/>
          <a:ext cx="2227263" cy="327025"/>
        </p:xfrm>
        <a:graphic>
          <a:graphicData uri="http://schemas.openxmlformats.org/presentationml/2006/ole">
            <mc:AlternateContent xmlns:mc="http://schemas.openxmlformats.org/markup-compatibility/2006">
              <mc:Choice xmlns:v="urn:schemas-microsoft-com:vml" Requires="v">
                <p:oleObj name="Equation" r:id="rId10" imgW="1384200" imgH="203040" progId="Equation.DSMT4">
                  <p:embed/>
                </p:oleObj>
              </mc:Choice>
              <mc:Fallback>
                <p:oleObj name="Equation" r:id="rId10" imgW="1384200" imgH="203040" progId="Equation.DSMT4">
                  <p:embed/>
                  <p:pic>
                    <p:nvPicPr>
                      <p:cNvPr id="1046" name="Object 1045">
                        <a:extLst>
                          <a:ext uri="{FF2B5EF4-FFF2-40B4-BE49-F238E27FC236}">
                            <a16:creationId xmlns:a16="http://schemas.microsoft.com/office/drawing/2014/main" id="{20BE7A5D-922F-6392-CCDC-7FC8CF46C33D}"/>
                          </a:ext>
                        </a:extLst>
                      </p:cNvPr>
                      <p:cNvPicPr/>
                      <p:nvPr/>
                    </p:nvPicPr>
                    <p:blipFill>
                      <a:blip r:embed="rId11"/>
                      <a:stretch>
                        <a:fillRect/>
                      </a:stretch>
                    </p:blipFill>
                    <p:spPr>
                      <a:xfrm>
                        <a:off x="5783346" y="3719022"/>
                        <a:ext cx="2227263" cy="327025"/>
                      </a:xfrm>
                      <a:prstGeom prst="rect">
                        <a:avLst/>
                      </a:prstGeom>
                    </p:spPr>
                  </p:pic>
                </p:oleObj>
              </mc:Fallback>
            </mc:AlternateContent>
          </a:graphicData>
        </a:graphic>
      </p:graphicFrame>
      <p:sp>
        <p:nvSpPr>
          <p:cNvPr id="16" name="TextBox 15">
            <a:extLst>
              <a:ext uri="{FF2B5EF4-FFF2-40B4-BE49-F238E27FC236}">
                <a16:creationId xmlns:a16="http://schemas.microsoft.com/office/drawing/2014/main" id="{640C7B53-95A3-FFD2-2296-9ADC0365AADA}"/>
              </a:ext>
            </a:extLst>
          </p:cNvPr>
          <p:cNvSpPr txBox="1"/>
          <p:nvPr/>
        </p:nvSpPr>
        <p:spPr>
          <a:xfrm>
            <a:off x="8271494" y="3674906"/>
            <a:ext cx="1112611" cy="369332"/>
          </a:xfrm>
          <a:prstGeom prst="rect">
            <a:avLst/>
          </a:prstGeom>
          <a:noFill/>
        </p:spPr>
        <p:txBody>
          <a:bodyPr wrap="square">
            <a:spAutoFit/>
          </a:bodyPr>
          <a:lstStyle/>
          <a:p>
            <a:pPr lvl="0">
              <a:defRPr/>
            </a:pPr>
            <a:r>
              <a:rPr lang="en-US">
                <a:solidFill>
                  <a:prstClr val="black"/>
                </a:solidFill>
                <a:latin typeface="Calibri" panose="020F0502020204030204"/>
              </a:rPr>
              <a:t>Vậy:</a:t>
            </a:r>
            <a:endParaRPr lang="en-US">
              <a:solidFill>
                <a:prstClr val="black"/>
              </a:solidFill>
              <a:sym typeface="Symbol" panose="05050102010706020507" pitchFamily="18" charset="2"/>
            </a:endParaRPr>
          </a:p>
        </p:txBody>
      </p:sp>
      <p:graphicFrame>
        <p:nvGraphicFramePr>
          <p:cNvPr id="17" name="Object 16">
            <a:extLst>
              <a:ext uri="{FF2B5EF4-FFF2-40B4-BE49-F238E27FC236}">
                <a16:creationId xmlns:a16="http://schemas.microsoft.com/office/drawing/2014/main" id="{8F64FE36-F947-C8A8-0F77-16B6568F93B7}"/>
              </a:ext>
            </a:extLst>
          </p:cNvPr>
          <p:cNvGraphicFramePr>
            <a:graphicFrameLocks noChangeAspect="1"/>
          </p:cNvGraphicFramePr>
          <p:nvPr>
            <p:extLst>
              <p:ext uri="{D42A27DB-BD31-4B8C-83A1-F6EECF244321}">
                <p14:modId xmlns:p14="http://schemas.microsoft.com/office/powerpoint/2010/main" val="3430446378"/>
              </p:ext>
            </p:extLst>
          </p:nvPr>
        </p:nvGraphicFramePr>
        <p:xfrm>
          <a:off x="8808556" y="3686065"/>
          <a:ext cx="1912402" cy="359982"/>
        </p:xfrm>
        <a:graphic>
          <a:graphicData uri="http://schemas.openxmlformats.org/presentationml/2006/ole">
            <mc:AlternateContent xmlns:mc="http://schemas.openxmlformats.org/markup-compatibility/2006">
              <mc:Choice xmlns:v="urn:schemas-microsoft-com:vml" Requires="v">
                <p:oleObj name="Equation" r:id="rId12" imgW="1079280" imgH="203040" progId="Equation.DSMT4">
                  <p:embed/>
                </p:oleObj>
              </mc:Choice>
              <mc:Fallback>
                <p:oleObj name="Equation" r:id="rId12" imgW="1079280" imgH="203040" progId="Equation.DSMT4">
                  <p:embed/>
                  <p:pic>
                    <p:nvPicPr>
                      <p:cNvPr id="1048" name="Object 1047">
                        <a:extLst>
                          <a:ext uri="{FF2B5EF4-FFF2-40B4-BE49-F238E27FC236}">
                            <a16:creationId xmlns:a16="http://schemas.microsoft.com/office/drawing/2014/main" id="{EC17E1B1-1BF4-43D5-EE55-D76B84F71888}"/>
                          </a:ext>
                        </a:extLst>
                      </p:cNvPr>
                      <p:cNvPicPr/>
                      <p:nvPr/>
                    </p:nvPicPr>
                    <p:blipFill>
                      <a:blip r:embed="rId13"/>
                      <a:stretch>
                        <a:fillRect/>
                      </a:stretch>
                    </p:blipFill>
                    <p:spPr>
                      <a:xfrm>
                        <a:off x="8808556" y="3686065"/>
                        <a:ext cx="1912402" cy="359982"/>
                      </a:xfrm>
                      <a:prstGeom prst="rect">
                        <a:avLst/>
                      </a:prstGeom>
                    </p:spPr>
                  </p:pic>
                </p:oleObj>
              </mc:Fallback>
            </mc:AlternateContent>
          </a:graphicData>
        </a:graphic>
      </p:graphicFrame>
      <p:sp>
        <p:nvSpPr>
          <p:cNvPr id="18" name="TextBox 17">
            <a:extLst>
              <a:ext uri="{FF2B5EF4-FFF2-40B4-BE49-F238E27FC236}">
                <a16:creationId xmlns:a16="http://schemas.microsoft.com/office/drawing/2014/main" id="{10E77DF4-67FA-0A2A-F1C5-75B37740AC11}"/>
              </a:ext>
            </a:extLst>
          </p:cNvPr>
          <p:cNvSpPr txBox="1"/>
          <p:nvPr/>
        </p:nvSpPr>
        <p:spPr>
          <a:xfrm>
            <a:off x="241718" y="4283952"/>
            <a:ext cx="11155681" cy="369332"/>
          </a:xfrm>
          <a:prstGeom prst="rect">
            <a:avLst/>
          </a:prstGeom>
          <a:noFill/>
        </p:spPr>
        <p:txBody>
          <a:bodyPr wrap="square">
            <a:spAutoFit/>
          </a:bodyPr>
          <a:lstStyle/>
          <a:p>
            <a:r>
              <a:rPr lang="en-US">
                <a:latin typeface="Calibri" panose="020F0502020204030204"/>
              </a:rPr>
              <a:t>Trên màn quan sát được 7 cực đại chính</a:t>
            </a:r>
            <a:endParaRPr lang="en-US"/>
          </a:p>
        </p:txBody>
      </p:sp>
      <p:sp>
        <p:nvSpPr>
          <p:cNvPr id="21" name="TextBox 20">
            <a:extLst>
              <a:ext uri="{FF2B5EF4-FFF2-40B4-BE49-F238E27FC236}">
                <a16:creationId xmlns:a16="http://schemas.microsoft.com/office/drawing/2014/main" id="{E6919752-2F4E-97E7-1E9A-BAF53F3E8A4E}"/>
              </a:ext>
            </a:extLst>
          </p:cNvPr>
          <p:cNvSpPr txBox="1"/>
          <p:nvPr/>
        </p:nvSpPr>
        <p:spPr>
          <a:xfrm>
            <a:off x="251860" y="4776982"/>
            <a:ext cx="9221323" cy="369332"/>
          </a:xfrm>
          <a:prstGeom prst="rect">
            <a:avLst/>
          </a:prstGeom>
          <a:noFill/>
        </p:spPr>
        <p:txBody>
          <a:bodyPr wrap="square">
            <a:spAutoFit/>
          </a:bodyPr>
          <a:lstStyle/>
          <a:p>
            <a:pPr lvl="0">
              <a:defRPr/>
            </a:pPr>
            <a:r>
              <a:rPr lang="en-US">
                <a:solidFill>
                  <a:prstClr val="black"/>
                </a:solidFill>
                <a:latin typeface="Calibri" panose="020F0502020204030204"/>
              </a:rPr>
              <a:t>b) Vị trí</a:t>
            </a:r>
            <a:r>
              <a:rPr lang="en-US">
                <a:solidFill>
                  <a:prstClr val="black"/>
                </a:solidFill>
                <a:sym typeface="Symbol" panose="05050102010706020507" pitchFamily="18" charset="2"/>
              </a:rPr>
              <a:t> của cực đại chính trên màn quan sát ứng với góc nhiễu xạ của quang phổ bậc 3 là:</a:t>
            </a:r>
          </a:p>
        </p:txBody>
      </p:sp>
      <p:graphicFrame>
        <p:nvGraphicFramePr>
          <p:cNvPr id="22" name="Object 21">
            <a:extLst>
              <a:ext uri="{FF2B5EF4-FFF2-40B4-BE49-F238E27FC236}">
                <a16:creationId xmlns:a16="http://schemas.microsoft.com/office/drawing/2014/main" id="{CB1619A1-6797-DA31-A673-F63B0AAF9E5C}"/>
              </a:ext>
            </a:extLst>
          </p:cNvPr>
          <p:cNvGraphicFramePr>
            <a:graphicFrameLocks noChangeAspect="1"/>
          </p:cNvGraphicFramePr>
          <p:nvPr>
            <p:extLst>
              <p:ext uri="{D42A27DB-BD31-4B8C-83A1-F6EECF244321}">
                <p14:modId xmlns:p14="http://schemas.microsoft.com/office/powerpoint/2010/main" val="825418992"/>
              </p:ext>
            </p:extLst>
          </p:nvPr>
        </p:nvGraphicFramePr>
        <p:xfrm>
          <a:off x="8773859" y="4653280"/>
          <a:ext cx="1103312" cy="633413"/>
        </p:xfrm>
        <a:graphic>
          <a:graphicData uri="http://schemas.openxmlformats.org/presentationml/2006/ole">
            <mc:AlternateContent xmlns:mc="http://schemas.openxmlformats.org/markup-compatibility/2006">
              <mc:Choice xmlns:v="urn:schemas-microsoft-com:vml" Requires="v">
                <p:oleObj name="Equation" r:id="rId14" imgW="685800" imgH="393480" progId="Equation.DSMT4">
                  <p:embed/>
                </p:oleObj>
              </mc:Choice>
              <mc:Fallback>
                <p:oleObj name="Equation" r:id="rId14" imgW="685800" imgH="393480" progId="Equation.DSMT4">
                  <p:embed/>
                  <p:pic>
                    <p:nvPicPr>
                      <p:cNvPr id="20" name="Object 19">
                        <a:extLst>
                          <a:ext uri="{FF2B5EF4-FFF2-40B4-BE49-F238E27FC236}">
                            <a16:creationId xmlns:a16="http://schemas.microsoft.com/office/drawing/2014/main" id="{CB1619A1-6797-DA31-A673-F63B0AAF9E5C}"/>
                          </a:ext>
                        </a:extLst>
                      </p:cNvPr>
                      <p:cNvPicPr/>
                      <p:nvPr/>
                    </p:nvPicPr>
                    <p:blipFill>
                      <a:blip r:embed="rId15"/>
                      <a:stretch>
                        <a:fillRect/>
                      </a:stretch>
                    </p:blipFill>
                    <p:spPr>
                      <a:xfrm>
                        <a:off x="8773859" y="4653280"/>
                        <a:ext cx="1103312" cy="633413"/>
                      </a:xfrm>
                      <a:prstGeom prst="rect">
                        <a:avLst/>
                      </a:prstGeom>
                    </p:spPr>
                  </p:pic>
                </p:oleObj>
              </mc:Fallback>
            </mc:AlternateContent>
          </a:graphicData>
        </a:graphic>
      </p:graphicFrame>
      <p:sp>
        <p:nvSpPr>
          <p:cNvPr id="23" name="TextBox 22">
            <a:extLst>
              <a:ext uri="{FF2B5EF4-FFF2-40B4-BE49-F238E27FC236}">
                <a16:creationId xmlns:a16="http://schemas.microsoft.com/office/drawing/2014/main" id="{9338B1A2-4E14-5A7B-9992-16B7F4C2507B}"/>
              </a:ext>
            </a:extLst>
          </p:cNvPr>
          <p:cNvSpPr txBox="1"/>
          <p:nvPr/>
        </p:nvSpPr>
        <p:spPr>
          <a:xfrm>
            <a:off x="239668" y="5464938"/>
            <a:ext cx="9221323" cy="369332"/>
          </a:xfrm>
          <a:prstGeom prst="rect">
            <a:avLst/>
          </a:prstGeom>
          <a:noFill/>
        </p:spPr>
        <p:txBody>
          <a:bodyPr wrap="square">
            <a:spAutoFit/>
          </a:bodyPr>
          <a:lstStyle/>
          <a:p>
            <a:pPr lvl="0">
              <a:defRPr/>
            </a:pPr>
            <a:r>
              <a:rPr lang="en-US">
                <a:solidFill>
                  <a:prstClr val="black"/>
                </a:solidFill>
                <a:latin typeface="Calibri" panose="020F0502020204030204"/>
              </a:rPr>
              <a:t>Ta có (sin</a:t>
            </a:r>
            <a:r>
              <a:rPr lang="en-US">
                <a:solidFill>
                  <a:prstClr val="black"/>
                </a:solidFill>
                <a:latin typeface="Calibri" panose="020F0502020204030204"/>
                <a:sym typeface="Symbol" panose="05050102010706020507" pitchFamily="18" charset="2"/>
              </a:rPr>
              <a:t>)</a:t>
            </a:r>
            <a:r>
              <a:rPr lang="en-US" baseline="-25000">
                <a:solidFill>
                  <a:prstClr val="black"/>
                </a:solidFill>
                <a:latin typeface="Calibri" panose="020F0502020204030204"/>
                <a:sym typeface="Symbol" panose="05050102010706020507" pitchFamily="18" charset="2"/>
              </a:rPr>
              <a:t>max</a:t>
            </a:r>
            <a:r>
              <a:rPr lang="en-US">
                <a:solidFill>
                  <a:prstClr val="black"/>
                </a:solidFill>
                <a:latin typeface="Calibri" panose="020F0502020204030204"/>
                <a:sym typeface="Symbol" panose="05050102010706020507" pitchFamily="18" charset="2"/>
              </a:rPr>
              <a:t> = 1 thì bước sóng giới hạn là </a:t>
            </a:r>
            <a:r>
              <a:rPr lang="en-US" baseline="-25000">
                <a:solidFill>
                  <a:prstClr val="black"/>
                </a:solidFill>
                <a:latin typeface="Calibri" panose="020F0502020204030204"/>
                <a:sym typeface="Symbol" panose="05050102010706020507" pitchFamily="18" charset="2"/>
              </a:rPr>
              <a:t>max</a:t>
            </a:r>
            <a:r>
              <a:rPr lang="en-US">
                <a:solidFill>
                  <a:prstClr val="black"/>
                </a:solidFill>
                <a:latin typeface="Calibri" panose="020F0502020204030204"/>
                <a:sym typeface="Symbol" panose="05050102010706020507" pitchFamily="18" charset="2"/>
              </a:rPr>
              <a:t> bằng:</a:t>
            </a:r>
            <a:endParaRPr lang="en-US">
              <a:solidFill>
                <a:prstClr val="black"/>
              </a:solidFill>
              <a:sym typeface="Symbol" panose="05050102010706020507" pitchFamily="18" charset="2"/>
            </a:endParaRPr>
          </a:p>
        </p:txBody>
      </p:sp>
      <p:graphicFrame>
        <p:nvGraphicFramePr>
          <p:cNvPr id="24" name="Object 23">
            <a:extLst>
              <a:ext uri="{FF2B5EF4-FFF2-40B4-BE49-F238E27FC236}">
                <a16:creationId xmlns:a16="http://schemas.microsoft.com/office/drawing/2014/main" id="{82F7A87F-ED8E-3CFA-F16A-FFC7A8EB090F}"/>
              </a:ext>
            </a:extLst>
          </p:cNvPr>
          <p:cNvGraphicFramePr>
            <a:graphicFrameLocks noChangeAspect="1"/>
          </p:cNvGraphicFramePr>
          <p:nvPr>
            <p:extLst>
              <p:ext uri="{D42A27DB-BD31-4B8C-83A1-F6EECF244321}">
                <p14:modId xmlns:p14="http://schemas.microsoft.com/office/powerpoint/2010/main" val="2925623864"/>
              </p:ext>
            </p:extLst>
          </p:nvPr>
        </p:nvGraphicFramePr>
        <p:xfrm>
          <a:off x="5383929" y="5306588"/>
          <a:ext cx="3869798" cy="697465"/>
        </p:xfrm>
        <a:graphic>
          <a:graphicData uri="http://schemas.openxmlformats.org/presentationml/2006/ole">
            <mc:AlternateContent xmlns:mc="http://schemas.openxmlformats.org/markup-compatibility/2006">
              <mc:Choice xmlns:v="urn:schemas-microsoft-com:vml" Requires="v">
                <p:oleObj name="Equation" r:id="rId16" imgW="2184120" imgH="393480" progId="Equation.DSMT4">
                  <p:embed/>
                </p:oleObj>
              </mc:Choice>
              <mc:Fallback>
                <p:oleObj name="Equation" r:id="rId16" imgW="2184120" imgH="393480" progId="Equation.DSMT4">
                  <p:embed/>
                  <p:pic>
                    <p:nvPicPr>
                      <p:cNvPr id="0" name=""/>
                      <p:cNvPicPr/>
                      <p:nvPr/>
                    </p:nvPicPr>
                    <p:blipFill>
                      <a:blip r:embed="rId17"/>
                      <a:stretch>
                        <a:fillRect/>
                      </a:stretch>
                    </p:blipFill>
                    <p:spPr>
                      <a:xfrm>
                        <a:off x="5383929" y="5306588"/>
                        <a:ext cx="3869798" cy="697465"/>
                      </a:xfrm>
                      <a:prstGeom prst="rect">
                        <a:avLst/>
                      </a:prstGeom>
                    </p:spPr>
                  </p:pic>
                </p:oleObj>
              </mc:Fallback>
            </mc:AlternateContent>
          </a:graphicData>
        </a:graphic>
      </p:graphicFrame>
    </p:spTree>
    <p:extLst>
      <p:ext uri="{BB962C8B-B14F-4D97-AF65-F5344CB8AC3E}">
        <p14:creationId xmlns:p14="http://schemas.microsoft.com/office/powerpoint/2010/main" val="334205068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1000"/>
                                        <p:tgtEl>
                                          <p:spTgt spid="3"/>
                                        </p:tgtEl>
                                      </p:cBhvr>
                                    </p:animEffect>
                                    <p:anim calcmode="lin" valueType="num">
                                      <p:cBhvr>
                                        <p:cTn id="8" dur="1000" fill="hold"/>
                                        <p:tgtEl>
                                          <p:spTgt spid="3"/>
                                        </p:tgtEl>
                                        <p:attrNameLst>
                                          <p:attrName>ppt_x</p:attrName>
                                        </p:attrNameLst>
                                      </p:cBhvr>
                                      <p:tavLst>
                                        <p:tav tm="0">
                                          <p:val>
                                            <p:strVal val="#ppt_x"/>
                                          </p:val>
                                        </p:tav>
                                        <p:tav tm="100000">
                                          <p:val>
                                            <p:strVal val="#ppt_x"/>
                                          </p:val>
                                        </p:tav>
                                      </p:tavLst>
                                    </p:anim>
                                    <p:anim calcmode="lin" valueType="num">
                                      <p:cBhvr>
                                        <p:cTn id="9" dur="1000" fill="hold"/>
                                        <p:tgtEl>
                                          <p:spTgt spid="3"/>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6"/>
                                        </p:tgtEl>
                                        <p:attrNameLst>
                                          <p:attrName>style.visibility</p:attrName>
                                        </p:attrNameLst>
                                      </p:cBhvr>
                                      <p:to>
                                        <p:strVal val="visible"/>
                                      </p:to>
                                    </p:set>
                                    <p:animEffect transition="in" filter="fade">
                                      <p:cBhvr>
                                        <p:cTn id="14" dur="1000"/>
                                        <p:tgtEl>
                                          <p:spTgt spid="6"/>
                                        </p:tgtEl>
                                      </p:cBhvr>
                                    </p:animEffect>
                                    <p:anim calcmode="lin" valueType="num">
                                      <p:cBhvr>
                                        <p:cTn id="15" dur="1000" fill="hold"/>
                                        <p:tgtEl>
                                          <p:spTgt spid="6"/>
                                        </p:tgtEl>
                                        <p:attrNameLst>
                                          <p:attrName>ppt_x</p:attrName>
                                        </p:attrNameLst>
                                      </p:cBhvr>
                                      <p:tavLst>
                                        <p:tav tm="0">
                                          <p:val>
                                            <p:strVal val="#ppt_x"/>
                                          </p:val>
                                        </p:tav>
                                        <p:tav tm="100000">
                                          <p:val>
                                            <p:strVal val="#ppt_x"/>
                                          </p:val>
                                        </p:tav>
                                      </p:tavLst>
                                    </p:anim>
                                    <p:anim calcmode="lin" valueType="num">
                                      <p:cBhvr>
                                        <p:cTn id="16" dur="1000" fill="hold"/>
                                        <p:tgtEl>
                                          <p:spTgt spid="6"/>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nodeType="clickEffect">
                                  <p:stCondLst>
                                    <p:cond delay="0"/>
                                  </p:stCondLst>
                                  <p:childTnLst>
                                    <p:set>
                                      <p:cBhvr>
                                        <p:cTn id="20" dur="1" fill="hold">
                                          <p:stCondLst>
                                            <p:cond delay="0"/>
                                          </p:stCondLst>
                                        </p:cTn>
                                        <p:tgtEl>
                                          <p:spTgt spid="7"/>
                                        </p:tgtEl>
                                        <p:attrNameLst>
                                          <p:attrName>style.visibility</p:attrName>
                                        </p:attrNameLst>
                                      </p:cBhvr>
                                      <p:to>
                                        <p:strVal val="visible"/>
                                      </p:to>
                                    </p:set>
                                    <p:animEffect transition="in" filter="fade">
                                      <p:cBhvr>
                                        <p:cTn id="21" dur="1000"/>
                                        <p:tgtEl>
                                          <p:spTgt spid="7"/>
                                        </p:tgtEl>
                                      </p:cBhvr>
                                    </p:animEffect>
                                    <p:anim calcmode="lin" valueType="num">
                                      <p:cBhvr>
                                        <p:cTn id="22" dur="1000" fill="hold"/>
                                        <p:tgtEl>
                                          <p:spTgt spid="7"/>
                                        </p:tgtEl>
                                        <p:attrNameLst>
                                          <p:attrName>ppt_x</p:attrName>
                                        </p:attrNameLst>
                                      </p:cBhvr>
                                      <p:tavLst>
                                        <p:tav tm="0">
                                          <p:val>
                                            <p:strVal val="#ppt_x"/>
                                          </p:val>
                                        </p:tav>
                                        <p:tav tm="100000">
                                          <p:val>
                                            <p:strVal val="#ppt_x"/>
                                          </p:val>
                                        </p:tav>
                                      </p:tavLst>
                                    </p:anim>
                                    <p:anim calcmode="lin" valueType="num">
                                      <p:cBhvr>
                                        <p:cTn id="23"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8"/>
                                        </p:tgtEl>
                                        <p:attrNameLst>
                                          <p:attrName>style.visibility</p:attrName>
                                        </p:attrNameLst>
                                      </p:cBhvr>
                                      <p:to>
                                        <p:strVal val="visible"/>
                                      </p:to>
                                    </p:set>
                                    <p:animEffect transition="in" filter="fade">
                                      <p:cBhvr>
                                        <p:cTn id="28" dur="1000"/>
                                        <p:tgtEl>
                                          <p:spTgt spid="8"/>
                                        </p:tgtEl>
                                      </p:cBhvr>
                                    </p:animEffect>
                                    <p:anim calcmode="lin" valueType="num">
                                      <p:cBhvr>
                                        <p:cTn id="29" dur="1000" fill="hold"/>
                                        <p:tgtEl>
                                          <p:spTgt spid="8"/>
                                        </p:tgtEl>
                                        <p:attrNameLst>
                                          <p:attrName>ppt_x</p:attrName>
                                        </p:attrNameLst>
                                      </p:cBhvr>
                                      <p:tavLst>
                                        <p:tav tm="0">
                                          <p:val>
                                            <p:strVal val="#ppt_x"/>
                                          </p:val>
                                        </p:tav>
                                        <p:tav tm="100000">
                                          <p:val>
                                            <p:strVal val="#ppt_x"/>
                                          </p:val>
                                        </p:tav>
                                      </p:tavLst>
                                    </p:anim>
                                    <p:anim calcmode="lin" valueType="num">
                                      <p:cBhvr>
                                        <p:cTn id="30"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2" presetClass="entr" presetSubtype="4" fill="hold" nodeType="clickEffect">
                                  <p:stCondLst>
                                    <p:cond delay="0"/>
                                  </p:stCondLst>
                                  <p:childTnLst>
                                    <p:set>
                                      <p:cBhvr>
                                        <p:cTn id="34" dur="1" fill="hold">
                                          <p:stCondLst>
                                            <p:cond delay="0"/>
                                          </p:stCondLst>
                                        </p:cTn>
                                        <p:tgtEl>
                                          <p:spTgt spid="11"/>
                                        </p:tgtEl>
                                        <p:attrNameLst>
                                          <p:attrName>style.visibility</p:attrName>
                                        </p:attrNameLst>
                                      </p:cBhvr>
                                      <p:to>
                                        <p:strVal val="visible"/>
                                      </p:to>
                                    </p:set>
                                    <p:anim calcmode="lin" valueType="num">
                                      <p:cBhvr additive="base">
                                        <p:cTn id="35" dur="500" fill="hold"/>
                                        <p:tgtEl>
                                          <p:spTgt spid="11"/>
                                        </p:tgtEl>
                                        <p:attrNameLst>
                                          <p:attrName>ppt_x</p:attrName>
                                        </p:attrNameLst>
                                      </p:cBhvr>
                                      <p:tavLst>
                                        <p:tav tm="0">
                                          <p:val>
                                            <p:strVal val="#ppt_x"/>
                                          </p:val>
                                        </p:tav>
                                        <p:tav tm="100000">
                                          <p:val>
                                            <p:strVal val="#ppt_x"/>
                                          </p:val>
                                        </p:tav>
                                      </p:tavLst>
                                    </p:anim>
                                    <p:anim calcmode="lin" valueType="num">
                                      <p:cBhvr additive="base">
                                        <p:cTn id="36" dur="500" fill="hold"/>
                                        <p:tgtEl>
                                          <p:spTgt spid="11"/>
                                        </p:tgtEl>
                                        <p:attrNameLst>
                                          <p:attrName>ppt_y</p:attrName>
                                        </p:attrNameLst>
                                      </p:cBhvr>
                                      <p:tavLst>
                                        <p:tav tm="0">
                                          <p:val>
                                            <p:strVal val="1+#ppt_h/2"/>
                                          </p:val>
                                        </p:tav>
                                        <p:tav tm="100000">
                                          <p:val>
                                            <p:strVal val="#ppt_y"/>
                                          </p:val>
                                        </p:tav>
                                      </p:tavLst>
                                    </p:anim>
                                  </p:childTnLst>
                                </p:cTn>
                              </p:par>
                            </p:childTnLst>
                          </p:cTn>
                        </p:par>
                      </p:childTnLst>
                    </p:cTn>
                  </p:par>
                  <p:par>
                    <p:cTn id="37" fill="hold">
                      <p:stCondLst>
                        <p:cond delay="indefinite"/>
                      </p:stCondLst>
                      <p:childTnLst>
                        <p:par>
                          <p:cTn id="38" fill="hold">
                            <p:stCondLst>
                              <p:cond delay="0"/>
                            </p:stCondLst>
                            <p:childTnLst>
                              <p:par>
                                <p:cTn id="39" presetID="42" presetClass="entr" presetSubtype="0" fill="hold" grpId="0" nodeType="clickEffect">
                                  <p:stCondLst>
                                    <p:cond delay="0"/>
                                  </p:stCondLst>
                                  <p:childTnLst>
                                    <p:set>
                                      <p:cBhvr>
                                        <p:cTn id="40" dur="1" fill="hold">
                                          <p:stCondLst>
                                            <p:cond delay="0"/>
                                          </p:stCondLst>
                                        </p:cTn>
                                        <p:tgtEl>
                                          <p:spTgt spid="12"/>
                                        </p:tgtEl>
                                        <p:attrNameLst>
                                          <p:attrName>style.visibility</p:attrName>
                                        </p:attrNameLst>
                                      </p:cBhvr>
                                      <p:to>
                                        <p:strVal val="visible"/>
                                      </p:to>
                                    </p:set>
                                    <p:animEffect transition="in" filter="fade">
                                      <p:cBhvr>
                                        <p:cTn id="41" dur="1000"/>
                                        <p:tgtEl>
                                          <p:spTgt spid="12"/>
                                        </p:tgtEl>
                                      </p:cBhvr>
                                    </p:animEffect>
                                    <p:anim calcmode="lin" valueType="num">
                                      <p:cBhvr>
                                        <p:cTn id="42" dur="1000" fill="hold"/>
                                        <p:tgtEl>
                                          <p:spTgt spid="12"/>
                                        </p:tgtEl>
                                        <p:attrNameLst>
                                          <p:attrName>ppt_x</p:attrName>
                                        </p:attrNameLst>
                                      </p:cBhvr>
                                      <p:tavLst>
                                        <p:tav tm="0">
                                          <p:val>
                                            <p:strVal val="#ppt_x"/>
                                          </p:val>
                                        </p:tav>
                                        <p:tav tm="100000">
                                          <p:val>
                                            <p:strVal val="#ppt_x"/>
                                          </p:val>
                                        </p:tav>
                                      </p:tavLst>
                                    </p:anim>
                                    <p:anim calcmode="lin" valueType="num">
                                      <p:cBhvr>
                                        <p:cTn id="43" dur="1000" fill="hold"/>
                                        <p:tgtEl>
                                          <p:spTgt spid="12"/>
                                        </p:tgtEl>
                                        <p:attrNameLst>
                                          <p:attrName>ppt_y</p:attrName>
                                        </p:attrNameLst>
                                      </p:cBhvr>
                                      <p:tavLst>
                                        <p:tav tm="0">
                                          <p:val>
                                            <p:strVal val="#ppt_y+.1"/>
                                          </p:val>
                                        </p:tav>
                                        <p:tav tm="100000">
                                          <p:val>
                                            <p:strVal val="#ppt_y"/>
                                          </p:val>
                                        </p:tav>
                                      </p:tavLst>
                                    </p:anim>
                                  </p:childTnLst>
                                </p:cTn>
                              </p:par>
                            </p:childTnLst>
                          </p:cTn>
                        </p:par>
                      </p:childTnLst>
                    </p:cTn>
                  </p:par>
                  <p:par>
                    <p:cTn id="44" fill="hold">
                      <p:stCondLst>
                        <p:cond delay="indefinite"/>
                      </p:stCondLst>
                      <p:childTnLst>
                        <p:par>
                          <p:cTn id="45" fill="hold">
                            <p:stCondLst>
                              <p:cond delay="0"/>
                            </p:stCondLst>
                            <p:childTnLst>
                              <p:par>
                                <p:cTn id="46" presetID="2" presetClass="entr" presetSubtype="4" fill="hold" nodeType="clickEffect">
                                  <p:stCondLst>
                                    <p:cond delay="0"/>
                                  </p:stCondLst>
                                  <p:childTnLst>
                                    <p:set>
                                      <p:cBhvr>
                                        <p:cTn id="47" dur="1" fill="hold">
                                          <p:stCondLst>
                                            <p:cond delay="0"/>
                                          </p:stCondLst>
                                        </p:cTn>
                                        <p:tgtEl>
                                          <p:spTgt spid="13"/>
                                        </p:tgtEl>
                                        <p:attrNameLst>
                                          <p:attrName>style.visibility</p:attrName>
                                        </p:attrNameLst>
                                      </p:cBhvr>
                                      <p:to>
                                        <p:strVal val="visible"/>
                                      </p:to>
                                    </p:set>
                                    <p:anim calcmode="lin" valueType="num">
                                      <p:cBhvr additive="base">
                                        <p:cTn id="48" dur="500" fill="hold"/>
                                        <p:tgtEl>
                                          <p:spTgt spid="13"/>
                                        </p:tgtEl>
                                        <p:attrNameLst>
                                          <p:attrName>ppt_x</p:attrName>
                                        </p:attrNameLst>
                                      </p:cBhvr>
                                      <p:tavLst>
                                        <p:tav tm="0">
                                          <p:val>
                                            <p:strVal val="#ppt_x"/>
                                          </p:val>
                                        </p:tav>
                                        <p:tav tm="100000">
                                          <p:val>
                                            <p:strVal val="#ppt_x"/>
                                          </p:val>
                                        </p:tav>
                                      </p:tavLst>
                                    </p:anim>
                                    <p:anim calcmode="lin" valueType="num">
                                      <p:cBhvr additive="base">
                                        <p:cTn id="49" dur="500" fill="hold"/>
                                        <p:tgtEl>
                                          <p:spTgt spid="13"/>
                                        </p:tgtEl>
                                        <p:attrNameLst>
                                          <p:attrName>ppt_y</p:attrName>
                                        </p:attrNameLst>
                                      </p:cBhvr>
                                      <p:tavLst>
                                        <p:tav tm="0">
                                          <p:val>
                                            <p:strVal val="1+#ppt_h/2"/>
                                          </p:val>
                                        </p:tav>
                                        <p:tav tm="100000">
                                          <p:val>
                                            <p:strVal val="#ppt_y"/>
                                          </p:val>
                                        </p:tav>
                                      </p:tavLst>
                                    </p:anim>
                                  </p:childTnLst>
                                </p:cTn>
                              </p:par>
                            </p:childTnLst>
                          </p:cTn>
                        </p:par>
                      </p:childTnLst>
                    </p:cTn>
                  </p:par>
                  <p:par>
                    <p:cTn id="50" fill="hold">
                      <p:stCondLst>
                        <p:cond delay="indefinite"/>
                      </p:stCondLst>
                      <p:childTnLst>
                        <p:par>
                          <p:cTn id="51" fill="hold">
                            <p:stCondLst>
                              <p:cond delay="0"/>
                            </p:stCondLst>
                            <p:childTnLst>
                              <p:par>
                                <p:cTn id="52" presetID="42" presetClass="entr" presetSubtype="0" fill="hold" nodeType="clickEffect">
                                  <p:stCondLst>
                                    <p:cond delay="0"/>
                                  </p:stCondLst>
                                  <p:childTnLst>
                                    <p:set>
                                      <p:cBhvr>
                                        <p:cTn id="53" dur="1" fill="hold">
                                          <p:stCondLst>
                                            <p:cond delay="0"/>
                                          </p:stCondLst>
                                        </p:cTn>
                                        <p:tgtEl>
                                          <p:spTgt spid="14"/>
                                        </p:tgtEl>
                                        <p:attrNameLst>
                                          <p:attrName>style.visibility</p:attrName>
                                        </p:attrNameLst>
                                      </p:cBhvr>
                                      <p:to>
                                        <p:strVal val="visible"/>
                                      </p:to>
                                    </p:set>
                                    <p:animEffect transition="in" filter="fade">
                                      <p:cBhvr>
                                        <p:cTn id="54" dur="1000"/>
                                        <p:tgtEl>
                                          <p:spTgt spid="14"/>
                                        </p:tgtEl>
                                      </p:cBhvr>
                                    </p:animEffect>
                                    <p:anim calcmode="lin" valueType="num">
                                      <p:cBhvr>
                                        <p:cTn id="55" dur="1000" fill="hold"/>
                                        <p:tgtEl>
                                          <p:spTgt spid="14"/>
                                        </p:tgtEl>
                                        <p:attrNameLst>
                                          <p:attrName>ppt_x</p:attrName>
                                        </p:attrNameLst>
                                      </p:cBhvr>
                                      <p:tavLst>
                                        <p:tav tm="0">
                                          <p:val>
                                            <p:strVal val="#ppt_x"/>
                                          </p:val>
                                        </p:tav>
                                        <p:tav tm="100000">
                                          <p:val>
                                            <p:strVal val="#ppt_x"/>
                                          </p:val>
                                        </p:tav>
                                      </p:tavLst>
                                    </p:anim>
                                    <p:anim calcmode="lin" valueType="num">
                                      <p:cBhvr>
                                        <p:cTn id="56" dur="1000" fill="hold"/>
                                        <p:tgtEl>
                                          <p:spTgt spid="14"/>
                                        </p:tgtEl>
                                        <p:attrNameLst>
                                          <p:attrName>ppt_y</p:attrName>
                                        </p:attrNameLst>
                                      </p:cBhvr>
                                      <p:tavLst>
                                        <p:tav tm="0">
                                          <p:val>
                                            <p:strVal val="#ppt_y+.1"/>
                                          </p:val>
                                        </p:tav>
                                        <p:tav tm="100000">
                                          <p:val>
                                            <p:strVal val="#ppt_y"/>
                                          </p:val>
                                        </p:tav>
                                      </p:tavLst>
                                    </p:anim>
                                  </p:childTnLst>
                                </p:cTn>
                              </p:par>
                            </p:childTnLst>
                          </p:cTn>
                        </p:par>
                      </p:childTnLst>
                    </p:cTn>
                  </p:par>
                  <p:par>
                    <p:cTn id="57" fill="hold">
                      <p:stCondLst>
                        <p:cond delay="indefinite"/>
                      </p:stCondLst>
                      <p:childTnLst>
                        <p:par>
                          <p:cTn id="58" fill="hold">
                            <p:stCondLst>
                              <p:cond delay="0"/>
                            </p:stCondLst>
                            <p:childTnLst>
                              <p:par>
                                <p:cTn id="59" presetID="42" presetClass="entr" presetSubtype="0" fill="hold" nodeType="clickEffect">
                                  <p:stCondLst>
                                    <p:cond delay="0"/>
                                  </p:stCondLst>
                                  <p:childTnLst>
                                    <p:set>
                                      <p:cBhvr>
                                        <p:cTn id="60" dur="1" fill="hold">
                                          <p:stCondLst>
                                            <p:cond delay="0"/>
                                          </p:stCondLst>
                                        </p:cTn>
                                        <p:tgtEl>
                                          <p:spTgt spid="15"/>
                                        </p:tgtEl>
                                        <p:attrNameLst>
                                          <p:attrName>style.visibility</p:attrName>
                                        </p:attrNameLst>
                                      </p:cBhvr>
                                      <p:to>
                                        <p:strVal val="visible"/>
                                      </p:to>
                                    </p:set>
                                    <p:animEffect transition="in" filter="fade">
                                      <p:cBhvr>
                                        <p:cTn id="61" dur="1000"/>
                                        <p:tgtEl>
                                          <p:spTgt spid="15"/>
                                        </p:tgtEl>
                                      </p:cBhvr>
                                    </p:animEffect>
                                    <p:anim calcmode="lin" valueType="num">
                                      <p:cBhvr>
                                        <p:cTn id="62" dur="1000" fill="hold"/>
                                        <p:tgtEl>
                                          <p:spTgt spid="15"/>
                                        </p:tgtEl>
                                        <p:attrNameLst>
                                          <p:attrName>ppt_x</p:attrName>
                                        </p:attrNameLst>
                                      </p:cBhvr>
                                      <p:tavLst>
                                        <p:tav tm="0">
                                          <p:val>
                                            <p:strVal val="#ppt_x"/>
                                          </p:val>
                                        </p:tav>
                                        <p:tav tm="100000">
                                          <p:val>
                                            <p:strVal val="#ppt_x"/>
                                          </p:val>
                                        </p:tav>
                                      </p:tavLst>
                                    </p:anim>
                                    <p:anim calcmode="lin" valueType="num">
                                      <p:cBhvr>
                                        <p:cTn id="63" dur="1000" fill="hold"/>
                                        <p:tgtEl>
                                          <p:spTgt spid="15"/>
                                        </p:tgtEl>
                                        <p:attrNameLst>
                                          <p:attrName>ppt_y</p:attrName>
                                        </p:attrNameLst>
                                      </p:cBhvr>
                                      <p:tavLst>
                                        <p:tav tm="0">
                                          <p:val>
                                            <p:strVal val="#ppt_y+.1"/>
                                          </p:val>
                                        </p:tav>
                                        <p:tav tm="100000">
                                          <p:val>
                                            <p:strVal val="#ppt_y"/>
                                          </p:val>
                                        </p:tav>
                                      </p:tavLst>
                                    </p:anim>
                                  </p:childTnLst>
                                </p:cTn>
                              </p:par>
                            </p:childTnLst>
                          </p:cTn>
                        </p:par>
                      </p:childTnLst>
                    </p:cTn>
                  </p:par>
                  <p:par>
                    <p:cTn id="64" fill="hold">
                      <p:stCondLst>
                        <p:cond delay="indefinite"/>
                      </p:stCondLst>
                      <p:childTnLst>
                        <p:par>
                          <p:cTn id="65" fill="hold">
                            <p:stCondLst>
                              <p:cond delay="0"/>
                            </p:stCondLst>
                            <p:childTnLst>
                              <p:par>
                                <p:cTn id="66" presetID="42" presetClass="entr" presetSubtype="0" fill="hold" grpId="0" nodeType="clickEffect">
                                  <p:stCondLst>
                                    <p:cond delay="0"/>
                                  </p:stCondLst>
                                  <p:childTnLst>
                                    <p:set>
                                      <p:cBhvr>
                                        <p:cTn id="67" dur="1" fill="hold">
                                          <p:stCondLst>
                                            <p:cond delay="0"/>
                                          </p:stCondLst>
                                        </p:cTn>
                                        <p:tgtEl>
                                          <p:spTgt spid="16"/>
                                        </p:tgtEl>
                                        <p:attrNameLst>
                                          <p:attrName>style.visibility</p:attrName>
                                        </p:attrNameLst>
                                      </p:cBhvr>
                                      <p:to>
                                        <p:strVal val="visible"/>
                                      </p:to>
                                    </p:set>
                                    <p:animEffect transition="in" filter="fade">
                                      <p:cBhvr>
                                        <p:cTn id="68" dur="1000"/>
                                        <p:tgtEl>
                                          <p:spTgt spid="16"/>
                                        </p:tgtEl>
                                      </p:cBhvr>
                                    </p:animEffect>
                                    <p:anim calcmode="lin" valueType="num">
                                      <p:cBhvr>
                                        <p:cTn id="69" dur="1000" fill="hold"/>
                                        <p:tgtEl>
                                          <p:spTgt spid="16"/>
                                        </p:tgtEl>
                                        <p:attrNameLst>
                                          <p:attrName>ppt_x</p:attrName>
                                        </p:attrNameLst>
                                      </p:cBhvr>
                                      <p:tavLst>
                                        <p:tav tm="0">
                                          <p:val>
                                            <p:strVal val="#ppt_x"/>
                                          </p:val>
                                        </p:tav>
                                        <p:tav tm="100000">
                                          <p:val>
                                            <p:strVal val="#ppt_x"/>
                                          </p:val>
                                        </p:tav>
                                      </p:tavLst>
                                    </p:anim>
                                    <p:anim calcmode="lin" valueType="num">
                                      <p:cBhvr>
                                        <p:cTn id="70" dur="1000" fill="hold"/>
                                        <p:tgtEl>
                                          <p:spTgt spid="16"/>
                                        </p:tgtEl>
                                        <p:attrNameLst>
                                          <p:attrName>ppt_y</p:attrName>
                                        </p:attrNameLst>
                                      </p:cBhvr>
                                      <p:tavLst>
                                        <p:tav tm="0">
                                          <p:val>
                                            <p:strVal val="#ppt_y+.1"/>
                                          </p:val>
                                        </p:tav>
                                        <p:tav tm="100000">
                                          <p:val>
                                            <p:strVal val="#ppt_y"/>
                                          </p:val>
                                        </p:tav>
                                      </p:tavLst>
                                    </p:anim>
                                  </p:childTnLst>
                                </p:cTn>
                              </p:par>
                            </p:childTnLst>
                          </p:cTn>
                        </p:par>
                      </p:childTnLst>
                    </p:cTn>
                  </p:par>
                  <p:par>
                    <p:cTn id="71" fill="hold">
                      <p:stCondLst>
                        <p:cond delay="indefinite"/>
                      </p:stCondLst>
                      <p:childTnLst>
                        <p:par>
                          <p:cTn id="72" fill="hold">
                            <p:stCondLst>
                              <p:cond delay="0"/>
                            </p:stCondLst>
                            <p:childTnLst>
                              <p:par>
                                <p:cTn id="73" presetID="42" presetClass="entr" presetSubtype="0" fill="hold" nodeType="clickEffect">
                                  <p:stCondLst>
                                    <p:cond delay="0"/>
                                  </p:stCondLst>
                                  <p:childTnLst>
                                    <p:set>
                                      <p:cBhvr>
                                        <p:cTn id="74" dur="1" fill="hold">
                                          <p:stCondLst>
                                            <p:cond delay="0"/>
                                          </p:stCondLst>
                                        </p:cTn>
                                        <p:tgtEl>
                                          <p:spTgt spid="17"/>
                                        </p:tgtEl>
                                        <p:attrNameLst>
                                          <p:attrName>style.visibility</p:attrName>
                                        </p:attrNameLst>
                                      </p:cBhvr>
                                      <p:to>
                                        <p:strVal val="visible"/>
                                      </p:to>
                                    </p:set>
                                    <p:animEffect transition="in" filter="fade">
                                      <p:cBhvr>
                                        <p:cTn id="75" dur="1000"/>
                                        <p:tgtEl>
                                          <p:spTgt spid="17"/>
                                        </p:tgtEl>
                                      </p:cBhvr>
                                    </p:animEffect>
                                    <p:anim calcmode="lin" valueType="num">
                                      <p:cBhvr>
                                        <p:cTn id="76" dur="1000" fill="hold"/>
                                        <p:tgtEl>
                                          <p:spTgt spid="17"/>
                                        </p:tgtEl>
                                        <p:attrNameLst>
                                          <p:attrName>ppt_x</p:attrName>
                                        </p:attrNameLst>
                                      </p:cBhvr>
                                      <p:tavLst>
                                        <p:tav tm="0">
                                          <p:val>
                                            <p:strVal val="#ppt_x"/>
                                          </p:val>
                                        </p:tav>
                                        <p:tav tm="100000">
                                          <p:val>
                                            <p:strVal val="#ppt_x"/>
                                          </p:val>
                                        </p:tav>
                                      </p:tavLst>
                                    </p:anim>
                                    <p:anim calcmode="lin" valueType="num">
                                      <p:cBhvr>
                                        <p:cTn id="77" dur="1000" fill="hold"/>
                                        <p:tgtEl>
                                          <p:spTgt spid="17"/>
                                        </p:tgtEl>
                                        <p:attrNameLst>
                                          <p:attrName>ppt_y</p:attrName>
                                        </p:attrNameLst>
                                      </p:cBhvr>
                                      <p:tavLst>
                                        <p:tav tm="0">
                                          <p:val>
                                            <p:strVal val="#ppt_y+.1"/>
                                          </p:val>
                                        </p:tav>
                                        <p:tav tm="100000">
                                          <p:val>
                                            <p:strVal val="#ppt_y"/>
                                          </p:val>
                                        </p:tav>
                                      </p:tavLst>
                                    </p:anim>
                                  </p:childTnLst>
                                </p:cTn>
                              </p:par>
                            </p:childTnLst>
                          </p:cTn>
                        </p:par>
                      </p:childTnLst>
                    </p:cTn>
                  </p:par>
                  <p:par>
                    <p:cTn id="78" fill="hold">
                      <p:stCondLst>
                        <p:cond delay="indefinite"/>
                      </p:stCondLst>
                      <p:childTnLst>
                        <p:par>
                          <p:cTn id="79" fill="hold">
                            <p:stCondLst>
                              <p:cond delay="0"/>
                            </p:stCondLst>
                            <p:childTnLst>
                              <p:par>
                                <p:cTn id="80" presetID="42" presetClass="entr" presetSubtype="0" fill="hold" grpId="0" nodeType="clickEffect">
                                  <p:stCondLst>
                                    <p:cond delay="0"/>
                                  </p:stCondLst>
                                  <p:childTnLst>
                                    <p:set>
                                      <p:cBhvr>
                                        <p:cTn id="81" dur="1" fill="hold">
                                          <p:stCondLst>
                                            <p:cond delay="0"/>
                                          </p:stCondLst>
                                        </p:cTn>
                                        <p:tgtEl>
                                          <p:spTgt spid="18"/>
                                        </p:tgtEl>
                                        <p:attrNameLst>
                                          <p:attrName>style.visibility</p:attrName>
                                        </p:attrNameLst>
                                      </p:cBhvr>
                                      <p:to>
                                        <p:strVal val="visible"/>
                                      </p:to>
                                    </p:set>
                                    <p:animEffect transition="in" filter="fade">
                                      <p:cBhvr>
                                        <p:cTn id="82" dur="1000"/>
                                        <p:tgtEl>
                                          <p:spTgt spid="18"/>
                                        </p:tgtEl>
                                      </p:cBhvr>
                                    </p:animEffect>
                                    <p:anim calcmode="lin" valueType="num">
                                      <p:cBhvr>
                                        <p:cTn id="83" dur="1000" fill="hold"/>
                                        <p:tgtEl>
                                          <p:spTgt spid="18"/>
                                        </p:tgtEl>
                                        <p:attrNameLst>
                                          <p:attrName>ppt_x</p:attrName>
                                        </p:attrNameLst>
                                      </p:cBhvr>
                                      <p:tavLst>
                                        <p:tav tm="0">
                                          <p:val>
                                            <p:strVal val="#ppt_x"/>
                                          </p:val>
                                        </p:tav>
                                        <p:tav tm="100000">
                                          <p:val>
                                            <p:strVal val="#ppt_x"/>
                                          </p:val>
                                        </p:tav>
                                      </p:tavLst>
                                    </p:anim>
                                    <p:anim calcmode="lin" valueType="num">
                                      <p:cBhvr>
                                        <p:cTn id="84" dur="1000" fill="hold"/>
                                        <p:tgtEl>
                                          <p:spTgt spid="18"/>
                                        </p:tgtEl>
                                        <p:attrNameLst>
                                          <p:attrName>ppt_y</p:attrName>
                                        </p:attrNameLst>
                                      </p:cBhvr>
                                      <p:tavLst>
                                        <p:tav tm="0">
                                          <p:val>
                                            <p:strVal val="#ppt_y+.1"/>
                                          </p:val>
                                        </p:tav>
                                        <p:tav tm="100000">
                                          <p:val>
                                            <p:strVal val="#ppt_y"/>
                                          </p:val>
                                        </p:tav>
                                      </p:tavLst>
                                    </p:anim>
                                  </p:childTnLst>
                                </p:cTn>
                              </p:par>
                            </p:childTnLst>
                          </p:cTn>
                        </p:par>
                      </p:childTnLst>
                    </p:cTn>
                  </p:par>
                  <p:par>
                    <p:cTn id="85" fill="hold">
                      <p:stCondLst>
                        <p:cond delay="indefinite"/>
                      </p:stCondLst>
                      <p:childTnLst>
                        <p:par>
                          <p:cTn id="86" fill="hold">
                            <p:stCondLst>
                              <p:cond delay="0"/>
                            </p:stCondLst>
                            <p:childTnLst>
                              <p:par>
                                <p:cTn id="87" presetID="42" presetClass="entr" presetSubtype="0" fill="hold" grpId="0" nodeType="clickEffect">
                                  <p:stCondLst>
                                    <p:cond delay="0"/>
                                  </p:stCondLst>
                                  <p:childTnLst>
                                    <p:set>
                                      <p:cBhvr>
                                        <p:cTn id="88" dur="1" fill="hold">
                                          <p:stCondLst>
                                            <p:cond delay="0"/>
                                          </p:stCondLst>
                                        </p:cTn>
                                        <p:tgtEl>
                                          <p:spTgt spid="21"/>
                                        </p:tgtEl>
                                        <p:attrNameLst>
                                          <p:attrName>style.visibility</p:attrName>
                                        </p:attrNameLst>
                                      </p:cBhvr>
                                      <p:to>
                                        <p:strVal val="visible"/>
                                      </p:to>
                                    </p:set>
                                    <p:animEffect transition="in" filter="fade">
                                      <p:cBhvr>
                                        <p:cTn id="89" dur="1000"/>
                                        <p:tgtEl>
                                          <p:spTgt spid="21"/>
                                        </p:tgtEl>
                                      </p:cBhvr>
                                    </p:animEffect>
                                    <p:anim calcmode="lin" valueType="num">
                                      <p:cBhvr>
                                        <p:cTn id="90" dur="1000" fill="hold"/>
                                        <p:tgtEl>
                                          <p:spTgt spid="21"/>
                                        </p:tgtEl>
                                        <p:attrNameLst>
                                          <p:attrName>ppt_x</p:attrName>
                                        </p:attrNameLst>
                                      </p:cBhvr>
                                      <p:tavLst>
                                        <p:tav tm="0">
                                          <p:val>
                                            <p:strVal val="#ppt_x"/>
                                          </p:val>
                                        </p:tav>
                                        <p:tav tm="100000">
                                          <p:val>
                                            <p:strVal val="#ppt_x"/>
                                          </p:val>
                                        </p:tav>
                                      </p:tavLst>
                                    </p:anim>
                                    <p:anim calcmode="lin" valueType="num">
                                      <p:cBhvr>
                                        <p:cTn id="91" dur="1000" fill="hold"/>
                                        <p:tgtEl>
                                          <p:spTgt spid="21"/>
                                        </p:tgtEl>
                                        <p:attrNameLst>
                                          <p:attrName>ppt_y</p:attrName>
                                        </p:attrNameLst>
                                      </p:cBhvr>
                                      <p:tavLst>
                                        <p:tav tm="0">
                                          <p:val>
                                            <p:strVal val="#ppt_y+.1"/>
                                          </p:val>
                                        </p:tav>
                                        <p:tav tm="100000">
                                          <p:val>
                                            <p:strVal val="#ppt_y"/>
                                          </p:val>
                                        </p:tav>
                                      </p:tavLst>
                                    </p:anim>
                                  </p:childTnLst>
                                </p:cTn>
                              </p:par>
                            </p:childTnLst>
                          </p:cTn>
                        </p:par>
                      </p:childTnLst>
                    </p:cTn>
                  </p:par>
                  <p:par>
                    <p:cTn id="92" fill="hold">
                      <p:stCondLst>
                        <p:cond delay="indefinite"/>
                      </p:stCondLst>
                      <p:childTnLst>
                        <p:par>
                          <p:cTn id="93" fill="hold">
                            <p:stCondLst>
                              <p:cond delay="0"/>
                            </p:stCondLst>
                            <p:childTnLst>
                              <p:par>
                                <p:cTn id="94" presetID="42" presetClass="entr" presetSubtype="0" fill="hold" nodeType="clickEffect">
                                  <p:stCondLst>
                                    <p:cond delay="0"/>
                                  </p:stCondLst>
                                  <p:childTnLst>
                                    <p:set>
                                      <p:cBhvr>
                                        <p:cTn id="95" dur="1" fill="hold">
                                          <p:stCondLst>
                                            <p:cond delay="0"/>
                                          </p:stCondLst>
                                        </p:cTn>
                                        <p:tgtEl>
                                          <p:spTgt spid="22"/>
                                        </p:tgtEl>
                                        <p:attrNameLst>
                                          <p:attrName>style.visibility</p:attrName>
                                        </p:attrNameLst>
                                      </p:cBhvr>
                                      <p:to>
                                        <p:strVal val="visible"/>
                                      </p:to>
                                    </p:set>
                                    <p:animEffect transition="in" filter="fade">
                                      <p:cBhvr>
                                        <p:cTn id="96" dur="1000"/>
                                        <p:tgtEl>
                                          <p:spTgt spid="22"/>
                                        </p:tgtEl>
                                      </p:cBhvr>
                                    </p:animEffect>
                                    <p:anim calcmode="lin" valueType="num">
                                      <p:cBhvr>
                                        <p:cTn id="97" dur="1000" fill="hold"/>
                                        <p:tgtEl>
                                          <p:spTgt spid="22"/>
                                        </p:tgtEl>
                                        <p:attrNameLst>
                                          <p:attrName>ppt_x</p:attrName>
                                        </p:attrNameLst>
                                      </p:cBhvr>
                                      <p:tavLst>
                                        <p:tav tm="0">
                                          <p:val>
                                            <p:strVal val="#ppt_x"/>
                                          </p:val>
                                        </p:tav>
                                        <p:tav tm="100000">
                                          <p:val>
                                            <p:strVal val="#ppt_x"/>
                                          </p:val>
                                        </p:tav>
                                      </p:tavLst>
                                    </p:anim>
                                    <p:anim calcmode="lin" valueType="num">
                                      <p:cBhvr>
                                        <p:cTn id="98" dur="1000" fill="hold"/>
                                        <p:tgtEl>
                                          <p:spTgt spid="22"/>
                                        </p:tgtEl>
                                        <p:attrNameLst>
                                          <p:attrName>ppt_y</p:attrName>
                                        </p:attrNameLst>
                                      </p:cBhvr>
                                      <p:tavLst>
                                        <p:tav tm="0">
                                          <p:val>
                                            <p:strVal val="#ppt_y+.1"/>
                                          </p:val>
                                        </p:tav>
                                        <p:tav tm="100000">
                                          <p:val>
                                            <p:strVal val="#ppt_y"/>
                                          </p:val>
                                        </p:tav>
                                      </p:tavLst>
                                    </p:anim>
                                  </p:childTnLst>
                                </p:cTn>
                              </p:par>
                            </p:childTnLst>
                          </p:cTn>
                        </p:par>
                      </p:childTnLst>
                    </p:cTn>
                  </p:par>
                  <p:par>
                    <p:cTn id="99" fill="hold">
                      <p:stCondLst>
                        <p:cond delay="indefinite"/>
                      </p:stCondLst>
                      <p:childTnLst>
                        <p:par>
                          <p:cTn id="100" fill="hold">
                            <p:stCondLst>
                              <p:cond delay="0"/>
                            </p:stCondLst>
                            <p:childTnLst>
                              <p:par>
                                <p:cTn id="101" presetID="42" presetClass="entr" presetSubtype="0" fill="hold" grpId="0" nodeType="clickEffect">
                                  <p:stCondLst>
                                    <p:cond delay="0"/>
                                  </p:stCondLst>
                                  <p:childTnLst>
                                    <p:set>
                                      <p:cBhvr>
                                        <p:cTn id="102" dur="1" fill="hold">
                                          <p:stCondLst>
                                            <p:cond delay="0"/>
                                          </p:stCondLst>
                                        </p:cTn>
                                        <p:tgtEl>
                                          <p:spTgt spid="23"/>
                                        </p:tgtEl>
                                        <p:attrNameLst>
                                          <p:attrName>style.visibility</p:attrName>
                                        </p:attrNameLst>
                                      </p:cBhvr>
                                      <p:to>
                                        <p:strVal val="visible"/>
                                      </p:to>
                                    </p:set>
                                    <p:animEffect transition="in" filter="fade">
                                      <p:cBhvr>
                                        <p:cTn id="103" dur="1000"/>
                                        <p:tgtEl>
                                          <p:spTgt spid="23"/>
                                        </p:tgtEl>
                                      </p:cBhvr>
                                    </p:animEffect>
                                    <p:anim calcmode="lin" valueType="num">
                                      <p:cBhvr>
                                        <p:cTn id="104" dur="1000" fill="hold"/>
                                        <p:tgtEl>
                                          <p:spTgt spid="23"/>
                                        </p:tgtEl>
                                        <p:attrNameLst>
                                          <p:attrName>ppt_x</p:attrName>
                                        </p:attrNameLst>
                                      </p:cBhvr>
                                      <p:tavLst>
                                        <p:tav tm="0">
                                          <p:val>
                                            <p:strVal val="#ppt_x"/>
                                          </p:val>
                                        </p:tav>
                                        <p:tav tm="100000">
                                          <p:val>
                                            <p:strVal val="#ppt_x"/>
                                          </p:val>
                                        </p:tav>
                                      </p:tavLst>
                                    </p:anim>
                                    <p:anim calcmode="lin" valueType="num">
                                      <p:cBhvr>
                                        <p:cTn id="105" dur="1000" fill="hold"/>
                                        <p:tgtEl>
                                          <p:spTgt spid="2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6" grpId="0"/>
      <p:bldP spid="8" grpId="0"/>
      <p:bldP spid="12" grpId="0"/>
      <p:bldP spid="16" grpId="0"/>
      <p:bldP spid="18" grpId="0"/>
      <p:bldP spid="21" grpId="0"/>
      <p:bldP spid="23" grpId="0"/>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97BE01-97E5-1D36-DA7E-83B209C7D9E2}"/>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EC5D1536-7006-0EDB-4B3A-8BEF4378F2BA}"/>
              </a:ext>
            </a:extLst>
          </p:cNvPr>
          <p:cNvSpPr txBox="1"/>
          <p:nvPr/>
        </p:nvSpPr>
        <p:spPr>
          <a:xfrm>
            <a:off x="164113" y="158281"/>
            <a:ext cx="11863773" cy="923330"/>
          </a:xfrm>
          <a:prstGeom prst="rect">
            <a:avLst/>
          </a:prstGeom>
          <a:noFill/>
        </p:spPr>
        <p:txBody>
          <a:bodyPr wrap="square" rtlCol="0">
            <a:spAutoFit/>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kumimoji="0" lang="en-US" sz="1800" b="1" i="1" u="none" strike="noStrike" kern="1200" cap="none" spc="0" normalizeH="0" baseline="0" noProof="0">
                <a:ln>
                  <a:noFill/>
                </a:ln>
                <a:solidFill>
                  <a:srgbClr val="FF0000"/>
                </a:solidFill>
                <a:effectLst/>
                <a:uLnTx/>
                <a:uFillTx/>
                <a:latin typeface="Calibri" panose="020F0502020204030204"/>
                <a:ea typeface="+mn-ea"/>
                <a:cs typeface="+mn-cs"/>
              </a:rPr>
              <a:t>Bài tập 5.10. (Bài 10c trang </a:t>
            </a:r>
            <a:r>
              <a:rPr lang="en-US" b="1" i="1">
                <a:solidFill>
                  <a:srgbClr val="FF0000"/>
                </a:solidFill>
                <a:latin typeface="Calibri" panose="020F0502020204030204"/>
              </a:rPr>
              <a:t>4). </a:t>
            </a:r>
            <a:r>
              <a:rPr kumimoji="0" lang="en-US" sz="1800" b="0" i="0" u="none" strike="noStrike" kern="1200" cap="none" spc="0" normalizeH="0" baseline="0" noProof="0">
                <a:ln>
                  <a:noFill/>
                </a:ln>
                <a:solidFill>
                  <a:prstClr val="black"/>
                </a:solidFill>
                <a:effectLst/>
                <a:uLnTx/>
                <a:uFillTx/>
                <a:latin typeface="Calibri" panose="020F0502020204030204"/>
                <a:ea typeface="+mn-ea"/>
                <a:cs typeface="+mn-cs"/>
                <a:sym typeface="Symbol" panose="05050102010706020507" pitchFamily="18" charset="2"/>
              </a:rPr>
              <a:t>Cho một chùm tia sáng đơn sắc song song chiếu vuông góc vào mặt một cách tử phẳng có chu kỳ d = 2 m. Xác định bậc lớn nhất của các vạch cực đại trong quang phổ nhiễu xạ cho bởi cách tử đối với ánh sáng</a:t>
            </a:r>
            <a:r>
              <a:rPr kumimoji="0" lang="en-US" sz="1800" b="0" i="0" u="none" strike="noStrike" kern="1200" cap="none" spc="0" normalizeH="0" noProof="0">
                <a:ln>
                  <a:noFill/>
                </a:ln>
                <a:solidFill>
                  <a:prstClr val="black"/>
                </a:solidFill>
                <a:effectLst/>
                <a:uLnTx/>
                <a:uFillTx/>
                <a:latin typeface="Calibri" panose="020F0502020204030204"/>
                <a:ea typeface="+mn-ea"/>
                <a:cs typeface="+mn-cs"/>
                <a:sym typeface="Symbol" panose="05050102010706020507" pitchFamily="18" charset="2"/>
              </a:rPr>
              <a:t> đỏ có bước sóng </a:t>
            </a:r>
            <a:r>
              <a:rPr kumimoji="0" lang="en-US" sz="1800" b="0" i="0" u="none" strike="noStrike" kern="1200" cap="none" spc="0" normalizeH="0" baseline="0" noProof="0">
                <a:ln>
                  <a:noFill/>
                </a:ln>
                <a:solidFill>
                  <a:prstClr val="black"/>
                </a:solidFill>
                <a:effectLst/>
                <a:uLnTx/>
                <a:uFillTx/>
                <a:latin typeface="Calibri" panose="020F0502020204030204"/>
                <a:ea typeface="+mn-ea"/>
                <a:cs typeface="+mn-cs"/>
                <a:sym typeface="Symbol" panose="05050102010706020507" pitchFamily="18" charset="2"/>
              </a:rPr>
              <a:t></a:t>
            </a:r>
            <a:r>
              <a:rPr kumimoji="0" lang="en-US" sz="1800" b="0" i="0" u="none" strike="noStrike" kern="1200" cap="none" spc="0" normalizeH="0" baseline="-25000" noProof="0">
                <a:ln>
                  <a:noFill/>
                </a:ln>
                <a:solidFill>
                  <a:prstClr val="black"/>
                </a:solidFill>
                <a:effectLst/>
                <a:uLnTx/>
                <a:uFillTx/>
                <a:latin typeface="Calibri" panose="020F0502020204030204"/>
                <a:ea typeface="+mn-ea"/>
                <a:cs typeface="+mn-cs"/>
                <a:sym typeface="Symbol" panose="05050102010706020507" pitchFamily="18" charset="2"/>
              </a:rPr>
              <a:t>1</a:t>
            </a:r>
            <a:r>
              <a:rPr kumimoji="0" lang="en-US" sz="1800" b="0" i="0" u="none" strike="noStrike" kern="1200" cap="none" spc="0" normalizeH="0" baseline="0" noProof="0">
                <a:ln>
                  <a:noFill/>
                </a:ln>
                <a:solidFill>
                  <a:prstClr val="black"/>
                </a:solidFill>
                <a:effectLst/>
                <a:uLnTx/>
                <a:uFillTx/>
                <a:latin typeface="Calibri" panose="020F0502020204030204"/>
                <a:ea typeface="+mn-ea"/>
                <a:cs typeface="+mn-cs"/>
                <a:sym typeface="Symbol" panose="05050102010706020507" pitchFamily="18" charset="2"/>
              </a:rPr>
              <a:t> = 0,7 m và ánh sáng tím </a:t>
            </a:r>
            <a:r>
              <a:rPr kumimoji="0" lang="en-US" sz="1800" b="0" i="0" u="none" strike="noStrike" kern="1200" cap="none" spc="0" normalizeH="0" noProof="0">
                <a:ln>
                  <a:noFill/>
                </a:ln>
                <a:solidFill>
                  <a:prstClr val="black"/>
                </a:solidFill>
                <a:effectLst/>
                <a:uLnTx/>
                <a:uFillTx/>
                <a:latin typeface="Calibri" panose="020F0502020204030204"/>
                <a:ea typeface="+mn-ea"/>
                <a:cs typeface="+mn-cs"/>
                <a:sym typeface="Symbol" panose="05050102010706020507" pitchFamily="18" charset="2"/>
              </a:rPr>
              <a:t>có bước sóng </a:t>
            </a:r>
            <a:r>
              <a:rPr kumimoji="0" lang="en-US" sz="1800" b="0" i="0" u="none" strike="noStrike" kern="1200" cap="none" spc="0" normalizeH="0" baseline="0" noProof="0">
                <a:ln>
                  <a:noFill/>
                </a:ln>
                <a:solidFill>
                  <a:prstClr val="black"/>
                </a:solidFill>
                <a:effectLst/>
                <a:uLnTx/>
                <a:uFillTx/>
                <a:latin typeface="Calibri" panose="020F0502020204030204"/>
                <a:ea typeface="+mn-ea"/>
                <a:cs typeface="+mn-cs"/>
                <a:sym typeface="Symbol" panose="05050102010706020507" pitchFamily="18" charset="2"/>
              </a:rPr>
              <a:t></a:t>
            </a:r>
            <a:r>
              <a:rPr lang="en-US" baseline="-25000">
                <a:solidFill>
                  <a:prstClr val="black"/>
                </a:solidFill>
                <a:latin typeface="Calibri" panose="020F0502020204030204"/>
                <a:sym typeface="Symbol" panose="05050102010706020507" pitchFamily="18" charset="2"/>
              </a:rPr>
              <a:t>2</a:t>
            </a:r>
            <a:r>
              <a:rPr kumimoji="0" lang="en-US" sz="1800" b="0" i="0" u="none" strike="noStrike" kern="1200" cap="none" spc="0" normalizeH="0" baseline="0" noProof="0">
                <a:ln>
                  <a:noFill/>
                </a:ln>
                <a:solidFill>
                  <a:prstClr val="black"/>
                </a:solidFill>
                <a:effectLst/>
                <a:uLnTx/>
                <a:uFillTx/>
                <a:latin typeface="Calibri" panose="020F0502020204030204"/>
                <a:ea typeface="+mn-ea"/>
                <a:cs typeface="+mn-cs"/>
                <a:sym typeface="Symbol" panose="05050102010706020507" pitchFamily="18" charset="2"/>
              </a:rPr>
              <a:t> = 0,4 m. </a:t>
            </a:r>
            <a:endParaRPr lang="en-US" baseline="0">
              <a:solidFill>
                <a:prstClr val="black"/>
              </a:solidFill>
              <a:latin typeface="Calibri" panose="020F0502020204030204"/>
              <a:sym typeface="Symbol" panose="05050102010706020507" pitchFamily="18" charset="2"/>
            </a:endParaRPr>
          </a:p>
        </p:txBody>
      </p:sp>
      <p:sp>
        <p:nvSpPr>
          <p:cNvPr id="3" name="TextBox 2">
            <a:extLst>
              <a:ext uri="{FF2B5EF4-FFF2-40B4-BE49-F238E27FC236}">
                <a16:creationId xmlns:a16="http://schemas.microsoft.com/office/drawing/2014/main" id="{12CEBBF8-E38E-32A6-57E0-AC3FE7DBB0A1}"/>
              </a:ext>
            </a:extLst>
          </p:cNvPr>
          <p:cNvSpPr txBox="1"/>
          <p:nvPr/>
        </p:nvSpPr>
        <p:spPr>
          <a:xfrm>
            <a:off x="5285405" y="1081611"/>
            <a:ext cx="1510670"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a:ln>
                  <a:noFill/>
                </a:ln>
                <a:solidFill>
                  <a:srgbClr val="FF0000"/>
                </a:solidFill>
                <a:effectLst/>
                <a:uLnTx/>
                <a:uFillTx/>
                <a:latin typeface="Calibri" panose="020F0502020204030204"/>
                <a:ea typeface="+mn-ea"/>
                <a:cs typeface="+mn-cs"/>
              </a:rPr>
              <a:t>LỜI GIẢI</a:t>
            </a:r>
          </a:p>
        </p:txBody>
      </p:sp>
      <p:sp>
        <p:nvSpPr>
          <p:cNvPr id="4" name="TextBox 3">
            <a:extLst>
              <a:ext uri="{FF2B5EF4-FFF2-40B4-BE49-F238E27FC236}">
                <a16:creationId xmlns:a16="http://schemas.microsoft.com/office/drawing/2014/main" id="{88967BDF-CB8B-FBFD-A59F-19F34C37DFB4}"/>
              </a:ext>
            </a:extLst>
          </p:cNvPr>
          <p:cNvSpPr txBox="1"/>
          <p:nvPr/>
        </p:nvSpPr>
        <p:spPr>
          <a:xfrm>
            <a:off x="164113" y="1426654"/>
            <a:ext cx="7621803" cy="369332"/>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prstClr val="black"/>
                </a:solidFill>
                <a:effectLst/>
                <a:uLnTx/>
                <a:uFillTx/>
                <a:latin typeface="Calibri" panose="020F0502020204030204"/>
                <a:ea typeface="+mn-ea"/>
                <a:cs typeface="+mn-cs"/>
              </a:rPr>
              <a:t>+ Vị</a:t>
            </a:r>
            <a:r>
              <a:rPr kumimoji="0" lang="en-US" sz="1800" b="0" i="0" u="none" strike="noStrike" kern="1200" cap="none" spc="0" normalizeH="0" noProof="0">
                <a:ln>
                  <a:noFill/>
                </a:ln>
                <a:solidFill>
                  <a:prstClr val="black"/>
                </a:solidFill>
                <a:effectLst/>
                <a:uLnTx/>
                <a:uFillTx/>
                <a:latin typeface="Calibri" panose="020F0502020204030204"/>
                <a:ea typeface="+mn-ea"/>
                <a:cs typeface="+mn-cs"/>
              </a:rPr>
              <a:t> trí của vạch cực đại chính bậc k ứng với góc nhiễu xạ </a:t>
            </a:r>
            <a:r>
              <a:rPr kumimoji="0" lang="en-US" sz="1800" b="0" i="0" u="none" strike="noStrike" kern="1200" cap="none" spc="0" normalizeH="0" noProof="0">
                <a:ln>
                  <a:noFill/>
                </a:ln>
                <a:solidFill>
                  <a:prstClr val="black"/>
                </a:solidFill>
                <a:effectLst/>
                <a:uLnTx/>
                <a:uFillTx/>
                <a:latin typeface="Calibri" panose="020F0502020204030204"/>
                <a:ea typeface="+mn-ea"/>
                <a:cs typeface="+mn-cs"/>
                <a:sym typeface="Symbol" panose="05050102010706020507" pitchFamily="18" charset="2"/>
              </a:rPr>
              <a:t> thỏa mãn: </a:t>
            </a: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aphicFrame>
        <p:nvGraphicFramePr>
          <p:cNvPr id="6" name="Object 5">
            <a:extLst>
              <a:ext uri="{FF2B5EF4-FFF2-40B4-BE49-F238E27FC236}">
                <a16:creationId xmlns:a16="http://schemas.microsoft.com/office/drawing/2014/main" id="{C6350A02-B3EC-FFD0-E430-2D6E960435FB}"/>
              </a:ext>
            </a:extLst>
          </p:cNvPr>
          <p:cNvGraphicFramePr>
            <a:graphicFrameLocks noChangeAspect="1"/>
          </p:cNvGraphicFramePr>
          <p:nvPr>
            <p:extLst>
              <p:ext uri="{D42A27DB-BD31-4B8C-83A1-F6EECF244321}">
                <p14:modId xmlns:p14="http://schemas.microsoft.com/office/powerpoint/2010/main" val="2709198545"/>
              </p:ext>
            </p:extLst>
          </p:nvPr>
        </p:nvGraphicFramePr>
        <p:xfrm>
          <a:off x="6879731" y="1306188"/>
          <a:ext cx="1125537" cy="633413"/>
        </p:xfrm>
        <a:graphic>
          <a:graphicData uri="http://schemas.openxmlformats.org/presentationml/2006/ole">
            <mc:AlternateContent xmlns:mc="http://schemas.openxmlformats.org/markup-compatibility/2006">
              <mc:Choice xmlns:v="urn:schemas-microsoft-com:vml" Requires="v">
                <p:oleObj name="Equation" r:id="rId2" imgW="1124839" imgH="632706" progId="Equation.DSMT4">
                  <p:embed/>
                </p:oleObj>
              </mc:Choice>
              <mc:Fallback>
                <p:oleObj name="Equation" r:id="rId2" imgW="1124839" imgH="632706" progId="Equation.DSMT4">
                  <p:embed/>
                  <p:pic>
                    <p:nvPicPr>
                      <p:cNvPr id="0" name=""/>
                      <p:cNvPicPr/>
                      <p:nvPr/>
                    </p:nvPicPr>
                    <p:blipFill>
                      <a:blip r:embed="rId3"/>
                      <a:stretch>
                        <a:fillRect/>
                      </a:stretch>
                    </p:blipFill>
                    <p:spPr>
                      <a:xfrm>
                        <a:off x="6879731" y="1306188"/>
                        <a:ext cx="1125537" cy="633413"/>
                      </a:xfrm>
                      <a:prstGeom prst="rect">
                        <a:avLst/>
                      </a:prstGeom>
                    </p:spPr>
                  </p:pic>
                </p:oleObj>
              </mc:Fallback>
            </mc:AlternateContent>
          </a:graphicData>
        </a:graphic>
      </p:graphicFrame>
      <p:sp>
        <p:nvSpPr>
          <p:cNvPr id="7" name="TextBox 6">
            <a:extLst>
              <a:ext uri="{FF2B5EF4-FFF2-40B4-BE49-F238E27FC236}">
                <a16:creationId xmlns:a16="http://schemas.microsoft.com/office/drawing/2014/main" id="{6CB87EBB-4F4D-63C0-F7A8-1FA8873C58EE}"/>
              </a:ext>
            </a:extLst>
          </p:cNvPr>
          <p:cNvSpPr txBox="1"/>
          <p:nvPr/>
        </p:nvSpPr>
        <p:spPr>
          <a:xfrm>
            <a:off x="383465" y="1916452"/>
            <a:ext cx="7621803" cy="369332"/>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prstClr val="black"/>
                </a:solidFill>
                <a:effectLst/>
                <a:uLnTx/>
                <a:uFillTx/>
                <a:latin typeface="Calibri" panose="020F0502020204030204"/>
                <a:ea typeface="+mn-ea"/>
                <a:cs typeface="+mn-cs"/>
              </a:rPr>
              <a:t>Vì</a:t>
            </a:r>
            <a:r>
              <a:rPr kumimoji="0" lang="en-US" sz="1800" b="0" i="0" u="none" strike="noStrike" kern="1200" cap="none" spc="0" normalizeH="0" noProof="0">
                <a:ln>
                  <a:noFill/>
                </a:ln>
                <a:solidFill>
                  <a:prstClr val="black"/>
                </a:solidFill>
                <a:effectLst/>
                <a:uLnTx/>
                <a:uFillTx/>
                <a:latin typeface="Calibri" panose="020F0502020204030204"/>
                <a:ea typeface="+mn-ea"/>
                <a:cs typeface="+mn-cs"/>
              </a:rPr>
              <a:t> sin</a:t>
            </a:r>
            <a:r>
              <a:rPr kumimoji="0" lang="en-US" sz="1800" b="0" i="0" u="none" strike="noStrike" kern="1200" cap="none" spc="0" normalizeH="0" noProof="0">
                <a:ln>
                  <a:noFill/>
                </a:ln>
                <a:solidFill>
                  <a:prstClr val="black"/>
                </a:solidFill>
                <a:effectLst/>
                <a:uLnTx/>
                <a:uFillTx/>
                <a:latin typeface="Calibri" panose="020F0502020204030204"/>
                <a:ea typeface="+mn-ea"/>
                <a:cs typeface="+mn-cs"/>
                <a:sym typeface="Symbol" panose="05050102010706020507" pitchFamily="18" charset="2"/>
              </a:rPr>
              <a:t>  1 nên:</a:t>
            </a: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aphicFrame>
        <p:nvGraphicFramePr>
          <p:cNvPr id="8" name="Object 7">
            <a:extLst>
              <a:ext uri="{FF2B5EF4-FFF2-40B4-BE49-F238E27FC236}">
                <a16:creationId xmlns:a16="http://schemas.microsoft.com/office/drawing/2014/main" id="{A32F09AA-B1C1-C0CB-7231-780D4F4BCD59}"/>
              </a:ext>
            </a:extLst>
          </p:cNvPr>
          <p:cNvGraphicFramePr>
            <a:graphicFrameLocks noChangeAspect="1"/>
          </p:cNvGraphicFramePr>
          <p:nvPr>
            <p:extLst>
              <p:ext uri="{D42A27DB-BD31-4B8C-83A1-F6EECF244321}">
                <p14:modId xmlns:p14="http://schemas.microsoft.com/office/powerpoint/2010/main" val="2398284993"/>
              </p:ext>
            </p:extLst>
          </p:nvPr>
        </p:nvGraphicFramePr>
        <p:xfrm>
          <a:off x="2070787" y="1752385"/>
          <a:ext cx="1102442" cy="697465"/>
        </p:xfrm>
        <a:graphic>
          <a:graphicData uri="http://schemas.openxmlformats.org/presentationml/2006/ole">
            <mc:AlternateContent xmlns:mc="http://schemas.openxmlformats.org/markup-compatibility/2006">
              <mc:Choice xmlns:v="urn:schemas-microsoft-com:vml" Requires="v">
                <p:oleObj name="Equation" r:id="rId4" imgW="622080" imgH="393480" progId="Equation.DSMT4">
                  <p:embed/>
                </p:oleObj>
              </mc:Choice>
              <mc:Fallback>
                <p:oleObj name="Equation" r:id="rId4" imgW="622080" imgH="393480" progId="Equation.DSMT4">
                  <p:embed/>
                  <p:pic>
                    <p:nvPicPr>
                      <p:cNvPr id="0" name=""/>
                      <p:cNvPicPr/>
                      <p:nvPr/>
                    </p:nvPicPr>
                    <p:blipFill>
                      <a:blip r:embed="rId5"/>
                      <a:stretch>
                        <a:fillRect/>
                      </a:stretch>
                    </p:blipFill>
                    <p:spPr>
                      <a:xfrm>
                        <a:off x="2070787" y="1752385"/>
                        <a:ext cx="1102442" cy="697465"/>
                      </a:xfrm>
                      <a:prstGeom prst="rect">
                        <a:avLst/>
                      </a:prstGeom>
                    </p:spPr>
                  </p:pic>
                </p:oleObj>
              </mc:Fallback>
            </mc:AlternateContent>
          </a:graphicData>
        </a:graphic>
      </p:graphicFrame>
      <p:sp>
        <p:nvSpPr>
          <p:cNvPr id="9" name="TextBox 8">
            <a:extLst>
              <a:ext uri="{FF2B5EF4-FFF2-40B4-BE49-F238E27FC236}">
                <a16:creationId xmlns:a16="http://schemas.microsoft.com/office/drawing/2014/main" id="{718175AF-BF4B-CE54-496D-31F42DD4FB1A}"/>
              </a:ext>
            </a:extLst>
          </p:cNvPr>
          <p:cNvSpPr txBox="1"/>
          <p:nvPr/>
        </p:nvSpPr>
        <p:spPr>
          <a:xfrm>
            <a:off x="360315" y="2445693"/>
            <a:ext cx="11411138" cy="646331"/>
          </a:xfrm>
          <a:prstGeom prst="rect">
            <a:avLst/>
          </a:prstGeom>
          <a:noFill/>
        </p:spPr>
        <p:txBody>
          <a:bodyPr wrap="square">
            <a:spAutoFit/>
          </a:bodyPr>
          <a:lstStyle/>
          <a:p>
            <a:pPr lvl="0">
              <a:defRPr/>
            </a:pPr>
            <a:r>
              <a:rPr lang="en-US">
                <a:solidFill>
                  <a:prstClr val="black"/>
                </a:solidFill>
                <a:sym typeface="Symbol" panose="05050102010706020507" pitchFamily="18" charset="2"/>
              </a:rPr>
              <a:t> bậc lớn nhất của các vạch cực đại trong quang phổ nhiễu xạ cho bởi cách tử có chu kỳ d = 2 m đối với ánh sáng có bước sóng  là:</a:t>
            </a: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aphicFrame>
        <p:nvGraphicFramePr>
          <p:cNvPr id="10" name="Object 9">
            <a:extLst>
              <a:ext uri="{FF2B5EF4-FFF2-40B4-BE49-F238E27FC236}">
                <a16:creationId xmlns:a16="http://schemas.microsoft.com/office/drawing/2014/main" id="{AB770573-28A1-0F3C-88DF-E878A9162A53}"/>
              </a:ext>
            </a:extLst>
          </p:cNvPr>
          <p:cNvGraphicFramePr>
            <a:graphicFrameLocks noChangeAspect="1"/>
          </p:cNvGraphicFramePr>
          <p:nvPr>
            <p:extLst>
              <p:ext uri="{D42A27DB-BD31-4B8C-83A1-F6EECF244321}">
                <p14:modId xmlns:p14="http://schemas.microsoft.com/office/powerpoint/2010/main" val="3903936149"/>
              </p:ext>
            </p:extLst>
          </p:nvPr>
        </p:nvGraphicFramePr>
        <p:xfrm>
          <a:off x="5258396" y="2954447"/>
          <a:ext cx="1124941" cy="695419"/>
        </p:xfrm>
        <a:graphic>
          <a:graphicData uri="http://schemas.openxmlformats.org/presentationml/2006/ole">
            <mc:AlternateContent xmlns:mc="http://schemas.openxmlformats.org/markup-compatibility/2006">
              <mc:Choice xmlns:v="urn:schemas-microsoft-com:vml" Requires="v">
                <p:oleObj name="Equation" r:id="rId6" imgW="698400" imgH="431640" progId="Equation.DSMT4">
                  <p:embed/>
                </p:oleObj>
              </mc:Choice>
              <mc:Fallback>
                <p:oleObj name="Equation" r:id="rId6" imgW="698400" imgH="431640" progId="Equation.DSMT4">
                  <p:embed/>
                  <p:pic>
                    <p:nvPicPr>
                      <p:cNvPr id="0" name=""/>
                      <p:cNvPicPr/>
                      <p:nvPr/>
                    </p:nvPicPr>
                    <p:blipFill>
                      <a:blip r:embed="rId7"/>
                      <a:stretch>
                        <a:fillRect/>
                      </a:stretch>
                    </p:blipFill>
                    <p:spPr>
                      <a:xfrm>
                        <a:off x="5258396" y="2954447"/>
                        <a:ext cx="1124941" cy="695419"/>
                      </a:xfrm>
                      <a:prstGeom prst="rect">
                        <a:avLst/>
                      </a:prstGeom>
                    </p:spPr>
                  </p:pic>
                </p:oleObj>
              </mc:Fallback>
            </mc:AlternateContent>
          </a:graphicData>
        </a:graphic>
      </p:graphicFrame>
      <p:sp>
        <p:nvSpPr>
          <p:cNvPr id="12" name="TextBox 11">
            <a:extLst>
              <a:ext uri="{FF2B5EF4-FFF2-40B4-BE49-F238E27FC236}">
                <a16:creationId xmlns:a16="http://schemas.microsoft.com/office/drawing/2014/main" id="{8CC472F3-DE41-78BC-3BC2-1E00DB402BB1}"/>
              </a:ext>
            </a:extLst>
          </p:cNvPr>
          <p:cNvSpPr txBox="1"/>
          <p:nvPr/>
        </p:nvSpPr>
        <p:spPr>
          <a:xfrm>
            <a:off x="279291" y="3759900"/>
            <a:ext cx="11469012" cy="369332"/>
          </a:xfrm>
          <a:prstGeom prst="rect">
            <a:avLst/>
          </a:prstGeom>
          <a:noFill/>
        </p:spPr>
        <p:txBody>
          <a:bodyPr wrap="square">
            <a:spAutoFit/>
          </a:bodyPr>
          <a:lstStyle/>
          <a:p>
            <a:r>
              <a:rPr kumimoji="0" lang="en-US" sz="1800" b="0" i="0" u="none" strike="noStrike" kern="1200" cap="none" spc="0" normalizeH="0" baseline="0" noProof="0">
                <a:ln>
                  <a:noFill/>
                </a:ln>
                <a:solidFill>
                  <a:prstClr val="black"/>
                </a:solidFill>
                <a:effectLst/>
                <a:uLnTx/>
                <a:uFillTx/>
                <a:latin typeface="Calibri" panose="020F0502020204030204"/>
                <a:ea typeface="+mn-ea"/>
                <a:cs typeface="+mn-cs"/>
                <a:sym typeface="Symbol" panose="05050102010706020507" pitchFamily="18" charset="2"/>
              </a:rPr>
              <a:t>+ Đối với ánh sáng</a:t>
            </a:r>
            <a:r>
              <a:rPr kumimoji="0" lang="en-US" sz="1800" b="0" i="0" u="none" strike="noStrike" kern="1200" cap="none" spc="0" normalizeH="0" noProof="0">
                <a:ln>
                  <a:noFill/>
                </a:ln>
                <a:solidFill>
                  <a:prstClr val="black"/>
                </a:solidFill>
                <a:effectLst/>
                <a:uLnTx/>
                <a:uFillTx/>
                <a:latin typeface="Calibri" panose="020F0502020204030204"/>
                <a:ea typeface="+mn-ea"/>
                <a:cs typeface="+mn-cs"/>
                <a:sym typeface="Symbol" panose="05050102010706020507" pitchFamily="18" charset="2"/>
              </a:rPr>
              <a:t> đỏ có bước sóng </a:t>
            </a:r>
            <a:r>
              <a:rPr kumimoji="0" lang="en-US" sz="1800" b="0" i="0" u="none" strike="noStrike" kern="1200" cap="none" spc="0" normalizeH="0" baseline="0" noProof="0">
                <a:ln>
                  <a:noFill/>
                </a:ln>
                <a:solidFill>
                  <a:prstClr val="black"/>
                </a:solidFill>
                <a:effectLst/>
                <a:uLnTx/>
                <a:uFillTx/>
                <a:latin typeface="Calibri" panose="020F0502020204030204"/>
                <a:ea typeface="+mn-ea"/>
                <a:cs typeface="+mn-cs"/>
                <a:sym typeface="Symbol" panose="05050102010706020507" pitchFamily="18" charset="2"/>
              </a:rPr>
              <a:t></a:t>
            </a:r>
            <a:r>
              <a:rPr kumimoji="0" lang="en-US" sz="1800" b="0" i="0" u="none" strike="noStrike" kern="1200" cap="none" spc="0" normalizeH="0" baseline="-25000" noProof="0">
                <a:ln>
                  <a:noFill/>
                </a:ln>
                <a:solidFill>
                  <a:prstClr val="black"/>
                </a:solidFill>
                <a:effectLst/>
                <a:uLnTx/>
                <a:uFillTx/>
                <a:latin typeface="Calibri" panose="020F0502020204030204"/>
                <a:ea typeface="+mn-ea"/>
                <a:cs typeface="+mn-cs"/>
                <a:sym typeface="Symbol" panose="05050102010706020507" pitchFamily="18" charset="2"/>
              </a:rPr>
              <a:t>1</a:t>
            </a:r>
            <a:r>
              <a:rPr kumimoji="0" lang="en-US" sz="1800" b="0" i="0" u="none" strike="noStrike" kern="1200" cap="none" spc="0" normalizeH="0" baseline="0" noProof="0">
                <a:ln>
                  <a:noFill/>
                </a:ln>
                <a:solidFill>
                  <a:prstClr val="black"/>
                </a:solidFill>
                <a:effectLst/>
                <a:uLnTx/>
                <a:uFillTx/>
                <a:latin typeface="Calibri" panose="020F0502020204030204"/>
                <a:ea typeface="+mn-ea"/>
                <a:cs typeface="+mn-cs"/>
                <a:sym typeface="Symbol" panose="05050102010706020507" pitchFamily="18" charset="2"/>
              </a:rPr>
              <a:t> = 0,7 m thì bậc lớn nhất của các vạch cực đại trong quang phổ nhiễu xạ là: </a:t>
            </a:r>
            <a:endParaRPr lang="en-US"/>
          </a:p>
        </p:txBody>
      </p:sp>
      <p:graphicFrame>
        <p:nvGraphicFramePr>
          <p:cNvPr id="16" name="Object 15">
            <a:extLst>
              <a:ext uri="{FF2B5EF4-FFF2-40B4-BE49-F238E27FC236}">
                <a16:creationId xmlns:a16="http://schemas.microsoft.com/office/drawing/2014/main" id="{D6DA3890-9E6E-8E9A-C561-F7C29E46F691}"/>
              </a:ext>
            </a:extLst>
          </p:cNvPr>
          <p:cNvGraphicFramePr>
            <a:graphicFrameLocks noChangeAspect="1"/>
          </p:cNvGraphicFramePr>
          <p:nvPr>
            <p:extLst>
              <p:ext uri="{D42A27DB-BD31-4B8C-83A1-F6EECF244321}">
                <p14:modId xmlns:p14="http://schemas.microsoft.com/office/powerpoint/2010/main" val="1465837271"/>
              </p:ext>
            </p:extLst>
          </p:nvPr>
        </p:nvGraphicFramePr>
        <p:xfrm>
          <a:off x="4418126" y="4287976"/>
          <a:ext cx="2495324" cy="736325"/>
        </p:xfrm>
        <a:graphic>
          <a:graphicData uri="http://schemas.openxmlformats.org/presentationml/2006/ole">
            <mc:AlternateContent xmlns:mc="http://schemas.openxmlformats.org/markup-compatibility/2006">
              <mc:Choice xmlns:v="urn:schemas-microsoft-com:vml" Requires="v">
                <p:oleObj name="Equation" r:id="rId8" imgW="1549080" imgH="457200" progId="Equation.DSMT4">
                  <p:embed/>
                </p:oleObj>
              </mc:Choice>
              <mc:Fallback>
                <p:oleObj name="Equation" r:id="rId8" imgW="1549080" imgH="457200" progId="Equation.DSMT4">
                  <p:embed/>
                  <p:pic>
                    <p:nvPicPr>
                      <p:cNvPr id="13" name="Object 12">
                        <a:extLst>
                          <a:ext uri="{FF2B5EF4-FFF2-40B4-BE49-F238E27FC236}">
                            <a16:creationId xmlns:a16="http://schemas.microsoft.com/office/drawing/2014/main" id="{D6DA3890-9E6E-8E9A-C561-F7C29E46F691}"/>
                          </a:ext>
                        </a:extLst>
                      </p:cNvPr>
                      <p:cNvPicPr/>
                      <p:nvPr/>
                    </p:nvPicPr>
                    <p:blipFill>
                      <a:blip r:embed="rId9"/>
                      <a:stretch>
                        <a:fillRect/>
                      </a:stretch>
                    </p:blipFill>
                    <p:spPr>
                      <a:xfrm>
                        <a:off x="4418126" y="4287976"/>
                        <a:ext cx="2495324" cy="736325"/>
                      </a:xfrm>
                      <a:prstGeom prst="rect">
                        <a:avLst/>
                      </a:prstGeom>
                    </p:spPr>
                  </p:pic>
                </p:oleObj>
              </mc:Fallback>
            </mc:AlternateContent>
          </a:graphicData>
        </a:graphic>
      </p:graphicFrame>
      <p:sp>
        <p:nvSpPr>
          <p:cNvPr id="17" name="TextBox 16">
            <a:extLst>
              <a:ext uri="{FF2B5EF4-FFF2-40B4-BE49-F238E27FC236}">
                <a16:creationId xmlns:a16="http://schemas.microsoft.com/office/drawing/2014/main" id="{0A5B8371-565E-7E09-A9CC-0E16BA25DA0C}"/>
              </a:ext>
            </a:extLst>
          </p:cNvPr>
          <p:cNvSpPr txBox="1"/>
          <p:nvPr/>
        </p:nvSpPr>
        <p:spPr>
          <a:xfrm>
            <a:off x="362242" y="5046615"/>
            <a:ext cx="11469012" cy="369332"/>
          </a:xfrm>
          <a:prstGeom prst="rect">
            <a:avLst/>
          </a:prstGeom>
          <a:noFill/>
        </p:spPr>
        <p:txBody>
          <a:bodyPr wrap="square">
            <a:spAutoFit/>
          </a:bodyPr>
          <a:lstStyle/>
          <a:p>
            <a:r>
              <a:rPr kumimoji="0" lang="en-US" sz="1800" b="0" i="0" u="none" strike="noStrike" kern="1200" cap="none" spc="0" normalizeH="0" baseline="0" noProof="0">
                <a:ln>
                  <a:noFill/>
                </a:ln>
                <a:solidFill>
                  <a:prstClr val="black"/>
                </a:solidFill>
                <a:effectLst/>
                <a:uLnTx/>
                <a:uFillTx/>
                <a:latin typeface="Calibri" panose="020F0502020204030204"/>
                <a:ea typeface="+mn-ea"/>
                <a:cs typeface="+mn-cs"/>
                <a:sym typeface="Symbol" panose="05050102010706020507" pitchFamily="18" charset="2"/>
              </a:rPr>
              <a:t>+ Đối với ánh sáng</a:t>
            </a:r>
            <a:r>
              <a:rPr kumimoji="0" lang="en-US" sz="1800" b="0" i="0" u="none" strike="noStrike" kern="1200" cap="none" spc="0" normalizeH="0" noProof="0">
                <a:ln>
                  <a:noFill/>
                </a:ln>
                <a:solidFill>
                  <a:prstClr val="black"/>
                </a:solidFill>
                <a:effectLst/>
                <a:uLnTx/>
                <a:uFillTx/>
                <a:latin typeface="Calibri" panose="020F0502020204030204"/>
                <a:ea typeface="+mn-ea"/>
                <a:cs typeface="+mn-cs"/>
                <a:sym typeface="Symbol" panose="05050102010706020507" pitchFamily="18" charset="2"/>
              </a:rPr>
              <a:t> tím có bước sóng </a:t>
            </a:r>
            <a:r>
              <a:rPr kumimoji="0" lang="en-US" sz="1800" b="0" i="0" u="none" strike="noStrike" kern="1200" cap="none" spc="0" normalizeH="0" baseline="0" noProof="0">
                <a:ln>
                  <a:noFill/>
                </a:ln>
                <a:solidFill>
                  <a:prstClr val="black"/>
                </a:solidFill>
                <a:effectLst/>
                <a:uLnTx/>
                <a:uFillTx/>
                <a:latin typeface="Calibri" panose="020F0502020204030204"/>
                <a:ea typeface="+mn-ea"/>
                <a:cs typeface="+mn-cs"/>
                <a:sym typeface="Symbol" panose="05050102010706020507" pitchFamily="18" charset="2"/>
              </a:rPr>
              <a:t></a:t>
            </a:r>
            <a:r>
              <a:rPr kumimoji="0" lang="en-US" sz="1800" b="0" i="0" u="none" strike="noStrike" kern="1200" cap="none" spc="0" normalizeH="0" baseline="-25000" noProof="0">
                <a:ln>
                  <a:noFill/>
                </a:ln>
                <a:solidFill>
                  <a:prstClr val="black"/>
                </a:solidFill>
                <a:effectLst/>
                <a:uLnTx/>
                <a:uFillTx/>
                <a:latin typeface="Calibri" panose="020F0502020204030204"/>
                <a:ea typeface="+mn-ea"/>
                <a:cs typeface="+mn-cs"/>
                <a:sym typeface="Symbol" panose="05050102010706020507" pitchFamily="18" charset="2"/>
              </a:rPr>
              <a:t>2</a:t>
            </a:r>
            <a:r>
              <a:rPr kumimoji="0" lang="en-US" sz="1800" b="0" i="0" u="none" strike="noStrike" kern="1200" cap="none" spc="0" normalizeH="0" baseline="0" noProof="0">
                <a:ln>
                  <a:noFill/>
                </a:ln>
                <a:solidFill>
                  <a:prstClr val="black"/>
                </a:solidFill>
                <a:effectLst/>
                <a:uLnTx/>
                <a:uFillTx/>
                <a:latin typeface="Calibri" panose="020F0502020204030204"/>
                <a:ea typeface="+mn-ea"/>
                <a:cs typeface="+mn-cs"/>
                <a:sym typeface="Symbol" panose="05050102010706020507" pitchFamily="18" charset="2"/>
              </a:rPr>
              <a:t> = 0,4 m thì bậc lớn nhất của các vạch cực đại trong quang phổ nhiễu xạ là: </a:t>
            </a:r>
            <a:endParaRPr lang="en-US"/>
          </a:p>
        </p:txBody>
      </p:sp>
      <p:graphicFrame>
        <p:nvGraphicFramePr>
          <p:cNvPr id="18" name="Object 17">
            <a:extLst>
              <a:ext uri="{FF2B5EF4-FFF2-40B4-BE49-F238E27FC236}">
                <a16:creationId xmlns:a16="http://schemas.microsoft.com/office/drawing/2014/main" id="{8477EE4C-8846-9CAF-94A5-043BE16D79D3}"/>
              </a:ext>
            </a:extLst>
          </p:cNvPr>
          <p:cNvGraphicFramePr>
            <a:graphicFrameLocks noChangeAspect="1"/>
          </p:cNvGraphicFramePr>
          <p:nvPr>
            <p:extLst>
              <p:ext uri="{D42A27DB-BD31-4B8C-83A1-F6EECF244321}">
                <p14:modId xmlns:p14="http://schemas.microsoft.com/office/powerpoint/2010/main" val="3095220632"/>
              </p:ext>
            </p:extLst>
          </p:nvPr>
        </p:nvGraphicFramePr>
        <p:xfrm>
          <a:off x="4641850" y="5563464"/>
          <a:ext cx="2168525" cy="736600"/>
        </p:xfrm>
        <a:graphic>
          <a:graphicData uri="http://schemas.openxmlformats.org/presentationml/2006/ole">
            <mc:AlternateContent xmlns:mc="http://schemas.openxmlformats.org/markup-compatibility/2006">
              <mc:Choice xmlns:v="urn:schemas-microsoft-com:vml" Requires="v">
                <p:oleObj name="Equation" r:id="rId10" imgW="1346040" imgH="457200" progId="Equation.DSMT4">
                  <p:embed/>
                </p:oleObj>
              </mc:Choice>
              <mc:Fallback>
                <p:oleObj name="Equation" r:id="rId10" imgW="1346040" imgH="457200" progId="Equation.DSMT4">
                  <p:embed/>
                  <p:pic>
                    <p:nvPicPr>
                      <p:cNvPr id="15" name="Object 14">
                        <a:extLst>
                          <a:ext uri="{FF2B5EF4-FFF2-40B4-BE49-F238E27FC236}">
                            <a16:creationId xmlns:a16="http://schemas.microsoft.com/office/drawing/2014/main" id="{8477EE4C-8846-9CAF-94A5-043BE16D79D3}"/>
                          </a:ext>
                        </a:extLst>
                      </p:cNvPr>
                      <p:cNvPicPr/>
                      <p:nvPr/>
                    </p:nvPicPr>
                    <p:blipFill>
                      <a:blip r:embed="rId11"/>
                      <a:stretch>
                        <a:fillRect/>
                      </a:stretch>
                    </p:blipFill>
                    <p:spPr>
                      <a:xfrm>
                        <a:off x="4641850" y="5563464"/>
                        <a:ext cx="2168525" cy="736600"/>
                      </a:xfrm>
                      <a:prstGeom prst="rect">
                        <a:avLst/>
                      </a:prstGeom>
                    </p:spPr>
                  </p:pic>
                </p:oleObj>
              </mc:Fallback>
            </mc:AlternateContent>
          </a:graphicData>
        </a:graphic>
      </p:graphicFrame>
    </p:spTree>
    <p:extLst>
      <p:ext uri="{BB962C8B-B14F-4D97-AF65-F5344CB8AC3E}">
        <p14:creationId xmlns:p14="http://schemas.microsoft.com/office/powerpoint/2010/main" val="212259588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1000"/>
                                        <p:tgtEl>
                                          <p:spTgt spid="3"/>
                                        </p:tgtEl>
                                      </p:cBhvr>
                                    </p:animEffect>
                                    <p:anim calcmode="lin" valueType="num">
                                      <p:cBhvr>
                                        <p:cTn id="8" dur="1000" fill="hold"/>
                                        <p:tgtEl>
                                          <p:spTgt spid="3"/>
                                        </p:tgtEl>
                                        <p:attrNameLst>
                                          <p:attrName>ppt_x</p:attrName>
                                        </p:attrNameLst>
                                      </p:cBhvr>
                                      <p:tavLst>
                                        <p:tav tm="0">
                                          <p:val>
                                            <p:strVal val="#ppt_x"/>
                                          </p:val>
                                        </p:tav>
                                        <p:tav tm="100000">
                                          <p:val>
                                            <p:strVal val="#ppt_x"/>
                                          </p:val>
                                        </p:tav>
                                      </p:tavLst>
                                    </p:anim>
                                    <p:anim calcmode="lin" valueType="num">
                                      <p:cBhvr>
                                        <p:cTn id="9" dur="1000" fill="hold"/>
                                        <p:tgtEl>
                                          <p:spTgt spid="3"/>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4"/>
                                        </p:tgtEl>
                                        <p:attrNameLst>
                                          <p:attrName>style.visibility</p:attrName>
                                        </p:attrNameLst>
                                      </p:cBhvr>
                                      <p:to>
                                        <p:strVal val="visible"/>
                                      </p:to>
                                    </p:set>
                                    <p:animEffect transition="in" filter="fade">
                                      <p:cBhvr>
                                        <p:cTn id="14" dur="1000"/>
                                        <p:tgtEl>
                                          <p:spTgt spid="4"/>
                                        </p:tgtEl>
                                      </p:cBhvr>
                                    </p:animEffect>
                                    <p:anim calcmode="lin" valueType="num">
                                      <p:cBhvr>
                                        <p:cTn id="15" dur="1000" fill="hold"/>
                                        <p:tgtEl>
                                          <p:spTgt spid="4"/>
                                        </p:tgtEl>
                                        <p:attrNameLst>
                                          <p:attrName>ppt_x</p:attrName>
                                        </p:attrNameLst>
                                      </p:cBhvr>
                                      <p:tavLst>
                                        <p:tav tm="0">
                                          <p:val>
                                            <p:strVal val="#ppt_x"/>
                                          </p:val>
                                        </p:tav>
                                        <p:tav tm="100000">
                                          <p:val>
                                            <p:strVal val="#ppt_x"/>
                                          </p:val>
                                        </p:tav>
                                      </p:tavLst>
                                    </p:anim>
                                    <p:anim calcmode="lin" valueType="num">
                                      <p:cBhvr>
                                        <p:cTn id="16" dur="1000" fill="hold"/>
                                        <p:tgtEl>
                                          <p:spTgt spid="4"/>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nodeType="clickEffect">
                                  <p:stCondLst>
                                    <p:cond delay="0"/>
                                  </p:stCondLst>
                                  <p:childTnLst>
                                    <p:set>
                                      <p:cBhvr>
                                        <p:cTn id="20" dur="1" fill="hold">
                                          <p:stCondLst>
                                            <p:cond delay="0"/>
                                          </p:stCondLst>
                                        </p:cTn>
                                        <p:tgtEl>
                                          <p:spTgt spid="6"/>
                                        </p:tgtEl>
                                        <p:attrNameLst>
                                          <p:attrName>style.visibility</p:attrName>
                                        </p:attrNameLst>
                                      </p:cBhvr>
                                      <p:to>
                                        <p:strVal val="visible"/>
                                      </p:to>
                                    </p:set>
                                    <p:animEffect transition="in" filter="fade">
                                      <p:cBhvr>
                                        <p:cTn id="21" dur="1000"/>
                                        <p:tgtEl>
                                          <p:spTgt spid="6"/>
                                        </p:tgtEl>
                                      </p:cBhvr>
                                    </p:animEffect>
                                    <p:anim calcmode="lin" valueType="num">
                                      <p:cBhvr>
                                        <p:cTn id="22" dur="1000" fill="hold"/>
                                        <p:tgtEl>
                                          <p:spTgt spid="6"/>
                                        </p:tgtEl>
                                        <p:attrNameLst>
                                          <p:attrName>ppt_x</p:attrName>
                                        </p:attrNameLst>
                                      </p:cBhvr>
                                      <p:tavLst>
                                        <p:tav tm="0">
                                          <p:val>
                                            <p:strVal val="#ppt_x"/>
                                          </p:val>
                                        </p:tav>
                                        <p:tav tm="100000">
                                          <p:val>
                                            <p:strVal val="#ppt_x"/>
                                          </p:val>
                                        </p:tav>
                                      </p:tavLst>
                                    </p:anim>
                                    <p:anim calcmode="lin" valueType="num">
                                      <p:cBhvr>
                                        <p:cTn id="23" dur="1000" fill="hold"/>
                                        <p:tgtEl>
                                          <p:spTgt spid="6"/>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7"/>
                                        </p:tgtEl>
                                        <p:attrNameLst>
                                          <p:attrName>style.visibility</p:attrName>
                                        </p:attrNameLst>
                                      </p:cBhvr>
                                      <p:to>
                                        <p:strVal val="visible"/>
                                      </p:to>
                                    </p:set>
                                    <p:animEffect transition="in" filter="fade">
                                      <p:cBhvr>
                                        <p:cTn id="28" dur="1000"/>
                                        <p:tgtEl>
                                          <p:spTgt spid="7"/>
                                        </p:tgtEl>
                                      </p:cBhvr>
                                    </p:animEffect>
                                    <p:anim calcmode="lin" valueType="num">
                                      <p:cBhvr>
                                        <p:cTn id="29" dur="1000" fill="hold"/>
                                        <p:tgtEl>
                                          <p:spTgt spid="7"/>
                                        </p:tgtEl>
                                        <p:attrNameLst>
                                          <p:attrName>ppt_x</p:attrName>
                                        </p:attrNameLst>
                                      </p:cBhvr>
                                      <p:tavLst>
                                        <p:tav tm="0">
                                          <p:val>
                                            <p:strVal val="#ppt_x"/>
                                          </p:val>
                                        </p:tav>
                                        <p:tav tm="100000">
                                          <p:val>
                                            <p:strVal val="#ppt_x"/>
                                          </p:val>
                                        </p:tav>
                                      </p:tavLst>
                                    </p:anim>
                                    <p:anim calcmode="lin" valueType="num">
                                      <p:cBhvr>
                                        <p:cTn id="30"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nodeType="clickEffect">
                                  <p:stCondLst>
                                    <p:cond delay="0"/>
                                  </p:stCondLst>
                                  <p:childTnLst>
                                    <p:set>
                                      <p:cBhvr>
                                        <p:cTn id="34" dur="1" fill="hold">
                                          <p:stCondLst>
                                            <p:cond delay="0"/>
                                          </p:stCondLst>
                                        </p:cTn>
                                        <p:tgtEl>
                                          <p:spTgt spid="8"/>
                                        </p:tgtEl>
                                        <p:attrNameLst>
                                          <p:attrName>style.visibility</p:attrName>
                                        </p:attrNameLst>
                                      </p:cBhvr>
                                      <p:to>
                                        <p:strVal val="visible"/>
                                      </p:to>
                                    </p:set>
                                    <p:animEffect transition="in" filter="fade">
                                      <p:cBhvr>
                                        <p:cTn id="35" dur="1000"/>
                                        <p:tgtEl>
                                          <p:spTgt spid="8"/>
                                        </p:tgtEl>
                                      </p:cBhvr>
                                    </p:animEffect>
                                    <p:anim calcmode="lin" valueType="num">
                                      <p:cBhvr>
                                        <p:cTn id="36" dur="1000" fill="hold"/>
                                        <p:tgtEl>
                                          <p:spTgt spid="8"/>
                                        </p:tgtEl>
                                        <p:attrNameLst>
                                          <p:attrName>ppt_x</p:attrName>
                                        </p:attrNameLst>
                                      </p:cBhvr>
                                      <p:tavLst>
                                        <p:tav tm="0">
                                          <p:val>
                                            <p:strVal val="#ppt_x"/>
                                          </p:val>
                                        </p:tav>
                                        <p:tav tm="100000">
                                          <p:val>
                                            <p:strVal val="#ppt_x"/>
                                          </p:val>
                                        </p:tav>
                                      </p:tavLst>
                                    </p:anim>
                                    <p:anim calcmode="lin" valueType="num">
                                      <p:cBhvr>
                                        <p:cTn id="37"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42" presetClass="entr" presetSubtype="0" fill="hold" grpId="0" nodeType="clickEffect">
                                  <p:stCondLst>
                                    <p:cond delay="0"/>
                                  </p:stCondLst>
                                  <p:childTnLst>
                                    <p:set>
                                      <p:cBhvr>
                                        <p:cTn id="41" dur="1" fill="hold">
                                          <p:stCondLst>
                                            <p:cond delay="0"/>
                                          </p:stCondLst>
                                        </p:cTn>
                                        <p:tgtEl>
                                          <p:spTgt spid="9"/>
                                        </p:tgtEl>
                                        <p:attrNameLst>
                                          <p:attrName>style.visibility</p:attrName>
                                        </p:attrNameLst>
                                      </p:cBhvr>
                                      <p:to>
                                        <p:strVal val="visible"/>
                                      </p:to>
                                    </p:set>
                                    <p:animEffect transition="in" filter="fade">
                                      <p:cBhvr>
                                        <p:cTn id="42" dur="1000"/>
                                        <p:tgtEl>
                                          <p:spTgt spid="9"/>
                                        </p:tgtEl>
                                      </p:cBhvr>
                                    </p:animEffect>
                                    <p:anim calcmode="lin" valueType="num">
                                      <p:cBhvr>
                                        <p:cTn id="43" dur="1000" fill="hold"/>
                                        <p:tgtEl>
                                          <p:spTgt spid="9"/>
                                        </p:tgtEl>
                                        <p:attrNameLst>
                                          <p:attrName>ppt_x</p:attrName>
                                        </p:attrNameLst>
                                      </p:cBhvr>
                                      <p:tavLst>
                                        <p:tav tm="0">
                                          <p:val>
                                            <p:strVal val="#ppt_x"/>
                                          </p:val>
                                        </p:tav>
                                        <p:tav tm="100000">
                                          <p:val>
                                            <p:strVal val="#ppt_x"/>
                                          </p:val>
                                        </p:tav>
                                      </p:tavLst>
                                    </p:anim>
                                    <p:anim calcmode="lin" valueType="num">
                                      <p:cBhvr>
                                        <p:cTn id="44" dur="1000" fill="hold"/>
                                        <p:tgtEl>
                                          <p:spTgt spid="9"/>
                                        </p:tgtEl>
                                        <p:attrNameLst>
                                          <p:attrName>ppt_y</p:attrName>
                                        </p:attrNameLst>
                                      </p:cBhvr>
                                      <p:tavLst>
                                        <p:tav tm="0">
                                          <p:val>
                                            <p:strVal val="#ppt_y+.1"/>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42" presetClass="entr" presetSubtype="0" fill="hold" nodeType="clickEffect">
                                  <p:stCondLst>
                                    <p:cond delay="0"/>
                                  </p:stCondLst>
                                  <p:childTnLst>
                                    <p:set>
                                      <p:cBhvr>
                                        <p:cTn id="48" dur="1" fill="hold">
                                          <p:stCondLst>
                                            <p:cond delay="0"/>
                                          </p:stCondLst>
                                        </p:cTn>
                                        <p:tgtEl>
                                          <p:spTgt spid="10"/>
                                        </p:tgtEl>
                                        <p:attrNameLst>
                                          <p:attrName>style.visibility</p:attrName>
                                        </p:attrNameLst>
                                      </p:cBhvr>
                                      <p:to>
                                        <p:strVal val="visible"/>
                                      </p:to>
                                    </p:set>
                                    <p:animEffect transition="in" filter="fade">
                                      <p:cBhvr>
                                        <p:cTn id="49" dur="1000"/>
                                        <p:tgtEl>
                                          <p:spTgt spid="10"/>
                                        </p:tgtEl>
                                      </p:cBhvr>
                                    </p:animEffect>
                                    <p:anim calcmode="lin" valueType="num">
                                      <p:cBhvr>
                                        <p:cTn id="50" dur="1000" fill="hold"/>
                                        <p:tgtEl>
                                          <p:spTgt spid="10"/>
                                        </p:tgtEl>
                                        <p:attrNameLst>
                                          <p:attrName>ppt_x</p:attrName>
                                        </p:attrNameLst>
                                      </p:cBhvr>
                                      <p:tavLst>
                                        <p:tav tm="0">
                                          <p:val>
                                            <p:strVal val="#ppt_x"/>
                                          </p:val>
                                        </p:tav>
                                        <p:tav tm="100000">
                                          <p:val>
                                            <p:strVal val="#ppt_x"/>
                                          </p:val>
                                        </p:tav>
                                      </p:tavLst>
                                    </p:anim>
                                    <p:anim calcmode="lin" valueType="num">
                                      <p:cBhvr>
                                        <p:cTn id="51" dur="1000" fill="hold"/>
                                        <p:tgtEl>
                                          <p:spTgt spid="10"/>
                                        </p:tgtEl>
                                        <p:attrNameLst>
                                          <p:attrName>ppt_y</p:attrName>
                                        </p:attrNameLst>
                                      </p:cBhvr>
                                      <p:tavLst>
                                        <p:tav tm="0">
                                          <p:val>
                                            <p:strVal val="#ppt_y+.1"/>
                                          </p:val>
                                        </p:tav>
                                        <p:tav tm="100000">
                                          <p:val>
                                            <p:strVal val="#ppt_y"/>
                                          </p:val>
                                        </p:tav>
                                      </p:tavLst>
                                    </p:anim>
                                  </p:childTnLst>
                                </p:cTn>
                              </p:par>
                            </p:childTnLst>
                          </p:cTn>
                        </p:par>
                      </p:childTnLst>
                    </p:cTn>
                  </p:par>
                  <p:par>
                    <p:cTn id="52" fill="hold">
                      <p:stCondLst>
                        <p:cond delay="indefinite"/>
                      </p:stCondLst>
                      <p:childTnLst>
                        <p:par>
                          <p:cTn id="53" fill="hold">
                            <p:stCondLst>
                              <p:cond delay="0"/>
                            </p:stCondLst>
                            <p:childTnLst>
                              <p:par>
                                <p:cTn id="54" presetID="42" presetClass="entr" presetSubtype="0" fill="hold" grpId="0" nodeType="clickEffect">
                                  <p:stCondLst>
                                    <p:cond delay="0"/>
                                  </p:stCondLst>
                                  <p:childTnLst>
                                    <p:set>
                                      <p:cBhvr>
                                        <p:cTn id="55" dur="1" fill="hold">
                                          <p:stCondLst>
                                            <p:cond delay="0"/>
                                          </p:stCondLst>
                                        </p:cTn>
                                        <p:tgtEl>
                                          <p:spTgt spid="12"/>
                                        </p:tgtEl>
                                        <p:attrNameLst>
                                          <p:attrName>style.visibility</p:attrName>
                                        </p:attrNameLst>
                                      </p:cBhvr>
                                      <p:to>
                                        <p:strVal val="visible"/>
                                      </p:to>
                                    </p:set>
                                    <p:animEffect transition="in" filter="fade">
                                      <p:cBhvr>
                                        <p:cTn id="56" dur="1000"/>
                                        <p:tgtEl>
                                          <p:spTgt spid="12"/>
                                        </p:tgtEl>
                                      </p:cBhvr>
                                    </p:animEffect>
                                    <p:anim calcmode="lin" valueType="num">
                                      <p:cBhvr>
                                        <p:cTn id="57" dur="1000" fill="hold"/>
                                        <p:tgtEl>
                                          <p:spTgt spid="12"/>
                                        </p:tgtEl>
                                        <p:attrNameLst>
                                          <p:attrName>ppt_x</p:attrName>
                                        </p:attrNameLst>
                                      </p:cBhvr>
                                      <p:tavLst>
                                        <p:tav tm="0">
                                          <p:val>
                                            <p:strVal val="#ppt_x"/>
                                          </p:val>
                                        </p:tav>
                                        <p:tav tm="100000">
                                          <p:val>
                                            <p:strVal val="#ppt_x"/>
                                          </p:val>
                                        </p:tav>
                                      </p:tavLst>
                                    </p:anim>
                                    <p:anim calcmode="lin" valueType="num">
                                      <p:cBhvr>
                                        <p:cTn id="58" dur="1000" fill="hold"/>
                                        <p:tgtEl>
                                          <p:spTgt spid="12"/>
                                        </p:tgtEl>
                                        <p:attrNameLst>
                                          <p:attrName>ppt_y</p:attrName>
                                        </p:attrNameLst>
                                      </p:cBhvr>
                                      <p:tavLst>
                                        <p:tav tm="0">
                                          <p:val>
                                            <p:strVal val="#ppt_y+.1"/>
                                          </p:val>
                                        </p:tav>
                                        <p:tav tm="100000">
                                          <p:val>
                                            <p:strVal val="#ppt_y"/>
                                          </p:val>
                                        </p:tav>
                                      </p:tavLst>
                                    </p:anim>
                                  </p:childTnLst>
                                </p:cTn>
                              </p:par>
                            </p:childTnLst>
                          </p:cTn>
                        </p:par>
                      </p:childTnLst>
                    </p:cTn>
                  </p:par>
                  <p:par>
                    <p:cTn id="59" fill="hold">
                      <p:stCondLst>
                        <p:cond delay="indefinite"/>
                      </p:stCondLst>
                      <p:childTnLst>
                        <p:par>
                          <p:cTn id="60" fill="hold">
                            <p:stCondLst>
                              <p:cond delay="0"/>
                            </p:stCondLst>
                            <p:childTnLst>
                              <p:par>
                                <p:cTn id="61" presetID="42" presetClass="entr" presetSubtype="0" fill="hold" nodeType="clickEffect">
                                  <p:stCondLst>
                                    <p:cond delay="0"/>
                                  </p:stCondLst>
                                  <p:childTnLst>
                                    <p:set>
                                      <p:cBhvr>
                                        <p:cTn id="62" dur="1" fill="hold">
                                          <p:stCondLst>
                                            <p:cond delay="0"/>
                                          </p:stCondLst>
                                        </p:cTn>
                                        <p:tgtEl>
                                          <p:spTgt spid="16"/>
                                        </p:tgtEl>
                                        <p:attrNameLst>
                                          <p:attrName>style.visibility</p:attrName>
                                        </p:attrNameLst>
                                      </p:cBhvr>
                                      <p:to>
                                        <p:strVal val="visible"/>
                                      </p:to>
                                    </p:set>
                                    <p:animEffect transition="in" filter="fade">
                                      <p:cBhvr>
                                        <p:cTn id="63" dur="1000"/>
                                        <p:tgtEl>
                                          <p:spTgt spid="16"/>
                                        </p:tgtEl>
                                      </p:cBhvr>
                                    </p:animEffect>
                                    <p:anim calcmode="lin" valueType="num">
                                      <p:cBhvr>
                                        <p:cTn id="64" dur="1000" fill="hold"/>
                                        <p:tgtEl>
                                          <p:spTgt spid="16"/>
                                        </p:tgtEl>
                                        <p:attrNameLst>
                                          <p:attrName>ppt_x</p:attrName>
                                        </p:attrNameLst>
                                      </p:cBhvr>
                                      <p:tavLst>
                                        <p:tav tm="0">
                                          <p:val>
                                            <p:strVal val="#ppt_x"/>
                                          </p:val>
                                        </p:tav>
                                        <p:tav tm="100000">
                                          <p:val>
                                            <p:strVal val="#ppt_x"/>
                                          </p:val>
                                        </p:tav>
                                      </p:tavLst>
                                    </p:anim>
                                    <p:anim calcmode="lin" valueType="num">
                                      <p:cBhvr>
                                        <p:cTn id="65" dur="1000" fill="hold"/>
                                        <p:tgtEl>
                                          <p:spTgt spid="16"/>
                                        </p:tgtEl>
                                        <p:attrNameLst>
                                          <p:attrName>ppt_y</p:attrName>
                                        </p:attrNameLst>
                                      </p:cBhvr>
                                      <p:tavLst>
                                        <p:tav tm="0">
                                          <p:val>
                                            <p:strVal val="#ppt_y+.1"/>
                                          </p:val>
                                        </p:tav>
                                        <p:tav tm="100000">
                                          <p:val>
                                            <p:strVal val="#ppt_y"/>
                                          </p:val>
                                        </p:tav>
                                      </p:tavLst>
                                    </p:anim>
                                  </p:childTnLst>
                                </p:cTn>
                              </p:par>
                            </p:childTnLst>
                          </p:cTn>
                        </p:par>
                      </p:childTnLst>
                    </p:cTn>
                  </p:par>
                  <p:par>
                    <p:cTn id="66" fill="hold">
                      <p:stCondLst>
                        <p:cond delay="indefinite"/>
                      </p:stCondLst>
                      <p:childTnLst>
                        <p:par>
                          <p:cTn id="67" fill="hold">
                            <p:stCondLst>
                              <p:cond delay="0"/>
                            </p:stCondLst>
                            <p:childTnLst>
                              <p:par>
                                <p:cTn id="68" presetID="42" presetClass="entr" presetSubtype="0" fill="hold" grpId="0" nodeType="clickEffect">
                                  <p:stCondLst>
                                    <p:cond delay="0"/>
                                  </p:stCondLst>
                                  <p:childTnLst>
                                    <p:set>
                                      <p:cBhvr>
                                        <p:cTn id="69" dur="1" fill="hold">
                                          <p:stCondLst>
                                            <p:cond delay="0"/>
                                          </p:stCondLst>
                                        </p:cTn>
                                        <p:tgtEl>
                                          <p:spTgt spid="17"/>
                                        </p:tgtEl>
                                        <p:attrNameLst>
                                          <p:attrName>style.visibility</p:attrName>
                                        </p:attrNameLst>
                                      </p:cBhvr>
                                      <p:to>
                                        <p:strVal val="visible"/>
                                      </p:to>
                                    </p:set>
                                    <p:animEffect transition="in" filter="fade">
                                      <p:cBhvr>
                                        <p:cTn id="70" dur="1000"/>
                                        <p:tgtEl>
                                          <p:spTgt spid="17"/>
                                        </p:tgtEl>
                                      </p:cBhvr>
                                    </p:animEffect>
                                    <p:anim calcmode="lin" valueType="num">
                                      <p:cBhvr>
                                        <p:cTn id="71" dur="1000" fill="hold"/>
                                        <p:tgtEl>
                                          <p:spTgt spid="17"/>
                                        </p:tgtEl>
                                        <p:attrNameLst>
                                          <p:attrName>ppt_x</p:attrName>
                                        </p:attrNameLst>
                                      </p:cBhvr>
                                      <p:tavLst>
                                        <p:tav tm="0">
                                          <p:val>
                                            <p:strVal val="#ppt_x"/>
                                          </p:val>
                                        </p:tav>
                                        <p:tav tm="100000">
                                          <p:val>
                                            <p:strVal val="#ppt_x"/>
                                          </p:val>
                                        </p:tav>
                                      </p:tavLst>
                                    </p:anim>
                                    <p:anim calcmode="lin" valueType="num">
                                      <p:cBhvr>
                                        <p:cTn id="72" dur="1000" fill="hold"/>
                                        <p:tgtEl>
                                          <p:spTgt spid="17"/>
                                        </p:tgtEl>
                                        <p:attrNameLst>
                                          <p:attrName>ppt_y</p:attrName>
                                        </p:attrNameLst>
                                      </p:cBhvr>
                                      <p:tavLst>
                                        <p:tav tm="0">
                                          <p:val>
                                            <p:strVal val="#ppt_y+.1"/>
                                          </p:val>
                                        </p:tav>
                                        <p:tav tm="100000">
                                          <p:val>
                                            <p:strVal val="#ppt_y"/>
                                          </p:val>
                                        </p:tav>
                                      </p:tavLst>
                                    </p:anim>
                                  </p:childTnLst>
                                </p:cTn>
                              </p:par>
                            </p:childTnLst>
                          </p:cTn>
                        </p:par>
                      </p:childTnLst>
                    </p:cTn>
                  </p:par>
                  <p:par>
                    <p:cTn id="73" fill="hold">
                      <p:stCondLst>
                        <p:cond delay="indefinite"/>
                      </p:stCondLst>
                      <p:childTnLst>
                        <p:par>
                          <p:cTn id="74" fill="hold">
                            <p:stCondLst>
                              <p:cond delay="0"/>
                            </p:stCondLst>
                            <p:childTnLst>
                              <p:par>
                                <p:cTn id="75" presetID="42" presetClass="entr" presetSubtype="0" fill="hold" nodeType="clickEffect">
                                  <p:stCondLst>
                                    <p:cond delay="0"/>
                                  </p:stCondLst>
                                  <p:childTnLst>
                                    <p:set>
                                      <p:cBhvr>
                                        <p:cTn id="76" dur="1" fill="hold">
                                          <p:stCondLst>
                                            <p:cond delay="0"/>
                                          </p:stCondLst>
                                        </p:cTn>
                                        <p:tgtEl>
                                          <p:spTgt spid="18"/>
                                        </p:tgtEl>
                                        <p:attrNameLst>
                                          <p:attrName>style.visibility</p:attrName>
                                        </p:attrNameLst>
                                      </p:cBhvr>
                                      <p:to>
                                        <p:strVal val="visible"/>
                                      </p:to>
                                    </p:set>
                                    <p:animEffect transition="in" filter="fade">
                                      <p:cBhvr>
                                        <p:cTn id="77" dur="1000"/>
                                        <p:tgtEl>
                                          <p:spTgt spid="18"/>
                                        </p:tgtEl>
                                      </p:cBhvr>
                                    </p:animEffect>
                                    <p:anim calcmode="lin" valueType="num">
                                      <p:cBhvr>
                                        <p:cTn id="78" dur="1000" fill="hold"/>
                                        <p:tgtEl>
                                          <p:spTgt spid="18"/>
                                        </p:tgtEl>
                                        <p:attrNameLst>
                                          <p:attrName>ppt_x</p:attrName>
                                        </p:attrNameLst>
                                      </p:cBhvr>
                                      <p:tavLst>
                                        <p:tav tm="0">
                                          <p:val>
                                            <p:strVal val="#ppt_x"/>
                                          </p:val>
                                        </p:tav>
                                        <p:tav tm="100000">
                                          <p:val>
                                            <p:strVal val="#ppt_x"/>
                                          </p:val>
                                        </p:tav>
                                      </p:tavLst>
                                    </p:anim>
                                    <p:anim calcmode="lin" valueType="num">
                                      <p:cBhvr>
                                        <p:cTn id="79" dur="1000" fill="hold"/>
                                        <p:tgtEl>
                                          <p:spTgt spid="1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4" grpId="0"/>
      <p:bldP spid="7" grpId="0"/>
      <p:bldP spid="9" grpId="0"/>
      <p:bldP spid="12" grpId="0"/>
      <p:bldP spid="17" grpId="0"/>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6D4E36-A111-7C1E-C810-8D743C229353}"/>
            </a:ext>
          </a:extLst>
        </p:cNvPr>
        <p:cNvGrpSpPr/>
        <p:nvPr/>
      </p:nvGrpSpPr>
      <p:grpSpPr>
        <a:xfrm>
          <a:off x="0" y="0"/>
          <a:ext cx="0" cy="0"/>
          <a:chOff x="0" y="0"/>
          <a:chExt cx="0" cy="0"/>
        </a:xfrm>
      </p:grpSpPr>
      <p:sp>
        <p:nvSpPr>
          <p:cNvPr id="12" name="자유형 25">
            <a:extLst>
              <a:ext uri="{FF2B5EF4-FFF2-40B4-BE49-F238E27FC236}">
                <a16:creationId xmlns:a16="http://schemas.microsoft.com/office/drawing/2014/main" id="{433AB0D4-C0B1-8138-34E8-6022F0F8D4B0}"/>
              </a:ext>
            </a:extLst>
          </p:cNvPr>
          <p:cNvSpPr/>
          <p:nvPr/>
        </p:nvSpPr>
        <p:spPr>
          <a:xfrm flipV="1">
            <a:off x="652893" y="3187732"/>
            <a:ext cx="5068445" cy="45719"/>
          </a:xfrm>
          <a:custGeom>
            <a:avLst/>
            <a:gdLst>
              <a:gd name="connsiteX0" fmla="*/ 0 w 7226300"/>
              <a:gd name="connsiteY0" fmla="*/ 0 h 0"/>
              <a:gd name="connsiteX1" fmla="*/ 7226300 w 7226300"/>
              <a:gd name="connsiteY1" fmla="*/ 0 h 0"/>
            </a:gdLst>
            <a:ahLst/>
            <a:cxnLst>
              <a:cxn ang="0">
                <a:pos x="connsiteX0" y="connsiteY0"/>
              </a:cxn>
              <a:cxn ang="0">
                <a:pos x="connsiteX1" y="connsiteY1"/>
              </a:cxn>
            </a:cxnLst>
            <a:rect l="l" t="t" r="r" b="b"/>
            <a:pathLst>
              <a:path w="7226300">
                <a:moveTo>
                  <a:pt x="0" y="0"/>
                </a:moveTo>
                <a:lnTo>
                  <a:pt x="7226300" y="0"/>
                </a:lnTo>
              </a:path>
            </a:pathLst>
          </a:custGeom>
          <a:noFill/>
          <a:ln w="19050" cap="flat" cmpd="sng" algn="ctr">
            <a:solidFill>
              <a:sysClr val="window" lastClr="FFFFFF">
                <a:lumMod val="65000"/>
              </a:sysClr>
            </a:solidFill>
            <a:prstDash val="sysDot"/>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ko-KR" altLang="en-US" sz="2700" b="0" i="0" u="none" strike="noStrike" kern="0" cap="none" spc="0" normalizeH="0" baseline="0" noProof="0">
              <a:ln>
                <a:noFill/>
              </a:ln>
              <a:solidFill>
                <a:prstClr val="black"/>
              </a:solidFill>
              <a:effectLst/>
              <a:uLnTx/>
              <a:uFillTx/>
              <a:latin typeface="Arial"/>
              <a:cs typeface="+mn-cs"/>
            </a:endParaRPr>
          </a:p>
        </p:txBody>
      </p:sp>
      <p:sp>
        <p:nvSpPr>
          <p:cNvPr id="13" name="자유형 27">
            <a:extLst>
              <a:ext uri="{FF2B5EF4-FFF2-40B4-BE49-F238E27FC236}">
                <a16:creationId xmlns:a16="http://schemas.microsoft.com/office/drawing/2014/main" id="{492EA4C6-39E5-77A5-C41A-BD855DE677B6}"/>
              </a:ext>
            </a:extLst>
          </p:cNvPr>
          <p:cNvSpPr/>
          <p:nvPr/>
        </p:nvSpPr>
        <p:spPr>
          <a:xfrm>
            <a:off x="703638" y="4082294"/>
            <a:ext cx="5068445" cy="45719"/>
          </a:xfrm>
          <a:custGeom>
            <a:avLst/>
            <a:gdLst>
              <a:gd name="connsiteX0" fmla="*/ 0 w 7226300"/>
              <a:gd name="connsiteY0" fmla="*/ 0 h 0"/>
              <a:gd name="connsiteX1" fmla="*/ 7226300 w 7226300"/>
              <a:gd name="connsiteY1" fmla="*/ 0 h 0"/>
            </a:gdLst>
            <a:ahLst/>
            <a:cxnLst>
              <a:cxn ang="0">
                <a:pos x="connsiteX0" y="connsiteY0"/>
              </a:cxn>
              <a:cxn ang="0">
                <a:pos x="connsiteX1" y="connsiteY1"/>
              </a:cxn>
            </a:cxnLst>
            <a:rect l="l" t="t" r="r" b="b"/>
            <a:pathLst>
              <a:path w="7226300">
                <a:moveTo>
                  <a:pt x="0" y="0"/>
                </a:moveTo>
                <a:lnTo>
                  <a:pt x="7226300" y="0"/>
                </a:lnTo>
              </a:path>
            </a:pathLst>
          </a:custGeom>
          <a:noFill/>
          <a:ln w="19050" cap="flat" cmpd="sng" algn="ctr">
            <a:solidFill>
              <a:sysClr val="window" lastClr="FFFFFF">
                <a:lumMod val="65000"/>
              </a:sysClr>
            </a:solidFill>
            <a:prstDash val="sysDot"/>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ko-KR" altLang="en-US" sz="2700" b="0" i="0" u="none" strike="noStrike" kern="0" cap="none" spc="0" normalizeH="0" baseline="0" noProof="0">
              <a:ln>
                <a:noFill/>
              </a:ln>
              <a:solidFill>
                <a:prstClr val="black"/>
              </a:solidFill>
              <a:effectLst/>
              <a:uLnTx/>
              <a:uFillTx/>
              <a:latin typeface="Arial"/>
              <a:cs typeface="+mn-cs"/>
            </a:endParaRPr>
          </a:p>
        </p:txBody>
      </p:sp>
      <p:sp>
        <p:nvSpPr>
          <p:cNvPr id="14" name="자유형 29">
            <a:extLst>
              <a:ext uri="{FF2B5EF4-FFF2-40B4-BE49-F238E27FC236}">
                <a16:creationId xmlns:a16="http://schemas.microsoft.com/office/drawing/2014/main" id="{EB878B88-C1A0-3706-7B14-9315F8D38191}"/>
              </a:ext>
            </a:extLst>
          </p:cNvPr>
          <p:cNvSpPr/>
          <p:nvPr/>
        </p:nvSpPr>
        <p:spPr>
          <a:xfrm flipV="1">
            <a:off x="703638" y="4798456"/>
            <a:ext cx="5146807" cy="91438"/>
          </a:xfrm>
          <a:custGeom>
            <a:avLst/>
            <a:gdLst>
              <a:gd name="connsiteX0" fmla="*/ 0 w 7226300"/>
              <a:gd name="connsiteY0" fmla="*/ 0 h 0"/>
              <a:gd name="connsiteX1" fmla="*/ 7226300 w 7226300"/>
              <a:gd name="connsiteY1" fmla="*/ 0 h 0"/>
            </a:gdLst>
            <a:ahLst/>
            <a:cxnLst>
              <a:cxn ang="0">
                <a:pos x="connsiteX0" y="connsiteY0"/>
              </a:cxn>
              <a:cxn ang="0">
                <a:pos x="connsiteX1" y="connsiteY1"/>
              </a:cxn>
            </a:cxnLst>
            <a:rect l="l" t="t" r="r" b="b"/>
            <a:pathLst>
              <a:path w="7226300">
                <a:moveTo>
                  <a:pt x="0" y="0"/>
                </a:moveTo>
                <a:lnTo>
                  <a:pt x="7226300" y="0"/>
                </a:lnTo>
              </a:path>
            </a:pathLst>
          </a:custGeom>
          <a:noFill/>
          <a:ln w="19050" cap="flat" cmpd="sng" algn="ctr">
            <a:solidFill>
              <a:sysClr val="window" lastClr="FFFFFF">
                <a:lumMod val="65000"/>
              </a:sysClr>
            </a:solidFill>
            <a:prstDash val="sysDot"/>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ko-KR" altLang="en-US" sz="2700" b="0" i="0" u="none" strike="noStrike" kern="0" cap="none" spc="0" normalizeH="0" baseline="0" noProof="0">
              <a:ln>
                <a:noFill/>
              </a:ln>
              <a:solidFill>
                <a:prstClr val="black"/>
              </a:solidFill>
              <a:effectLst/>
              <a:uLnTx/>
              <a:uFillTx/>
              <a:latin typeface="Arial"/>
              <a:cs typeface="+mn-cs"/>
            </a:endParaRPr>
          </a:p>
        </p:txBody>
      </p:sp>
      <p:sp>
        <p:nvSpPr>
          <p:cNvPr id="16" name="Oval 10">
            <a:extLst>
              <a:ext uri="{FF2B5EF4-FFF2-40B4-BE49-F238E27FC236}">
                <a16:creationId xmlns:a16="http://schemas.microsoft.com/office/drawing/2014/main" id="{209B7F0D-AF00-7A90-5BC5-9707215B3606}"/>
              </a:ext>
            </a:extLst>
          </p:cNvPr>
          <p:cNvSpPr/>
          <p:nvPr/>
        </p:nvSpPr>
        <p:spPr>
          <a:xfrm>
            <a:off x="652893" y="3465097"/>
            <a:ext cx="573285" cy="573285"/>
          </a:xfrm>
          <a:prstGeom prst="ellipse">
            <a:avLst/>
          </a:prstGeom>
          <a:solidFill>
            <a:srgbClr val="7344AE"/>
          </a:solidFill>
          <a:ln w="15875" cap="flat" cmpd="sng" algn="ctr">
            <a:solidFill>
              <a:sysClr val="window" lastClr="FFFFFF"/>
            </a:solid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JM" sz="2700" b="0" i="0" u="none" strike="noStrike" kern="0" cap="none" spc="0" normalizeH="0" baseline="0" noProof="0" dirty="0">
                <a:ln>
                  <a:noFill/>
                </a:ln>
                <a:solidFill>
                  <a:prstClr val="white"/>
                </a:solidFill>
                <a:effectLst/>
                <a:uLnTx/>
                <a:uFillTx/>
                <a:latin typeface="Arial"/>
                <a:cs typeface="+mn-cs"/>
              </a:rPr>
              <a:t>2</a:t>
            </a:r>
          </a:p>
        </p:txBody>
      </p:sp>
      <p:sp>
        <p:nvSpPr>
          <p:cNvPr id="17" name="Oval 10">
            <a:extLst>
              <a:ext uri="{FF2B5EF4-FFF2-40B4-BE49-F238E27FC236}">
                <a16:creationId xmlns:a16="http://schemas.microsoft.com/office/drawing/2014/main" id="{58FB5E9F-73AA-1BFC-D1B9-70E6BE58437A}"/>
              </a:ext>
            </a:extLst>
          </p:cNvPr>
          <p:cNvSpPr/>
          <p:nvPr/>
        </p:nvSpPr>
        <p:spPr>
          <a:xfrm>
            <a:off x="625212" y="4250747"/>
            <a:ext cx="573285" cy="573285"/>
          </a:xfrm>
          <a:prstGeom prst="ellipse">
            <a:avLst/>
          </a:prstGeom>
          <a:solidFill>
            <a:srgbClr val="FF5030"/>
          </a:solidFill>
          <a:ln w="15875" cap="flat" cmpd="sng" algn="ctr">
            <a:solidFill>
              <a:sysClr val="window" lastClr="FFFFFF"/>
            </a:solid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JM" sz="2700" b="0" i="0" u="none" strike="noStrike" kern="0" cap="none" spc="0" normalizeH="0" baseline="0" noProof="0" dirty="0">
                <a:ln>
                  <a:noFill/>
                </a:ln>
                <a:solidFill>
                  <a:prstClr val="white"/>
                </a:solidFill>
                <a:effectLst/>
                <a:uLnTx/>
                <a:uFillTx/>
                <a:latin typeface="Arial"/>
                <a:cs typeface="+mn-cs"/>
              </a:rPr>
              <a:t>3</a:t>
            </a:r>
          </a:p>
        </p:txBody>
      </p:sp>
      <p:sp>
        <p:nvSpPr>
          <p:cNvPr id="19" name="Oval 10">
            <a:extLst>
              <a:ext uri="{FF2B5EF4-FFF2-40B4-BE49-F238E27FC236}">
                <a16:creationId xmlns:a16="http://schemas.microsoft.com/office/drawing/2014/main" id="{2EFA0DE7-A075-9920-55AE-DA8A65159D1F}"/>
              </a:ext>
            </a:extLst>
          </p:cNvPr>
          <p:cNvSpPr/>
          <p:nvPr/>
        </p:nvSpPr>
        <p:spPr>
          <a:xfrm>
            <a:off x="594330" y="2606384"/>
            <a:ext cx="573285" cy="573285"/>
          </a:xfrm>
          <a:prstGeom prst="ellipse">
            <a:avLst/>
          </a:prstGeom>
          <a:solidFill>
            <a:srgbClr val="FF5030"/>
          </a:solidFill>
          <a:ln w="15875" cap="flat" cmpd="sng" algn="ctr">
            <a:solidFill>
              <a:sysClr val="window" lastClr="FFFFFF"/>
            </a:solid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JM" sz="2700" b="0" i="0" u="none" strike="noStrike" kern="0" cap="none" spc="0" normalizeH="0" baseline="0" noProof="0" dirty="0">
                <a:ln>
                  <a:noFill/>
                </a:ln>
                <a:solidFill>
                  <a:prstClr val="white"/>
                </a:solidFill>
                <a:effectLst/>
                <a:uLnTx/>
                <a:uFillTx/>
                <a:latin typeface="Arial"/>
                <a:cs typeface="+mn-cs"/>
              </a:rPr>
              <a:t>1</a:t>
            </a:r>
          </a:p>
        </p:txBody>
      </p:sp>
      <p:sp>
        <p:nvSpPr>
          <p:cNvPr id="23" name="TextBox 22">
            <a:extLst>
              <a:ext uri="{FF2B5EF4-FFF2-40B4-BE49-F238E27FC236}">
                <a16:creationId xmlns:a16="http://schemas.microsoft.com/office/drawing/2014/main" id="{1646030C-11CE-8153-2C1B-33A65413F050}"/>
              </a:ext>
            </a:extLst>
          </p:cNvPr>
          <p:cNvSpPr txBox="1"/>
          <p:nvPr/>
        </p:nvSpPr>
        <p:spPr>
          <a:xfrm>
            <a:off x="1256107" y="3624550"/>
            <a:ext cx="4773640" cy="307777"/>
          </a:xfrm>
          <a:prstGeom prst="rect">
            <a:avLst/>
          </a:prstGeom>
          <a:noFill/>
        </p:spPr>
        <p:txBody>
          <a:bodyPr wrap="square" rtlCol="0">
            <a:spAutoFit/>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lang="en-US" altLang="ko-KR" sz="1400" b="1" kern="0">
                <a:solidFill>
                  <a:srgbClr val="8AC7D3">
                    <a:lumMod val="75000"/>
                  </a:srgbClr>
                </a:solidFill>
                <a:latin typeface="Arial"/>
              </a:rPr>
              <a:t>Khái niệm ánh sáng tự nhiên và ánh sáng phân cực</a:t>
            </a:r>
            <a:endParaRPr kumimoji="0" lang="en-US" altLang="ko-KR" sz="1400" b="1" i="0" u="none" strike="noStrike" kern="0" cap="none" spc="0" normalizeH="0" baseline="0" noProof="0" dirty="0">
              <a:ln>
                <a:noFill/>
              </a:ln>
              <a:solidFill>
                <a:srgbClr val="8AC7D3">
                  <a:lumMod val="75000"/>
                </a:srgbClr>
              </a:solidFill>
              <a:effectLst/>
              <a:uLnTx/>
              <a:uFillTx/>
              <a:latin typeface="Arial"/>
              <a:cs typeface="+mn-cs"/>
            </a:endParaRPr>
          </a:p>
        </p:txBody>
      </p:sp>
      <p:sp>
        <p:nvSpPr>
          <p:cNvPr id="28" name="TextBox 27">
            <a:extLst>
              <a:ext uri="{FF2B5EF4-FFF2-40B4-BE49-F238E27FC236}">
                <a16:creationId xmlns:a16="http://schemas.microsoft.com/office/drawing/2014/main" id="{623BE8D0-8CA6-B35C-FB3D-C5AE3326CA56}"/>
              </a:ext>
            </a:extLst>
          </p:cNvPr>
          <p:cNvSpPr txBox="1"/>
          <p:nvPr/>
        </p:nvSpPr>
        <p:spPr>
          <a:xfrm>
            <a:off x="1208583" y="2783351"/>
            <a:ext cx="4699514" cy="307777"/>
          </a:xfrm>
          <a:prstGeom prst="rect">
            <a:avLst/>
          </a:prstGeom>
          <a:noFill/>
        </p:spPr>
        <p:txBody>
          <a:bodyPr wrap="square" rtlCol="0">
            <a:spAutoFit/>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lang="en-US" altLang="ko-KR" sz="1400" b="1" kern="0">
                <a:solidFill>
                  <a:srgbClr val="8AC7D3">
                    <a:lumMod val="75000"/>
                  </a:srgbClr>
                </a:solidFill>
                <a:latin typeface="Arial"/>
              </a:rPr>
              <a:t>Thí nghiệm về hiện tượng phân cực ánh sáng</a:t>
            </a:r>
            <a:endParaRPr kumimoji="0" lang="en-US" altLang="ko-KR" sz="1400" b="1" i="0" u="none" strike="noStrike" kern="0" cap="none" spc="0" normalizeH="0" baseline="0" noProof="0" dirty="0">
              <a:ln>
                <a:noFill/>
              </a:ln>
              <a:solidFill>
                <a:srgbClr val="8AC7D3">
                  <a:lumMod val="75000"/>
                </a:srgbClr>
              </a:solidFill>
              <a:effectLst/>
              <a:uLnTx/>
              <a:uFillTx/>
              <a:latin typeface="Arial"/>
              <a:cs typeface="+mn-cs"/>
            </a:endParaRPr>
          </a:p>
        </p:txBody>
      </p:sp>
      <p:sp>
        <p:nvSpPr>
          <p:cNvPr id="29" name="TextBox 28">
            <a:extLst>
              <a:ext uri="{FF2B5EF4-FFF2-40B4-BE49-F238E27FC236}">
                <a16:creationId xmlns:a16="http://schemas.microsoft.com/office/drawing/2014/main" id="{7202BC5F-8AD5-624F-9D25-C66DDD93E10A}"/>
              </a:ext>
            </a:extLst>
          </p:cNvPr>
          <p:cNvSpPr txBox="1"/>
          <p:nvPr/>
        </p:nvSpPr>
        <p:spPr>
          <a:xfrm>
            <a:off x="1208583" y="4364005"/>
            <a:ext cx="4392784" cy="52322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ko-KR" sz="1400" b="1" kern="0">
                <a:solidFill>
                  <a:srgbClr val="8AC7D3">
                    <a:lumMod val="75000"/>
                  </a:srgbClr>
                </a:solidFill>
                <a:latin typeface="Arial"/>
              </a:rPr>
              <a:t>Định luật Malus về phân cực ánh sáng. </a:t>
            </a:r>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ko-KR" sz="1400" b="1" kern="0">
                <a:solidFill>
                  <a:srgbClr val="8AC7D3">
                    <a:lumMod val="75000"/>
                  </a:srgbClr>
                </a:solidFill>
                <a:latin typeface="Arial"/>
              </a:rPr>
              <a:t>Phân cực do phản xạ và khúc xạ</a:t>
            </a:r>
            <a:endParaRPr kumimoji="0" lang="en-US" altLang="ko-KR" sz="1400" b="1" i="0" u="none" strike="noStrike" kern="0" cap="none" spc="0" normalizeH="0" baseline="0" noProof="0" dirty="0">
              <a:ln>
                <a:noFill/>
              </a:ln>
              <a:solidFill>
                <a:srgbClr val="8AC7D3">
                  <a:lumMod val="75000"/>
                </a:srgbClr>
              </a:solidFill>
              <a:effectLst/>
              <a:uLnTx/>
              <a:uFillTx/>
              <a:latin typeface="Arial"/>
              <a:cs typeface="+mn-cs"/>
            </a:endParaRPr>
          </a:p>
        </p:txBody>
      </p:sp>
      <p:grpSp>
        <p:nvGrpSpPr>
          <p:cNvPr id="10" name="Group 11">
            <a:extLst>
              <a:ext uri="{FF2B5EF4-FFF2-40B4-BE49-F238E27FC236}">
                <a16:creationId xmlns:a16="http://schemas.microsoft.com/office/drawing/2014/main" id="{D63FF9A7-6A96-A1F5-7ED7-108ED86701B1}"/>
              </a:ext>
            </a:extLst>
          </p:cNvPr>
          <p:cNvGrpSpPr/>
          <p:nvPr/>
        </p:nvGrpSpPr>
        <p:grpSpPr>
          <a:xfrm>
            <a:off x="362717" y="1164338"/>
            <a:ext cx="6391247" cy="1286087"/>
            <a:chOff x="4780727" y="1350371"/>
            <a:chExt cx="6391247" cy="1286087"/>
          </a:xfrm>
        </p:grpSpPr>
        <p:sp>
          <p:nvSpPr>
            <p:cNvPr id="11" name="Rectangle 12">
              <a:extLst>
                <a:ext uri="{FF2B5EF4-FFF2-40B4-BE49-F238E27FC236}">
                  <a16:creationId xmlns:a16="http://schemas.microsoft.com/office/drawing/2014/main" id="{5F077020-4029-D5BF-F176-DB77CEC96D54}"/>
                </a:ext>
              </a:extLst>
            </p:cNvPr>
            <p:cNvSpPr/>
            <p:nvPr/>
          </p:nvSpPr>
          <p:spPr>
            <a:xfrm>
              <a:off x="4780727" y="2051242"/>
              <a:ext cx="6391247" cy="585216"/>
            </a:xfrm>
            <a:prstGeom prst="rect">
              <a:avLst/>
            </a:prstGeom>
            <a:solidFill>
              <a:srgbClr val="F07624">
                <a:lumMod val="75000"/>
              </a:srgbClr>
            </a:solidFill>
            <a:ln w="1270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Arial"/>
                <a:cs typeface="+mn-cs"/>
              </a:endParaRPr>
            </a:p>
          </p:txBody>
        </p:sp>
        <p:sp>
          <p:nvSpPr>
            <p:cNvPr id="20" name="Arrow: Pentagon 13">
              <a:extLst>
                <a:ext uri="{FF2B5EF4-FFF2-40B4-BE49-F238E27FC236}">
                  <a16:creationId xmlns:a16="http://schemas.microsoft.com/office/drawing/2014/main" id="{FE7C4851-8A77-1329-535D-CAC197F6DD5B}"/>
                </a:ext>
              </a:extLst>
            </p:cNvPr>
            <p:cNvSpPr/>
            <p:nvPr/>
          </p:nvSpPr>
          <p:spPr>
            <a:xfrm>
              <a:off x="5504979" y="1350372"/>
              <a:ext cx="1104522" cy="588476"/>
            </a:xfrm>
            <a:prstGeom prst="homePlate">
              <a:avLst/>
            </a:prstGeom>
            <a:solidFill>
              <a:srgbClr val="F07624"/>
            </a:solidFill>
            <a:ln w="1270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Arial"/>
                <a:cs typeface="+mn-cs"/>
              </a:endParaRPr>
            </a:p>
          </p:txBody>
        </p:sp>
        <p:sp>
          <p:nvSpPr>
            <p:cNvPr id="21" name="TextBox 20">
              <a:extLst>
                <a:ext uri="{FF2B5EF4-FFF2-40B4-BE49-F238E27FC236}">
                  <a16:creationId xmlns:a16="http://schemas.microsoft.com/office/drawing/2014/main" id="{2FA87D2F-7576-E058-C045-3018636CBB9E}"/>
                </a:ext>
              </a:extLst>
            </p:cNvPr>
            <p:cNvSpPr txBox="1"/>
            <p:nvPr/>
          </p:nvSpPr>
          <p:spPr>
            <a:xfrm>
              <a:off x="5477956" y="2097050"/>
              <a:ext cx="5608674" cy="52322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ko-KR" sz="1400" b="0" i="0" u="none" strike="noStrike" kern="0" cap="none" spc="0" normalizeH="0" baseline="0" noProof="0">
                  <a:ln>
                    <a:noFill/>
                  </a:ln>
                  <a:solidFill>
                    <a:prstClr val="white"/>
                  </a:solidFill>
                  <a:effectLst/>
                  <a:uLnTx/>
                  <a:uFillTx/>
                  <a:latin typeface="Arial"/>
                  <a:cs typeface="Arial" pitchFamily="34" charset="0"/>
                </a:rPr>
                <a:t>Nhiễu xạ ánh sáng qua khe hẹp, qua lỗ tròn cũng tạo ra những hệ vân sáng-tối xen kẽ rất đặc biệt.</a:t>
              </a:r>
              <a:endParaRPr kumimoji="0" lang="ko-KR" altLang="en-US" sz="1400" b="0" i="0" u="none" strike="noStrike" kern="0" cap="none" spc="0" normalizeH="0" baseline="0" noProof="0" dirty="0">
                <a:ln>
                  <a:noFill/>
                </a:ln>
                <a:solidFill>
                  <a:prstClr val="white"/>
                </a:solidFill>
                <a:effectLst/>
                <a:uLnTx/>
                <a:uFillTx/>
                <a:latin typeface="Arial"/>
                <a:cs typeface="+mn-cs"/>
              </a:endParaRPr>
            </a:p>
          </p:txBody>
        </p:sp>
        <p:sp>
          <p:nvSpPr>
            <p:cNvPr id="22" name="Parallelogram 15">
              <a:extLst>
                <a:ext uri="{FF2B5EF4-FFF2-40B4-BE49-F238E27FC236}">
                  <a16:creationId xmlns:a16="http://schemas.microsoft.com/office/drawing/2014/main" id="{331791C7-D2B0-082A-21DA-F296A087314D}"/>
                </a:ext>
              </a:extLst>
            </p:cNvPr>
            <p:cNvSpPr/>
            <p:nvPr/>
          </p:nvSpPr>
          <p:spPr>
            <a:xfrm rot="5400000" flipH="1">
              <a:off x="4504583" y="1626517"/>
              <a:ext cx="1276539" cy="724247"/>
            </a:xfrm>
            <a:prstGeom prst="parallelogram">
              <a:avLst>
                <a:gd name="adj" fmla="val 96198"/>
              </a:avLst>
            </a:prstGeom>
            <a:solidFill>
              <a:srgbClr val="F07624">
                <a:lumMod val="60000"/>
                <a:lumOff val="40000"/>
              </a:srgbClr>
            </a:solidFill>
            <a:ln w="1270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Arial"/>
                <a:cs typeface="+mn-cs"/>
              </a:endParaRPr>
            </a:p>
          </p:txBody>
        </p:sp>
        <p:sp>
          <p:nvSpPr>
            <p:cNvPr id="24" name="TextBox 23">
              <a:extLst>
                <a:ext uri="{FF2B5EF4-FFF2-40B4-BE49-F238E27FC236}">
                  <a16:creationId xmlns:a16="http://schemas.microsoft.com/office/drawing/2014/main" id="{82F7C38B-5D2D-2324-61E3-EC1F373A9BEA}"/>
                </a:ext>
              </a:extLst>
            </p:cNvPr>
            <p:cNvSpPr txBox="1"/>
            <p:nvPr/>
          </p:nvSpPr>
          <p:spPr>
            <a:xfrm>
              <a:off x="5504976" y="1406201"/>
              <a:ext cx="779665" cy="461665"/>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ko-KR" sz="2400" b="1" i="0" u="none" strike="noStrike" kern="0" cap="none" spc="0" normalizeH="0" baseline="0" noProof="0">
                  <a:ln>
                    <a:noFill/>
                  </a:ln>
                  <a:solidFill>
                    <a:prstClr val="white"/>
                  </a:solidFill>
                  <a:effectLst/>
                  <a:uLnTx/>
                  <a:uFillTx/>
                  <a:latin typeface="Arial"/>
                  <a:cs typeface="Arial" pitchFamily="34" charset="0"/>
                </a:rPr>
                <a:t>5.3</a:t>
              </a:r>
              <a:endParaRPr kumimoji="0" lang="ko-KR" altLang="en-US" sz="2400" b="1" i="0" u="none" strike="noStrike" kern="0" cap="none" spc="0" normalizeH="0" baseline="0" noProof="0" dirty="0">
                <a:ln>
                  <a:noFill/>
                </a:ln>
                <a:solidFill>
                  <a:prstClr val="white"/>
                </a:solidFill>
                <a:effectLst/>
                <a:uLnTx/>
                <a:uFillTx/>
                <a:latin typeface="Arial"/>
                <a:cs typeface="Arial" pitchFamily="34" charset="0"/>
              </a:endParaRPr>
            </a:p>
          </p:txBody>
        </p:sp>
      </p:grpSp>
      <p:sp>
        <p:nvSpPr>
          <p:cNvPr id="25" name="TextBox 24">
            <a:extLst>
              <a:ext uri="{FF2B5EF4-FFF2-40B4-BE49-F238E27FC236}">
                <a16:creationId xmlns:a16="http://schemas.microsoft.com/office/drawing/2014/main" id="{E82E3C6F-CFEE-78FC-AEA5-68652824AC36}"/>
              </a:ext>
            </a:extLst>
          </p:cNvPr>
          <p:cNvSpPr txBox="1"/>
          <p:nvPr/>
        </p:nvSpPr>
        <p:spPr>
          <a:xfrm>
            <a:off x="2191489" y="1196936"/>
            <a:ext cx="4354244" cy="52322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1" i="0" u="none" strike="noStrike" kern="1200" cap="none" spc="0" normalizeH="0" baseline="0" noProof="0">
                <a:ln>
                  <a:noFill/>
                </a:ln>
                <a:solidFill>
                  <a:srgbClr val="CC3300"/>
                </a:solidFill>
                <a:effectLst/>
                <a:uLnTx/>
                <a:uFillTx/>
                <a:latin typeface="Arial"/>
                <a:cs typeface="+mn-cs"/>
              </a:rPr>
              <a:t>PHÂN CỰC ÁNH SÁNG</a:t>
            </a:r>
          </a:p>
        </p:txBody>
      </p:sp>
      <p:pic>
        <p:nvPicPr>
          <p:cNvPr id="26" name="Picture 25">
            <a:extLst>
              <a:ext uri="{FF2B5EF4-FFF2-40B4-BE49-F238E27FC236}">
                <a16:creationId xmlns:a16="http://schemas.microsoft.com/office/drawing/2014/main" id="{DAEF4688-539B-0311-0493-13737EC3572A}"/>
              </a:ext>
            </a:extLst>
          </p:cNvPr>
          <p:cNvPicPr>
            <a:picLocks noChangeAspect="1"/>
          </p:cNvPicPr>
          <p:nvPr/>
        </p:nvPicPr>
        <p:blipFill>
          <a:blip r:embed="rId2"/>
          <a:stretch>
            <a:fillRect/>
          </a:stretch>
        </p:blipFill>
        <p:spPr>
          <a:xfrm>
            <a:off x="6069394" y="3187388"/>
            <a:ext cx="5759889" cy="3424264"/>
          </a:xfrm>
          <a:prstGeom prst="rect">
            <a:avLst/>
          </a:prstGeom>
        </p:spPr>
      </p:pic>
      <p:pic>
        <p:nvPicPr>
          <p:cNvPr id="27" name="Picture 26">
            <a:extLst>
              <a:ext uri="{FF2B5EF4-FFF2-40B4-BE49-F238E27FC236}">
                <a16:creationId xmlns:a16="http://schemas.microsoft.com/office/drawing/2014/main" id="{15108AE9-CFB6-588C-A9D6-24C5762B80A8}"/>
              </a:ext>
            </a:extLst>
          </p:cNvPr>
          <p:cNvPicPr>
            <a:picLocks noChangeAspect="1"/>
          </p:cNvPicPr>
          <p:nvPr/>
        </p:nvPicPr>
        <p:blipFill>
          <a:blip r:embed="rId3"/>
          <a:stretch>
            <a:fillRect/>
          </a:stretch>
        </p:blipFill>
        <p:spPr>
          <a:xfrm>
            <a:off x="7170180" y="167324"/>
            <a:ext cx="4863140" cy="3195276"/>
          </a:xfrm>
          <a:prstGeom prst="rect">
            <a:avLst/>
          </a:prstGeom>
        </p:spPr>
      </p:pic>
      <p:sp>
        <p:nvSpPr>
          <p:cNvPr id="3" name="자유형 27">
            <a:extLst>
              <a:ext uri="{FF2B5EF4-FFF2-40B4-BE49-F238E27FC236}">
                <a16:creationId xmlns:a16="http://schemas.microsoft.com/office/drawing/2014/main" id="{4A411DF5-743F-7DA1-89F5-8E2A85172648}"/>
              </a:ext>
            </a:extLst>
          </p:cNvPr>
          <p:cNvSpPr/>
          <p:nvPr/>
        </p:nvSpPr>
        <p:spPr>
          <a:xfrm>
            <a:off x="606756" y="5851789"/>
            <a:ext cx="5068445" cy="45719"/>
          </a:xfrm>
          <a:custGeom>
            <a:avLst/>
            <a:gdLst>
              <a:gd name="connsiteX0" fmla="*/ 0 w 7226300"/>
              <a:gd name="connsiteY0" fmla="*/ 0 h 0"/>
              <a:gd name="connsiteX1" fmla="*/ 7226300 w 7226300"/>
              <a:gd name="connsiteY1" fmla="*/ 0 h 0"/>
            </a:gdLst>
            <a:ahLst/>
            <a:cxnLst>
              <a:cxn ang="0">
                <a:pos x="connsiteX0" y="connsiteY0"/>
              </a:cxn>
              <a:cxn ang="0">
                <a:pos x="connsiteX1" y="connsiteY1"/>
              </a:cxn>
            </a:cxnLst>
            <a:rect l="l" t="t" r="r" b="b"/>
            <a:pathLst>
              <a:path w="7226300">
                <a:moveTo>
                  <a:pt x="0" y="0"/>
                </a:moveTo>
                <a:lnTo>
                  <a:pt x="7226300" y="0"/>
                </a:lnTo>
              </a:path>
            </a:pathLst>
          </a:custGeom>
          <a:noFill/>
          <a:ln w="19050" cap="flat" cmpd="sng" algn="ctr">
            <a:solidFill>
              <a:sysClr val="window" lastClr="FFFFFF">
                <a:lumMod val="65000"/>
              </a:sysClr>
            </a:solidFill>
            <a:prstDash val="sysDot"/>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ko-KR" altLang="en-US" sz="2700" b="0" i="0" u="none" strike="noStrike" kern="0" cap="none" spc="0" normalizeH="0" baseline="0" noProof="0">
              <a:ln>
                <a:noFill/>
              </a:ln>
              <a:solidFill>
                <a:prstClr val="black"/>
              </a:solidFill>
              <a:effectLst/>
              <a:uLnTx/>
              <a:uFillTx/>
              <a:latin typeface="Arial"/>
              <a:cs typeface="+mn-cs"/>
            </a:endParaRPr>
          </a:p>
        </p:txBody>
      </p:sp>
      <p:sp>
        <p:nvSpPr>
          <p:cNvPr id="4" name="Oval 10">
            <a:extLst>
              <a:ext uri="{FF2B5EF4-FFF2-40B4-BE49-F238E27FC236}">
                <a16:creationId xmlns:a16="http://schemas.microsoft.com/office/drawing/2014/main" id="{6ACAC719-3BD0-0304-C4D9-818F69E7E2F3}"/>
              </a:ext>
            </a:extLst>
          </p:cNvPr>
          <p:cNvSpPr/>
          <p:nvPr/>
        </p:nvSpPr>
        <p:spPr>
          <a:xfrm>
            <a:off x="556011" y="5234592"/>
            <a:ext cx="573285" cy="573285"/>
          </a:xfrm>
          <a:prstGeom prst="ellipse">
            <a:avLst/>
          </a:prstGeom>
          <a:solidFill>
            <a:srgbClr val="7344AE"/>
          </a:solidFill>
          <a:ln w="15875" cap="flat" cmpd="sng" algn="ctr">
            <a:solidFill>
              <a:sysClr val="window" lastClr="FFFFFF"/>
            </a:solid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JM" sz="2700" b="0" i="0" u="none" strike="noStrike" kern="0" cap="none" spc="0" normalizeH="0" baseline="0" noProof="0">
                <a:ln>
                  <a:noFill/>
                </a:ln>
                <a:solidFill>
                  <a:prstClr val="white"/>
                </a:solidFill>
                <a:effectLst/>
                <a:uLnTx/>
                <a:uFillTx/>
                <a:latin typeface="Arial"/>
                <a:cs typeface="+mn-cs"/>
              </a:rPr>
              <a:t>4</a:t>
            </a:r>
            <a:endParaRPr kumimoji="0" lang="en-JM" sz="2700" b="0" i="0" u="none" strike="noStrike" kern="0" cap="none" spc="0" normalizeH="0" baseline="0" noProof="0" dirty="0">
              <a:ln>
                <a:noFill/>
              </a:ln>
              <a:solidFill>
                <a:prstClr val="white"/>
              </a:solidFill>
              <a:effectLst/>
              <a:uLnTx/>
              <a:uFillTx/>
              <a:latin typeface="Arial"/>
              <a:cs typeface="+mn-cs"/>
            </a:endParaRPr>
          </a:p>
        </p:txBody>
      </p:sp>
      <p:sp>
        <p:nvSpPr>
          <p:cNvPr id="5" name="TextBox 4">
            <a:extLst>
              <a:ext uri="{FF2B5EF4-FFF2-40B4-BE49-F238E27FC236}">
                <a16:creationId xmlns:a16="http://schemas.microsoft.com/office/drawing/2014/main" id="{82106D3C-FF11-03D6-46BB-07C751671A45}"/>
              </a:ext>
            </a:extLst>
          </p:cNvPr>
          <p:cNvSpPr txBox="1"/>
          <p:nvPr/>
        </p:nvSpPr>
        <p:spPr>
          <a:xfrm>
            <a:off x="1137747" y="5330055"/>
            <a:ext cx="4699514" cy="307777"/>
          </a:xfrm>
          <a:prstGeom prst="rect">
            <a:avLst/>
          </a:prstGeom>
          <a:noFill/>
        </p:spPr>
        <p:txBody>
          <a:bodyPr wrap="square" rtlCol="0">
            <a:spAutoFit/>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lang="en-US" altLang="ko-KR" sz="1400" b="1" kern="0">
                <a:solidFill>
                  <a:srgbClr val="8AC7D3">
                    <a:lumMod val="75000"/>
                  </a:srgbClr>
                </a:solidFill>
                <a:latin typeface="Arial"/>
              </a:rPr>
              <a:t>Ứng dụng của hiện tượng phân cực ánh sáng</a:t>
            </a:r>
            <a:endParaRPr kumimoji="0" lang="en-US" altLang="ko-KR" sz="1400" b="1" i="0" u="none" strike="noStrike" kern="0" cap="none" spc="0" normalizeH="0" baseline="0" noProof="0" dirty="0">
              <a:ln>
                <a:noFill/>
              </a:ln>
              <a:solidFill>
                <a:srgbClr val="8AC7D3">
                  <a:lumMod val="75000"/>
                </a:srgbClr>
              </a:solidFill>
              <a:effectLst/>
              <a:uLnTx/>
              <a:uFillTx/>
              <a:latin typeface="Arial"/>
              <a:cs typeface="+mn-cs"/>
            </a:endParaRPr>
          </a:p>
        </p:txBody>
      </p:sp>
    </p:spTree>
    <p:extLst>
      <p:ext uri="{BB962C8B-B14F-4D97-AF65-F5344CB8AC3E}">
        <p14:creationId xmlns:p14="http://schemas.microsoft.com/office/powerpoint/2010/main" val="1815039725"/>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7D8AAE78-698F-918E-265A-F51D9E71913C}"/>
              </a:ext>
            </a:extLst>
          </p:cNvPr>
          <p:cNvSpPr txBox="1"/>
          <p:nvPr/>
        </p:nvSpPr>
        <p:spPr>
          <a:xfrm>
            <a:off x="394598" y="293279"/>
            <a:ext cx="7127866" cy="369332"/>
          </a:xfrm>
          <a:prstGeom prst="rect">
            <a:avLst/>
          </a:prstGeom>
          <a:noFill/>
        </p:spPr>
        <p:txBody>
          <a:bodyPr wrap="squar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lang="en-US" altLang="ko-KR" b="1" kern="0">
                <a:solidFill>
                  <a:srgbClr val="FF0000"/>
                </a:solidFill>
              </a:rPr>
              <a:t>5.3.1. </a:t>
            </a:r>
            <a:r>
              <a:rPr kumimoji="0" lang="en-US" altLang="ko-KR" b="1" i="0" u="none" strike="noStrike" kern="0" cap="none" spc="0" normalizeH="0" baseline="0" noProof="0">
                <a:ln>
                  <a:noFill/>
                </a:ln>
                <a:solidFill>
                  <a:srgbClr val="FF0000"/>
                </a:solidFill>
                <a:effectLst/>
                <a:uLnTx/>
                <a:uFillTx/>
              </a:rPr>
              <a:t>Thí nghiệm về hiện tượng phân cực ánh sáng</a:t>
            </a:r>
            <a:endParaRPr kumimoji="0" lang="en-US" altLang="ko-KR" b="1" i="0" u="none" strike="noStrike" kern="0" cap="none" spc="0" normalizeH="0" baseline="0" noProof="0" dirty="0">
              <a:ln>
                <a:noFill/>
              </a:ln>
              <a:solidFill>
                <a:srgbClr val="FF0000"/>
              </a:solidFill>
              <a:effectLst/>
              <a:uLnTx/>
              <a:uFillTx/>
            </a:endParaRPr>
          </a:p>
        </p:txBody>
      </p:sp>
      <p:sp>
        <p:nvSpPr>
          <p:cNvPr id="3" name="TextBox 2">
            <a:extLst>
              <a:ext uri="{FF2B5EF4-FFF2-40B4-BE49-F238E27FC236}">
                <a16:creationId xmlns:a16="http://schemas.microsoft.com/office/drawing/2014/main" id="{54B1BE60-F2B2-0751-FBF8-22BAF5BA6EB8}"/>
              </a:ext>
            </a:extLst>
          </p:cNvPr>
          <p:cNvSpPr txBox="1"/>
          <p:nvPr/>
        </p:nvSpPr>
        <p:spPr>
          <a:xfrm>
            <a:off x="307160" y="1148197"/>
            <a:ext cx="6946620" cy="2554545"/>
          </a:xfrm>
          <a:prstGeom prst="rect">
            <a:avLst/>
          </a:prstGeom>
          <a:noFill/>
        </p:spPr>
        <p:txBody>
          <a:bodyPr wrap="square" rtlCol="0">
            <a:spAutoFit/>
          </a:bodyPr>
          <a:lstStyle/>
          <a:p>
            <a:pPr algn="just"/>
            <a:r>
              <a:rPr lang="en-US" sz="2000" b="1" i="1">
                <a:solidFill>
                  <a:srgbClr val="0070C0"/>
                </a:solidFill>
              </a:rPr>
              <a:t>Đặt vấn đề: </a:t>
            </a:r>
            <a:r>
              <a:rPr lang="en-US" sz="2000"/>
              <a:t>Trong quang hình học ta biết rằng, với một môi trường trong suốt và đồng nhất thì ành sáng truyền qua theo một đường thẳng và môi trường đó cho năng lượng ánh sáng đi qua hầu như toàn bộ (không hấp thụ ánh sáng). </a:t>
            </a:r>
            <a:r>
              <a:rPr lang="en-US" sz="2000">
                <a:solidFill>
                  <a:schemeClr val="tx1">
                    <a:lumMod val="95000"/>
                    <a:lumOff val="5000"/>
                  </a:schemeClr>
                </a:solidFill>
              </a:rPr>
              <a:t>Tuy nhiên, người ta tìm được những vật liệu trong suốt mà </a:t>
            </a:r>
            <a:r>
              <a:rPr lang="en-US" sz="2000">
                <a:solidFill>
                  <a:srgbClr val="FF3399"/>
                </a:solidFill>
              </a:rPr>
              <a:t>ánh sáng đi qua nó theo các hướng khác nhau thì năng lượng ánh sáng đi qua khác nhau, </a:t>
            </a:r>
            <a:r>
              <a:rPr lang="en-US" sz="2000">
                <a:solidFill>
                  <a:schemeClr val="tx1">
                    <a:lumMod val="95000"/>
                    <a:lumOff val="5000"/>
                  </a:schemeClr>
                </a:solidFill>
              </a:rPr>
              <a:t>chẳng hạn như thí nghiệm với bản Tuamalin sau đây. </a:t>
            </a:r>
          </a:p>
        </p:txBody>
      </p:sp>
      <p:sp>
        <p:nvSpPr>
          <p:cNvPr id="4" name="Text Box 6">
            <a:extLst>
              <a:ext uri="{FF2B5EF4-FFF2-40B4-BE49-F238E27FC236}">
                <a16:creationId xmlns:a16="http://schemas.microsoft.com/office/drawing/2014/main" id="{DFC27F9D-4F6A-C36E-F1F4-482B315D0EAD}"/>
              </a:ext>
            </a:extLst>
          </p:cNvPr>
          <p:cNvSpPr txBox="1">
            <a:spLocks noChangeArrowheads="1"/>
          </p:cNvSpPr>
          <p:nvPr/>
        </p:nvSpPr>
        <p:spPr bwMode="auto">
          <a:xfrm>
            <a:off x="307160" y="4225010"/>
            <a:ext cx="7446038" cy="19389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just" fontAlgn="base">
              <a:spcAft>
                <a:spcPct val="0"/>
              </a:spcAft>
            </a:pPr>
            <a:r>
              <a:rPr lang="en-US" altLang="en-US" sz="2000" b="1" i="1">
                <a:solidFill>
                  <a:srgbClr val="FF3300"/>
                </a:solidFill>
                <a:cs typeface="Arial" panose="020B0604020202020204" pitchFamily="34" charset="0"/>
              </a:rPr>
              <a:t>Bản Tuamalin:</a:t>
            </a:r>
            <a:r>
              <a:rPr lang="en-US" altLang="en-US" sz="2000" b="1">
                <a:solidFill>
                  <a:srgbClr val="999933"/>
                </a:solidFill>
                <a:cs typeface="Arial" panose="020B0604020202020204" pitchFamily="34" charset="0"/>
              </a:rPr>
              <a:t> </a:t>
            </a:r>
            <a:r>
              <a:rPr lang="en-US" altLang="en-US" sz="2000">
                <a:cs typeface="Arial" panose="020B0604020202020204" pitchFamily="34" charset="0"/>
              </a:rPr>
              <a:t>Từ một tinh thể Silicoborat Nhôm trong suốt người ta cưa cắt, mài nhẵn, đánh bóng thành một bản mỏng hình chữ nhật có hai mặt bên song song với trục tinh thể.</a:t>
            </a:r>
          </a:p>
          <a:p>
            <a:pPr algn="just" fontAlgn="base">
              <a:spcAft>
                <a:spcPct val="0"/>
              </a:spcAft>
            </a:pPr>
            <a:r>
              <a:rPr lang="en-US" altLang="en-US" sz="2000">
                <a:cs typeface="Arial" panose="020B0604020202020204" pitchFamily="34" charset="0"/>
              </a:rPr>
              <a:t>- Bản Tuamalin là một môi trường truyền sáng không đẳng hướng.</a:t>
            </a:r>
          </a:p>
          <a:p>
            <a:pPr algn="just" fontAlgn="base">
              <a:spcAft>
                <a:spcPct val="0"/>
              </a:spcAft>
            </a:pPr>
            <a:r>
              <a:rPr lang="en-US" altLang="en-US" sz="2000">
                <a:cs typeface="Arial" panose="020B0604020202020204" pitchFamily="34" charset="0"/>
              </a:rPr>
              <a:t>- Trục tinh thể được gọi là quang trục của bản Tuamalin.</a:t>
            </a:r>
          </a:p>
        </p:txBody>
      </p:sp>
      <p:grpSp>
        <p:nvGrpSpPr>
          <p:cNvPr id="5" name="Group 7">
            <a:extLst>
              <a:ext uri="{FF2B5EF4-FFF2-40B4-BE49-F238E27FC236}">
                <a16:creationId xmlns:a16="http://schemas.microsoft.com/office/drawing/2014/main" id="{97213314-3D84-7053-79BC-BB1938C295A7}"/>
              </a:ext>
            </a:extLst>
          </p:cNvPr>
          <p:cNvGrpSpPr>
            <a:grpSpLocks/>
          </p:cNvGrpSpPr>
          <p:nvPr/>
        </p:nvGrpSpPr>
        <p:grpSpPr bwMode="auto">
          <a:xfrm>
            <a:off x="9588171" y="4399806"/>
            <a:ext cx="914400" cy="1295400"/>
            <a:chOff x="5625" y="4118"/>
            <a:chExt cx="1230" cy="1390"/>
          </a:xfrm>
        </p:grpSpPr>
        <p:grpSp>
          <p:nvGrpSpPr>
            <p:cNvPr id="6" name="Group 8">
              <a:extLst>
                <a:ext uri="{FF2B5EF4-FFF2-40B4-BE49-F238E27FC236}">
                  <a16:creationId xmlns:a16="http://schemas.microsoft.com/office/drawing/2014/main" id="{9DD82D55-C7FF-E4F6-D866-0F8D9748A3AC}"/>
                </a:ext>
              </a:extLst>
            </p:cNvPr>
            <p:cNvGrpSpPr>
              <a:grpSpLocks/>
            </p:cNvGrpSpPr>
            <p:nvPr/>
          </p:nvGrpSpPr>
          <p:grpSpPr bwMode="auto">
            <a:xfrm rot="900000">
              <a:off x="5625" y="4118"/>
              <a:ext cx="1230" cy="1390"/>
              <a:chOff x="6395" y="5378"/>
              <a:chExt cx="1230" cy="1390"/>
            </a:xfrm>
          </p:grpSpPr>
          <p:sp>
            <p:nvSpPr>
              <p:cNvPr id="8" name="Rectangle 9">
                <a:extLst>
                  <a:ext uri="{FF2B5EF4-FFF2-40B4-BE49-F238E27FC236}">
                    <a16:creationId xmlns:a16="http://schemas.microsoft.com/office/drawing/2014/main" id="{3BDF3901-3980-9E37-8989-60E21A535ABF}"/>
                  </a:ext>
                </a:extLst>
              </p:cNvPr>
              <p:cNvSpPr>
                <a:spLocks noChangeArrowheads="1"/>
              </p:cNvSpPr>
              <p:nvPr/>
            </p:nvSpPr>
            <p:spPr bwMode="auto">
              <a:xfrm>
                <a:off x="6575" y="5378"/>
                <a:ext cx="1040" cy="1260"/>
              </a:xfrm>
              <a:prstGeom prst="rect">
                <a:avLst/>
              </a:prstGeom>
              <a:solidFill>
                <a:srgbClr val="CCFFCC"/>
              </a:solidFill>
              <a:ln w="9525">
                <a:solidFill>
                  <a:srgbClr val="000000"/>
                </a:solidFill>
                <a:miter lim="800000"/>
                <a:headEnd/>
                <a:tailEnd/>
              </a:ln>
            </p:spPr>
            <p:txBody>
              <a:bodyPr/>
              <a:lstStyle/>
              <a:p>
                <a:pPr fontAlgn="base">
                  <a:spcBef>
                    <a:spcPct val="0"/>
                  </a:spcBef>
                  <a:spcAft>
                    <a:spcPct val="0"/>
                  </a:spcAft>
                </a:pPr>
                <a:endParaRPr kumimoji="1" lang="en-US" sz="2400">
                  <a:solidFill>
                    <a:srgbClr val="333300"/>
                  </a:solidFill>
                  <a:latin typeface="Times New Roman" panose="02020603050405020304" pitchFamily="18" charset="0"/>
                  <a:cs typeface="Arial" panose="020B0604020202020204" pitchFamily="34" charset="0"/>
                </a:endParaRPr>
              </a:p>
            </p:txBody>
          </p:sp>
          <p:sp>
            <p:nvSpPr>
              <p:cNvPr id="9" name="Line 10">
                <a:extLst>
                  <a:ext uri="{FF2B5EF4-FFF2-40B4-BE49-F238E27FC236}">
                    <a16:creationId xmlns:a16="http://schemas.microsoft.com/office/drawing/2014/main" id="{A0BEBCDC-6AE7-A521-8420-6120BDAE4537}"/>
                  </a:ext>
                </a:extLst>
              </p:cNvPr>
              <p:cNvSpPr>
                <a:spLocks noChangeShapeType="1"/>
              </p:cNvSpPr>
              <p:nvPr/>
            </p:nvSpPr>
            <p:spPr bwMode="auto">
              <a:xfrm flipV="1">
                <a:off x="7445" y="5378"/>
                <a:ext cx="170" cy="125"/>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kumimoji="1" lang="en-US" sz="2400">
                  <a:solidFill>
                    <a:srgbClr val="333300"/>
                  </a:solidFill>
                  <a:latin typeface="Times New Roman" panose="02020603050405020304" pitchFamily="18" charset="0"/>
                  <a:cs typeface="Arial" panose="020B0604020202020204" pitchFamily="34" charset="0"/>
                </a:endParaRPr>
              </a:p>
            </p:txBody>
          </p:sp>
          <p:sp>
            <p:nvSpPr>
              <p:cNvPr id="10" name="AutoShape 11">
                <a:extLst>
                  <a:ext uri="{FF2B5EF4-FFF2-40B4-BE49-F238E27FC236}">
                    <a16:creationId xmlns:a16="http://schemas.microsoft.com/office/drawing/2014/main" id="{4E187D34-5B1A-543A-2D39-A9301DD53E10}"/>
                  </a:ext>
                </a:extLst>
              </p:cNvPr>
              <p:cNvSpPr>
                <a:spLocks noChangeArrowheads="1"/>
              </p:cNvSpPr>
              <p:nvPr/>
            </p:nvSpPr>
            <p:spPr bwMode="auto">
              <a:xfrm rot="16200000">
                <a:off x="6420" y="5353"/>
                <a:ext cx="130" cy="180"/>
              </a:xfrm>
              <a:prstGeom prst="rtTriangle">
                <a:avLst/>
              </a:prstGeom>
              <a:solidFill>
                <a:srgbClr val="CCFFCC"/>
              </a:solidFill>
              <a:ln w="9525">
                <a:solidFill>
                  <a:srgbClr val="000000"/>
                </a:solidFill>
                <a:miter lim="800000"/>
                <a:headEnd/>
                <a:tailEnd/>
              </a:ln>
            </p:spPr>
            <p:txBody>
              <a:bodyPr/>
              <a:lstStyle/>
              <a:p>
                <a:pPr fontAlgn="base">
                  <a:spcBef>
                    <a:spcPct val="0"/>
                  </a:spcBef>
                  <a:spcAft>
                    <a:spcPct val="0"/>
                  </a:spcAft>
                </a:pPr>
                <a:endParaRPr kumimoji="1" lang="en-US" sz="2400">
                  <a:solidFill>
                    <a:srgbClr val="333300"/>
                  </a:solidFill>
                  <a:latin typeface="Times New Roman" panose="02020603050405020304" pitchFamily="18" charset="0"/>
                  <a:cs typeface="Arial" panose="020B0604020202020204" pitchFamily="34" charset="0"/>
                </a:endParaRPr>
              </a:p>
            </p:txBody>
          </p:sp>
          <p:sp>
            <p:nvSpPr>
              <p:cNvPr id="11" name="Rectangle 12">
                <a:extLst>
                  <a:ext uri="{FF2B5EF4-FFF2-40B4-BE49-F238E27FC236}">
                    <a16:creationId xmlns:a16="http://schemas.microsoft.com/office/drawing/2014/main" id="{9ADFED19-95F9-C4EC-97B7-D098F3A56B36}"/>
                  </a:ext>
                </a:extLst>
              </p:cNvPr>
              <p:cNvSpPr>
                <a:spLocks noChangeArrowheads="1"/>
              </p:cNvSpPr>
              <p:nvPr/>
            </p:nvSpPr>
            <p:spPr bwMode="auto">
              <a:xfrm>
                <a:off x="6578" y="5388"/>
                <a:ext cx="74" cy="142"/>
              </a:xfrm>
              <a:prstGeom prst="rect">
                <a:avLst/>
              </a:prstGeom>
              <a:solidFill>
                <a:srgbClr val="CCFFCC"/>
              </a:solidFill>
              <a:ln w="9525">
                <a:solidFill>
                  <a:srgbClr val="CCFFCC"/>
                </a:solidFill>
                <a:miter lim="800000"/>
                <a:headEnd/>
                <a:tailEnd/>
              </a:ln>
            </p:spPr>
            <p:txBody>
              <a:bodyPr/>
              <a:lstStyle/>
              <a:p>
                <a:pPr fontAlgn="base">
                  <a:spcBef>
                    <a:spcPct val="0"/>
                  </a:spcBef>
                  <a:spcAft>
                    <a:spcPct val="0"/>
                  </a:spcAft>
                </a:pPr>
                <a:endParaRPr kumimoji="1" lang="en-US" sz="2400">
                  <a:solidFill>
                    <a:srgbClr val="333300"/>
                  </a:solidFill>
                  <a:latin typeface="Times New Roman" panose="02020603050405020304" pitchFamily="18" charset="0"/>
                  <a:cs typeface="Arial" panose="020B0604020202020204" pitchFamily="34" charset="0"/>
                </a:endParaRPr>
              </a:p>
            </p:txBody>
          </p:sp>
          <p:grpSp>
            <p:nvGrpSpPr>
              <p:cNvPr id="12" name="Group 13">
                <a:extLst>
                  <a:ext uri="{FF2B5EF4-FFF2-40B4-BE49-F238E27FC236}">
                    <a16:creationId xmlns:a16="http://schemas.microsoft.com/office/drawing/2014/main" id="{EFFB8355-3E5F-D63F-14DE-A1C9E260697B}"/>
                  </a:ext>
                </a:extLst>
              </p:cNvPr>
              <p:cNvGrpSpPr>
                <a:grpSpLocks/>
              </p:cNvGrpSpPr>
              <p:nvPr/>
            </p:nvGrpSpPr>
            <p:grpSpPr bwMode="auto">
              <a:xfrm>
                <a:off x="7382" y="6616"/>
                <a:ext cx="243" cy="142"/>
                <a:chOff x="8425" y="7016"/>
                <a:chExt cx="243" cy="142"/>
              </a:xfrm>
            </p:grpSpPr>
            <p:sp>
              <p:nvSpPr>
                <p:cNvPr id="14" name="AutoShape 14">
                  <a:extLst>
                    <a:ext uri="{FF2B5EF4-FFF2-40B4-BE49-F238E27FC236}">
                      <a16:creationId xmlns:a16="http://schemas.microsoft.com/office/drawing/2014/main" id="{6DC641AC-92D8-0CB8-8FFE-F8FCF8DF6784}"/>
                    </a:ext>
                  </a:extLst>
                </p:cNvPr>
                <p:cNvSpPr>
                  <a:spLocks noChangeArrowheads="1"/>
                </p:cNvSpPr>
                <p:nvPr/>
              </p:nvSpPr>
              <p:spPr bwMode="auto">
                <a:xfrm rot="5400000">
                  <a:off x="8513" y="7001"/>
                  <a:ext cx="130" cy="180"/>
                </a:xfrm>
                <a:prstGeom prst="rtTriangle">
                  <a:avLst/>
                </a:prstGeom>
                <a:solidFill>
                  <a:srgbClr val="CCFFCC"/>
                </a:solidFill>
                <a:ln w="9525">
                  <a:solidFill>
                    <a:srgbClr val="000000"/>
                  </a:solidFill>
                  <a:miter lim="800000"/>
                  <a:headEnd/>
                  <a:tailEnd/>
                </a:ln>
              </p:spPr>
              <p:txBody>
                <a:bodyPr/>
                <a:lstStyle/>
                <a:p>
                  <a:pPr fontAlgn="base">
                    <a:spcBef>
                      <a:spcPct val="0"/>
                    </a:spcBef>
                    <a:spcAft>
                      <a:spcPct val="0"/>
                    </a:spcAft>
                  </a:pPr>
                  <a:endParaRPr kumimoji="1" lang="en-US" sz="2400">
                    <a:solidFill>
                      <a:srgbClr val="333300"/>
                    </a:solidFill>
                    <a:latin typeface="Times New Roman" panose="02020603050405020304" pitchFamily="18" charset="0"/>
                    <a:cs typeface="Arial" panose="020B0604020202020204" pitchFamily="34" charset="0"/>
                  </a:endParaRPr>
                </a:p>
              </p:txBody>
            </p:sp>
            <p:sp>
              <p:nvSpPr>
                <p:cNvPr id="15" name="Rectangle 15">
                  <a:extLst>
                    <a:ext uri="{FF2B5EF4-FFF2-40B4-BE49-F238E27FC236}">
                      <a16:creationId xmlns:a16="http://schemas.microsoft.com/office/drawing/2014/main" id="{13D0CC64-A45C-AB14-F121-DBCE409CE3C0}"/>
                    </a:ext>
                  </a:extLst>
                </p:cNvPr>
                <p:cNvSpPr>
                  <a:spLocks noChangeArrowheads="1"/>
                </p:cNvSpPr>
                <p:nvPr/>
              </p:nvSpPr>
              <p:spPr bwMode="auto">
                <a:xfrm>
                  <a:off x="8425" y="7016"/>
                  <a:ext cx="74" cy="142"/>
                </a:xfrm>
                <a:prstGeom prst="rect">
                  <a:avLst/>
                </a:prstGeom>
                <a:solidFill>
                  <a:srgbClr val="CCFFCC"/>
                </a:solidFill>
                <a:ln w="9525">
                  <a:solidFill>
                    <a:srgbClr val="CCFFCC"/>
                  </a:solidFill>
                  <a:miter lim="800000"/>
                  <a:headEnd/>
                  <a:tailEnd/>
                </a:ln>
              </p:spPr>
              <p:txBody>
                <a:bodyPr/>
                <a:lstStyle/>
                <a:p>
                  <a:pPr fontAlgn="base">
                    <a:spcBef>
                      <a:spcPct val="0"/>
                    </a:spcBef>
                    <a:spcAft>
                      <a:spcPct val="0"/>
                    </a:spcAft>
                  </a:pPr>
                  <a:endParaRPr kumimoji="1" lang="en-US" sz="2400">
                    <a:solidFill>
                      <a:srgbClr val="333300"/>
                    </a:solidFill>
                    <a:latin typeface="Times New Roman" panose="02020603050405020304" pitchFamily="18" charset="0"/>
                    <a:cs typeface="Arial" panose="020B0604020202020204" pitchFamily="34" charset="0"/>
                  </a:endParaRPr>
                </a:p>
              </p:txBody>
            </p:sp>
          </p:grpSp>
          <p:sp>
            <p:nvSpPr>
              <p:cNvPr id="13" name="Rectangle 16">
                <a:extLst>
                  <a:ext uri="{FF2B5EF4-FFF2-40B4-BE49-F238E27FC236}">
                    <a16:creationId xmlns:a16="http://schemas.microsoft.com/office/drawing/2014/main" id="{9834E3F2-D718-C9E3-D498-AB2024B28EF3}"/>
                  </a:ext>
                </a:extLst>
              </p:cNvPr>
              <p:cNvSpPr>
                <a:spLocks noChangeArrowheads="1"/>
              </p:cNvSpPr>
              <p:nvPr/>
            </p:nvSpPr>
            <p:spPr bwMode="auto">
              <a:xfrm>
                <a:off x="6415" y="5508"/>
                <a:ext cx="1040" cy="1260"/>
              </a:xfrm>
              <a:prstGeom prst="rect">
                <a:avLst/>
              </a:prstGeom>
              <a:solidFill>
                <a:srgbClr val="CCFFCC"/>
              </a:solidFill>
              <a:ln w="9525">
                <a:solidFill>
                  <a:srgbClr val="000000"/>
                </a:solidFill>
                <a:miter lim="800000"/>
                <a:headEnd/>
                <a:tailEnd/>
              </a:ln>
            </p:spPr>
            <p:txBody>
              <a:bodyPr/>
              <a:lstStyle/>
              <a:p>
                <a:pPr fontAlgn="base">
                  <a:spcBef>
                    <a:spcPct val="0"/>
                  </a:spcBef>
                  <a:spcAft>
                    <a:spcPct val="0"/>
                  </a:spcAft>
                </a:pPr>
                <a:endParaRPr kumimoji="1" lang="en-US" sz="2400">
                  <a:solidFill>
                    <a:srgbClr val="333300"/>
                  </a:solidFill>
                  <a:latin typeface="Times New Roman" panose="02020603050405020304" pitchFamily="18" charset="0"/>
                  <a:cs typeface="Arial" panose="020B0604020202020204" pitchFamily="34" charset="0"/>
                </a:endParaRPr>
              </a:p>
            </p:txBody>
          </p:sp>
        </p:grpSp>
        <p:sp>
          <p:nvSpPr>
            <p:cNvPr id="7" name="Line 17">
              <a:extLst>
                <a:ext uri="{FF2B5EF4-FFF2-40B4-BE49-F238E27FC236}">
                  <a16:creationId xmlns:a16="http://schemas.microsoft.com/office/drawing/2014/main" id="{A4A274D3-DA08-8E1F-0878-5F5DA337864C}"/>
                </a:ext>
              </a:extLst>
            </p:cNvPr>
            <p:cNvSpPr>
              <a:spLocks noChangeShapeType="1"/>
            </p:cNvSpPr>
            <p:nvPr/>
          </p:nvSpPr>
          <p:spPr bwMode="auto">
            <a:xfrm rot="900000" flipH="1">
              <a:off x="6123" y="4300"/>
              <a:ext cx="0" cy="1089"/>
            </a:xfrm>
            <a:prstGeom prst="line">
              <a:avLst/>
            </a:prstGeom>
            <a:noFill/>
            <a:ln w="9525">
              <a:solidFill>
                <a:srgbClr val="FF0000"/>
              </a:solidFill>
              <a:round/>
              <a:headEnd type="triangle" w="med" len="med"/>
              <a:tailEnd type="triangle" w="med" len="me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kumimoji="1" lang="en-US" sz="2400">
                <a:solidFill>
                  <a:srgbClr val="333300"/>
                </a:solidFill>
                <a:latin typeface="Times New Roman" panose="02020603050405020304" pitchFamily="18" charset="0"/>
                <a:cs typeface="Arial" panose="020B0604020202020204" pitchFamily="34" charset="0"/>
              </a:endParaRPr>
            </a:p>
          </p:txBody>
        </p:sp>
      </p:grpSp>
      <p:sp>
        <p:nvSpPr>
          <p:cNvPr id="16" name="Text Box 19">
            <a:extLst>
              <a:ext uri="{FF2B5EF4-FFF2-40B4-BE49-F238E27FC236}">
                <a16:creationId xmlns:a16="http://schemas.microsoft.com/office/drawing/2014/main" id="{09F95F39-6479-978C-8D03-BFF14A89D3F2}"/>
              </a:ext>
            </a:extLst>
          </p:cNvPr>
          <p:cNvSpPr txBox="1">
            <a:spLocks noChangeArrowheads="1"/>
          </p:cNvSpPr>
          <p:nvPr/>
        </p:nvSpPr>
        <p:spPr bwMode="auto">
          <a:xfrm>
            <a:off x="8829736" y="5916403"/>
            <a:ext cx="198120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fontAlgn="base">
              <a:spcBef>
                <a:spcPct val="50000"/>
              </a:spcBef>
              <a:spcAft>
                <a:spcPct val="0"/>
              </a:spcAft>
            </a:pPr>
            <a:r>
              <a:rPr lang="en-US" altLang="en-US" b="1" i="1">
                <a:solidFill>
                  <a:srgbClr val="FF3300"/>
                </a:solidFill>
                <a:cs typeface="Arial" panose="020B0604020202020204" pitchFamily="34" charset="0"/>
              </a:rPr>
              <a:t>Bản Tuamalin</a:t>
            </a:r>
            <a:endParaRPr lang="en-US" altLang="en-US" b="1">
              <a:solidFill>
                <a:srgbClr val="999933"/>
              </a:solidFill>
              <a:cs typeface="Arial" panose="020B0604020202020204" pitchFamily="34" charset="0"/>
            </a:endParaRPr>
          </a:p>
        </p:txBody>
      </p:sp>
      <p:pic>
        <p:nvPicPr>
          <p:cNvPr id="19" name="Picture 18">
            <a:extLst>
              <a:ext uri="{FF2B5EF4-FFF2-40B4-BE49-F238E27FC236}">
                <a16:creationId xmlns:a16="http://schemas.microsoft.com/office/drawing/2014/main" id="{CA7BA7B2-D6FD-B93F-16B9-84CD5179A1AD}"/>
              </a:ext>
            </a:extLst>
          </p:cNvPr>
          <p:cNvPicPr>
            <a:picLocks noChangeAspect="1"/>
          </p:cNvPicPr>
          <p:nvPr/>
        </p:nvPicPr>
        <p:blipFill>
          <a:blip r:embed="rId2"/>
          <a:stretch>
            <a:fillRect/>
          </a:stretch>
        </p:blipFill>
        <p:spPr>
          <a:xfrm>
            <a:off x="7839456" y="157617"/>
            <a:ext cx="4303050" cy="3579007"/>
          </a:xfrm>
          <a:prstGeom prst="rect">
            <a:avLst/>
          </a:prstGeom>
        </p:spPr>
      </p:pic>
      <p:sp>
        <p:nvSpPr>
          <p:cNvPr id="20" name="Text Box 19">
            <a:extLst>
              <a:ext uri="{FF2B5EF4-FFF2-40B4-BE49-F238E27FC236}">
                <a16:creationId xmlns:a16="http://schemas.microsoft.com/office/drawing/2014/main" id="{F24F38E1-079A-DBFC-6AEA-738A4FA153B8}"/>
              </a:ext>
            </a:extLst>
          </p:cNvPr>
          <p:cNvSpPr txBox="1">
            <a:spLocks noChangeArrowheads="1"/>
          </p:cNvSpPr>
          <p:nvPr/>
        </p:nvSpPr>
        <p:spPr bwMode="auto">
          <a:xfrm>
            <a:off x="8009780" y="3785625"/>
            <a:ext cx="3960173"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ctr" fontAlgn="base">
              <a:spcBef>
                <a:spcPct val="50000"/>
              </a:spcBef>
              <a:spcAft>
                <a:spcPct val="0"/>
              </a:spcAft>
            </a:pPr>
            <a:r>
              <a:rPr lang="en-US" altLang="en-US" b="1" i="1">
                <a:solidFill>
                  <a:srgbClr val="FF3300"/>
                </a:solidFill>
                <a:cs typeface="Arial" panose="020B0604020202020204" pitchFamily="34" charset="0"/>
              </a:rPr>
              <a:t>Silicoborat nhôm</a:t>
            </a:r>
            <a:endParaRPr lang="en-US" altLang="en-US" b="1">
              <a:solidFill>
                <a:srgbClr val="999933"/>
              </a:solidFill>
              <a:cs typeface="Arial" panose="020B0604020202020204" pitchFamily="34" charset="0"/>
            </a:endParaRPr>
          </a:p>
        </p:txBody>
      </p:sp>
    </p:spTree>
    <p:extLst>
      <p:ext uri="{BB962C8B-B14F-4D97-AF65-F5344CB8AC3E}">
        <p14:creationId xmlns:p14="http://schemas.microsoft.com/office/powerpoint/2010/main" val="1438697199"/>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AA8E703D-8E83-B9C2-D575-2182DF75ABB9}"/>
              </a:ext>
            </a:extLst>
          </p:cNvPr>
          <p:cNvPicPr>
            <a:picLocks noChangeAspect="1"/>
          </p:cNvPicPr>
          <p:nvPr/>
        </p:nvPicPr>
        <p:blipFill>
          <a:blip r:embed="rId2"/>
          <a:stretch>
            <a:fillRect/>
          </a:stretch>
        </p:blipFill>
        <p:spPr>
          <a:xfrm>
            <a:off x="1011584" y="156558"/>
            <a:ext cx="9888063" cy="6544884"/>
          </a:xfrm>
          <a:prstGeom prst="rect">
            <a:avLst/>
          </a:prstGeom>
        </p:spPr>
      </p:pic>
    </p:spTree>
    <p:extLst>
      <p:ext uri="{BB962C8B-B14F-4D97-AF65-F5344CB8AC3E}">
        <p14:creationId xmlns:p14="http://schemas.microsoft.com/office/powerpoint/2010/main" val="2280508128"/>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4911AB9-1710-1CB5-8A5F-18DEBF4E2F68}"/>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DF6F2A8A-B3CC-2566-5FF7-C64EAEE16E6C}"/>
              </a:ext>
            </a:extLst>
          </p:cNvPr>
          <p:cNvPicPr>
            <a:picLocks noChangeAspect="1"/>
          </p:cNvPicPr>
          <p:nvPr/>
        </p:nvPicPr>
        <p:blipFill>
          <a:blip r:embed="rId2"/>
          <a:stretch>
            <a:fillRect/>
          </a:stretch>
        </p:blipFill>
        <p:spPr>
          <a:xfrm>
            <a:off x="952500" y="0"/>
            <a:ext cx="10287000" cy="6858000"/>
          </a:xfrm>
          <a:prstGeom prst="rect">
            <a:avLst/>
          </a:prstGeom>
        </p:spPr>
      </p:pic>
    </p:spTree>
    <p:extLst>
      <p:ext uri="{BB962C8B-B14F-4D97-AF65-F5344CB8AC3E}">
        <p14:creationId xmlns:p14="http://schemas.microsoft.com/office/powerpoint/2010/main" val="2727520840"/>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5B8224E2-C7D9-584E-1814-4B70DB79A4BE}"/>
              </a:ext>
            </a:extLst>
          </p:cNvPr>
          <p:cNvSpPr txBox="1"/>
          <p:nvPr/>
        </p:nvSpPr>
        <p:spPr>
          <a:xfrm>
            <a:off x="394598" y="293279"/>
            <a:ext cx="7127866" cy="369332"/>
          </a:xfrm>
          <a:prstGeom prst="rect">
            <a:avLst/>
          </a:prstGeom>
          <a:noFill/>
        </p:spPr>
        <p:txBody>
          <a:bodyPr wrap="squar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lang="en-US" altLang="ko-KR" b="1" kern="0">
                <a:solidFill>
                  <a:srgbClr val="FF0000"/>
                </a:solidFill>
              </a:rPr>
              <a:t>5.3.1. </a:t>
            </a:r>
            <a:r>
              <a:rPr kumimoji="0" lang="en-US" altLang="ko-KR" b="1" i="0" u="none" strike="noStrike" kern="0" cap="none" spc="0" normalizeH="0" baseline="0" noProof="0">
                <a:ln>
                  <a:noFill/>
                </a:ln>
                <a:solidFill>
                  <a:srgbClr val="FF0000"/>
                </a:solidFill>
                <a:effectLst/>
                <a:uLnTx/>
                <a:uFillTx/>
              </a:rPr>
              <a:t>Thí nghiệm về hiện tượng phân cực ánh sáng</a:t>
            </a:r>
            <a:endParaRPr kumimoji="0" lang="en-US" altLang="ko-KR" b="1" i="0" u="none" strike="noStrike" kern="0" cap="none" spc="0" normalizeH="0" baseline="0" noProof="0" dirty="0">
              <a:ln>
                <a:noFill/>
              </a:ln>
              <a:solidFill>
                <a:srgbClr val="FF0000"/>
              </a:solidFill>
              <a:effectLst/>
              <a:uLnTx/>
              <a:uFillTx/>
            </a:endParaRPr>
          </a:p>
        </p:txBody>
      </p:sp>
      <p:sp>
        <p:nvSpPr>
          <p:cNvPr id="3" name="TextBox 2">
            <a:extLst>
              <a:ext uri="{FF2B5EF4-FFF2-40B4-BE49-F238E27FC236}">
                <a16:creationId xmlns:a16="http://schemas.microsoft.com/office/drawing/2014/main" id="{BE94B539-0853-5C5E-6D52-65B307EBBA2E}"/>
              </a:ext>
            </a:extLst>
          </p:cNvPr>
          <p:cNvSpPr txBox="1"/>
          <p:nvPr/>
        </p:nvSpPr>
        <p:spPr>
          <a:xfrm>
            <a:off x="333638" y="829409"/>
            <a:ext cx="6164698" cy="923330"/>
          </a:xfrm>
          <a:prstGeom prst="rect">
            <a:avLst/>
          </a:prstGeom>
          <a:noFill/>
        </p:spPr>
        <p:txBody>
          <a:bodyPr wrap="square" rtlCol="0">
            <a:spAutoFit/>
          </a:bodyPr>
          <a:lstStyle/>
          <a:p>
            <a:pPr algn="just"/>
            <a:r>
              <a:rPr lang="en-US" b="1" i="1">
                <a:solidFill>
                  <a:srgbClr val="0070C0"/>
                </a:solidFill>
              </a:rPr>
              <a:t>Thí nghiệm 1: </a:t>
            </a:r>
            <a:r>
              <a:rPr kumimoji="0" lang="en-US" altLang="en-US"/>
              <a:t>O là nguồn sáng trắng, phương truyền Oy </a:t>
            </a:r>
            <a:r>
              <a:rPr kumimoji="0" lang="en-US" altLang="en-US">
                <a:sym typeface="Symbol" panose="05050102010706020507" pitchFamily="18" charset="2"/>
              </a:rPr>
              <a:t> với mặt bên T</a:t>
            </a:r>
            <a:r>
              <a:rPr kumimoji="0" lang="en-US" altLang="en-US" baseline="-25000">
                <a:sym typeface="Symbol" panose="05050102010706020507" pitchFamily="18" charset="2"/>
              </a:rPr>
              <a:t>1</a:t>
            </a:r>
            <a:r>
              <a:rPr kumimoji="0" lang="en-US" altLang="en-US">
                <a:sym typeface="Symbol" panose="05050102010706020507" pitchFamily="18" charset="2"/>
              </a:rPr>
              <a:t>. Quay T</a:t>
            </a:r>
            <a:r>
              <a:rPr kumimoji="0" lang="en-US" altLang="en-US" baseline="-25000">
                <a:sym typeface="Symbol" panose="05050102010706020507" pitchFamily="18" charset="2"/>
              </a:rPr>
              <a:t>1</a:t>
            </a:r>
            <a:r>
              <a:rPr kumimoji="0" lang="en-US" altLang="en-US">
                <a:sym typeface="Symbol" panose="05050102010706020507" pitchFamily="18" charset="2"/>
              </a:rPr>
              <a:t> xung quanh phương truyền, cường độ sáng </a:t>
            </a:r>
            <a:r>
              <a:rPr kumimoji="0" lang="en-US" altLang="en-US" b="1" i="1">
                <a:latin typeface="Times New Roman" panose="02020603050405020304" pitchFamily="18" charset="0"/>
                <a:cs typeface="Times New Roman" panose="02020603050405020304" pitchFamily="18" charset="0"/>
                <a:sym typeface="Symbol" panose="05050102010706020507" pitchFamily="18" charset="2"/>
              </a:rPr>
              <a:t>I</a:t>
            </a:r>
            <a:r>
              <a:rPr kumimoji="0" lang="en-US" altLang="en-US" b="1" i="1" baseline="-25000">
                <a:latin typeface="Times New Roman" panose="02020603050405020304" pitchFamily="18" charset="0"/>
                <a:cs typeface="Times New Roman" panose="02020603050405020304" pitchFamily="18" charset="0"/>
                <a:sym typeface="Symbol" panose="05050102010706020507" pitchFamily="18" charset="2"/>
              </a:rPr>
              <a:t>1</a:t>
            </a:r>
            <a:r>
              <a:rPr kumimoji="0" lang="en-US" altLang="en-US" b="1" i="1">
                <a:latin typeface="Times New Roman" panose="02020603050405020304" pitchFamily="18" charset="0"/>
                <a:cs typeface="Times New Roman" panose="02020603050405020304" pitchFamily="18" charset="0"/>
                <a:sym typeface="Symbol" panose="05050102010706020507" pitchFamily="18" charset="2"/>
              </a:rPr>
              <a:t> </a:t>
            </a:r>
            <a:r>
              <a:rPr kumimoji="0" lang="en-US" altLang="en-US">
                <a:sym typeface="Symbol" panose="05050102010706020507" pitchFamily="18" charset="2"/>
              </a:rPr>
              <a:t> sau nó không đổi.</a:t>
            </a:r>
            <a:endParaRPr lang="en-US"/>
          </a:p>
        </p:txBody>
      </p:sp>
      <p:pic>
        <p:nvPicPr>
          <p:cNvPr id="5" name="Picture 4">
            <a:extLst>
              <a:ext uri="{FF2B5EF4-FFF2-40B4-BE49-F238E27FC236}">
                <a16:creationId xmlns:a16="http://schemas.microsoft.com/office/drawing/2014/main" id="{E208D4C3-29BE-2C68-450B-4B5B3FD11D04}"/>
              </a:ext>
            </a:extLst>
          </p:cNvPr>
          <p:cNvPicPr>
            <a:picLocks noChangeAspect="1"/>
          </p:cNvPicPr>
          <p:nvPr/>
        </p:nvPicPr>
        <p:blipFill>
          <a:blip r:embed="rId2"/>
          <a:stretch>
            <a:fillRect/>
          </a:stretch>
        </p:blipFill>
        <p:spPr>
          <a:xfrm>
            <a:off x="6934200" y="2563368"/>
            <a:ext cx="5064677" cy="3583777"/>
          </a:xfrm>
          <a:prstGeom prst="rect">
            <a:avLst/>
          </a:prstGeom>
        </p:spPr>
      </p:pic>
      <p:pic>
        <p:nvPicPr>
          <p:cNvPr id="6" name="Picture 20">
            <a:extLst>
              <a:ext uri="{FF2B5EF4-FFF2-40B4-BE49-F238E27FC236}">
                <a16:creationId xmlns:a16="http://schemas.microsoft.com/office/drawing/2014/main" id="{CA053BAB-6345-EFB9-FE33-7A0502FB724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934200" y="226530"/>
            <a:ext cx="5257800" cy="1819275"/>
          </a:xfrm>
          <a:prstGeom prst="rect">
            <a:avLst/>
          </a:prstGeom>
          <a:noFill/>
          <a:extLst>
            <a:ext uri="{909E8E84-426E-40DD-AFC4-6F175D3DCCD1}">
              <a14:hiddenFill xmlns:a14="http://schemas.microsoft.com/office/drawing/2010/main">
                <a:solidFill>
                  <a:srgbClr val="FFFFFF"/>
                </a:solidFill>
              </a14:hiddenFill>
            </a:ext>
          </a:extLst>
        </p:spPr>
      </p:pic>
      <p:sp>
        <p:nvSpPr>
          <p:cNvPr id="7" name="Text Box 22">
            <a:extLst>
              <a:ext uri="{FF2B5EF4-FFF2-40B4-BE49-F238E27FC236}">
                <a16:creationId xmlns:a16="http://schemas.microsoft.com/office/drawing/2014/main" id="{9CBCCCDE-889E-28A2-B51E-2F77FD3B60BD}"/>
              </a:ext>
            </a:extLst>
          </p:cNvPr>
          <p:cNvSpPr txBox="1">
            <a:spLocks noChangeArrowheads="1"/>
          </p:cNvSpPr>
          <p:nvPr/>
        </p:nvSpPr>
        <p:spPr bwMode="auto">
          <a:xfrm>
            <a:off x="272678" y="1828274"/>
            <a:ext cx="6164698" cy="9233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just" fontAlgn="base">
              <a:spcBef>
                <a:spcPct val="50000"/>
              </a:spcBef>
              <a:spcAft>
                <a:spcPct val="0"/>
              </a:spcAft>
            </a:pPr>
            <a:r>
              <a:rPr lang="en-US" altLang="en-US" b="1" i="1">
                <a:solidFill>
                  <a:srgbClr val="FF3300"/>
                </a:solidFill>
                <a:cs typeface="Arial" panose="020B0604020202020204" pitchFamily="34" charset="0"/>
              </a:rPr>
              <a:t>Thí nghiệm 2:</a:t>
            </a:r>
            <a:r>
              <a:rPr lang="en-US" altLang="en-US" b="1">
                <a:solidFill>
                  <a:srgbClr val="333300"/>
                </a:solidFill>
                <a:cs typeface="Arial" panose="020B0604020202020204" pitchFamily="34" charset="0"/>
              </a:rPr>
              <a:t> </a:t>
            </a:r>
            <a:r>
              <a:rPr lang="en-US" altLang="en-US">
                <a:cs typeface="Arial" panose="020B0604020202020204" pitchFamily="34" charset="0"/>
              </a:rPr>
              <a:t>Cố định T</a:t>
            </a:r>
            <a:r>
              <a:rPr lang="en-US" altLang="en-US" baseline="-25000">
                <a:cs typeface="Arial" panose="020B0604020202020204" pitchFamily="34" charset="0"/>
              </a:rPr>
              <a:t>1</a:t>
            </a:r>
            <a:r>
              <a:rPr lang="en-US" altLang="en-US">
                <a:cs typeface="Arial" panose="020B0604020202020204" pitchFamily="34" charset="0"/>
              </a:rPr>
              <a:t>, đặt tiếp sau nó bản T</a:t>
            </a:r>
            <a:r>
              <a:rPr lang="en-US" altLang="en-US" baseline="-25000">
                <a:cs typeface="Arial" panose="020B0604020202020204" pitchFamily="34" charset="0"/>
              </a:rPr>
              <a:t>2</a:t>
            </a:r>
            <a:r>
              <a:rPr lang="en-US" altLang="en-US">
                <a:cs typeface="Arial" panose="020B0604020202020204" pitchFamily="34" charset="0"/>
              </a:rPr>
              <a:t> cũng có mặt bên vuông góc với Oy. Cường độ sáng sau T</a:t>
            </a:r>
            <a:r>
              <a:rPr lang="en-US" altLang="en-US" baseline="-25000">
                <a:cs typeface="Arial" panose="020B0604020202020204" pitchFamily="34" charset="0"/>
              </a:rPr>
              <a:t>2</a:t>
            </a:r>
            <a:r>
              <a:rPr lang="en-US" altLang="en-US">
                <a:cs typeface="Arial" panose="020B0604020202020204" pitchFamily="34" charset="0"/>
              </a:rPr>
              <a:t> phụ thuộc góc quay như sau: </a:t>
            </a:r>
          </a:p>
        </p:txBody>
      </p:sp>
      <p:sp>
        <p:nvSpPr>
          <p:cNvPr id="8" name="Text Box 23">
            <a:extLst>
              <a:ext uri="{FF2B5EF4-FFF2-40B4-BE49-F238E27FC236}">
                <a16:creationId xmlns:a16="http://schemas.microsoft.com/office/drawing/2014/main" id="{1A8DC11C-E74E-6494-3889-C499C2C50F87}"/>
              </a:ext>
            </a:extLst>
          </p:cNvPr>
          <p:cNvSpPr txBox="1">
            <a:spLocks noChangeArrowheads="1"/>
          </p:cNvSpPr>
          <p:nvPr/>
        </p:nvSpPr>
        <p:spPr bwMode="auto">
          <a:xfrm>
            <a:off x="619701" y="2778997"/>
            <a:ext cx="3124200"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fontAlgn="base">
              <a:spcBef>
                <a:spcPct val="50000"/>
              </a:spcBef>
              <a:spcAft>
                <a:spcPct val="0"/>
              </a:spcAft>
            </a:pPr>
            <a:r>
              <a:rPr lang="en-US" altLang="en-US" sz="2000">
                <a:solidFill>
                  <a:srgbClr val="333300"/>
                </a:solidFill>
                <a:latin typeface="Times New Roman" panose="02020603050405020304" pitchFamily="18" charset="0"/>
                <a:cs typeface="Times New Roman" panose="02020603050405020304" pitchFamily="18" charset="0"/>
                <a:sym typeface="Symbol" panose="05050102010706020507" pitchFamily="18" charset="2"/>
              </a:rPr>
              <a:t>+ </a:t>
            </a:r>
            <a:r>
              <a:rPr lang="en-US" altLang="en-US" sz="2000" baseline="-25000">
                <a:solidFill>
                  <a:srgbClr val="333300"/>
                </a:solidFill>
                <a:latin typeface="Times New Roman" panose="02020603050405020304" pitchFamily="18" charset="0"/>
                <a:cs typeface="Times New Roman" panose="02020603050405020304" pitchFamily="18" charset="0"/>
                <a:sym typeface="Symbol" panose="05050102010706020507" pitchFamily="18" charset="2"/>
              </a:rPr>
              <a:t>1</a:t>
            </a:r>
            <a:r>
              <a:rPr lang="en-US" altLang="en-US" sz="2000">
                <a:solidFill>
                  <a:srgbClr val="333300"/>
                </a:solidFill>
                <a:latin typeface="Times New Roman" panose="02020603050405020304" pitchFamily="18" charset="0"/>
                <a:cs typeface="Times New Roman" panose="02020603050405020304" pitchFamily="18" charset="0"/>
                <a:sym typeface="Symbol" panose="05050102010706020507" pitchFamily="18" charset="2"/>
              </a:rPr>
              <a:t> // </a:t>
            </a:r>
            <a:r>
              <a:rPr lang="en-US" altLang="en-US" sz="2000" baseline="-25000">
                <a:solidFill>
                  <a:srgbClr val="333300"/>
                </a:solidFill>
                <a:latin typeface="Times New Roman" panose="02020603050405020304" pitchFamily="18" charset="0"/>
                <a:cs typeface="Times New Roman" panose="02020603050405020304" pitchFamily="18" charset="0"/>
                <a:sym typeface="Symbol" panose="05050102010706020507" pitchFamily="18" charset="2"/>
              </a:rPr>
              <a:t>2</a:t>
            </a:r>
            <a:r>
              <a:rPr lang="en-US" altLang="en-US" sz="2000">
                <a:solidFill>
                  <a:srgbClr val="333300"/>
                </a:solidFill>
                <a:latin typeface="Times New Roman" panose="02020603050405020304" pitchFamily="18" charset="0"/>
                <a:cs typeface="Times New Roman" panose="02020603050405020304" pitchFamily="18" charset="0"/>
                <a:sym typeface="Symbol" panose="05050102010706020507" pitchFamily="18" charset="2"/>
              </a:rPr>
              <a:t>: </a:t>
            </a:r>
            <a:r>
              <a:rPr lang="en-US" altLang="en-US" sz="2000" b="1" i="1">
                <a:solidFill>
                  <a:srgbClr val="333300"/>
                </a:solidFill>
                <a:latin typeface="Times New Roman" panose="02020603050405020304" pitchFamily="18" charset="0"/>
                <a:cs typeface="Times New Roman" panose="02020603050405020304" pitchFamily="18" charset="0"/>
                <a:sym typeface="Symbol" panose="05050102010706020507" pitchFamily="18" charset="2"/>
              </a:rPr>
              <a:t>I</a:t>
            </a:r>
            <a:r>
              <a:rPr lang="en-US" altLang="en-US" sz="2000" baseline="-25000">
                <a:solidFill>
                  <a:srgbClr val="333300"/>
                </a:solidFill>
                <a:latin typeface="Times New Roman" panose="02020603050405020304" pitchFamily="18" charset="0"/>
                <a:cs typeface="Times New Roman" panose="02020603050405020304" pitchFamily="18" charset="0"/>
                <a:sym typeface="Symbol" panose="05050102010706020507" pitchFamily="18" charset="2"/>
              </a:rPr>
              <a:t>2</a:t>
            </a:r>
            <a:r>
              <a:rPr lang="en-US" altLang="en-US" sz="2000">
                <a:solidFill>
                  <a:srgbClr val="333300"/>
                </a:solidFill>
                <a:latin typeface="Times New Roman" panose="02020603050405020304" pitchFamily="18" charset="0"/>
                <a:cs typeface="Times New Roman" panose="02020603050405020304" pitchFamily="18" charset="0"/>
                <a:sym typeface="Symbol" panose="05050102010706020507" pitchFamily="18" charset="2"/>
              </a:rPr>
              <a:t> lớn nhất: </a:t>
            </a:r>
            <a:r>
              <a:rPr lang="en-US" altLang="en-US" sz="2000" b="1" i="1">
                <a:solidFill>
                  <a:srgbClr val="333300"/>
                </a:solidFill>
                <a:latin typeface="Times New Roman" panose="02020603050405020304" pitchFamily="18" charset="0"/>
                <a:cs typeface="Times New Roman" panose="02020603050405020304" pitchFamily="18" charset="0"/>
                <a:sym typeface="Symbol" panose="05050102010706020507" pitchFamily="18" charset="2"/>
              </a:rPr>
              <a:t>I</a:t>
            </a:r>
            <a:r>
              <a:rPr lang="en-US" altLang="en-US" sz="2000" b="1" i="1" baseline="-25000">
                <a:solidFill>
                  <a:srgbClr val="333300"/>
                </a:solidFill>
                <a:latin typeface="Times New Roman" panose="02020603050405020304" pitchFamily="18" charset="0"/>
                <a:cs typeface="Times New Roman" panose="02020603050405020304" pitchFamily="18" charset="0"/>
                <a:sym typeface="Symbol" panose="05050102010706020507" pitchFamily="18" charset="2"/>
              </a:rPr>
              <a:t>2max</a:t>
            </a:r>
          </a:p>
        </p:txBody>
      </p:sp>
      <p:sp>
        <p:nvSpPr>
          <p:cNvPr id="9" name="Text Box 24">
            <a:extLst>
              <a:ext uri="{FF2B5EF4-FFF2-40B4-BE49-F238E27FC236}">
                <a16:creationId xmlns:a16="http://schemas.microsoft.com/office/drawing/2014/main" id="{E2687125-5643-EED4-062E-18A03ACB0F58}"/>
              </a:ext>
            </a:extLst>
          </p:cNvPr>
          <p:cNvSpPr txBox="1">
            <a:spLocks noChangeArrowheads="1"/>
          </p:cNvSpPr>
          <p:nvPr/>
        </p:nvSpPr>
        <p:spPr bwMode="auto">
          <a:xfrm>
            <a:off x="619701" y="3241723"/>
            <a:ext cx="3390900"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fontAlgn="base">
              <a:spcBef>
                <a:spcPct val="50000"/>
              </a:spcBef>
              <a:spcAft>
                <a:spcPct val="0"/>
              </a:spcAft>
            </a:pPr>
            <a:r>
              <a:rPr lang="en-US" altLang="en-US" sz="2000">
                <a:solidFill>
                  <a:srgbClr val="333300"/>
                </a:solidFill>
                <a:latin typeface="Times New Roman" panose="02020603050405020304" pitchFamily="18" charset="0"/>
                <a:cs typeface="Times New Roman" panose="02020603050405020304" pitchFamily="18" charset="0"/>
                <a:sym typeface="Symbol" panose="05050102010706020507" pitchFamily="18" charset="2"/>
              </a:rPr>
              <a:t>+ </a:t>
            </a:r>
            <a:r>
              <a:rPr lang="en-US" altLang="en-US" sz="2000" baseline="-25000">
                <a:solidFill>
                  <a:srgbClr val="333300"/>
                </a:solidFill>
                <a:latin typeface="Times New Roman" panose="02020603050405020304" pitchFamily="18" charset="0"/>
                <a:cs typeface="Times New Roman" panose="02020603050405020304" pitchFamily="18" charset="0"/>
                <a:sym typeface="Symbol" panose="05050102010706020507" pitchFamily="18" charset="2"/>
              </a:rPr>
              <a:t>1</a:t>
            </a:r>
            <a:r>
              <a:rPr lang="en-US" altLang="en-US" sz="2000">
                <a:solidFill>
                  <a:srgbClr val="333300"/>
                </a:solidFill>
                <a:latin typeface="Times New Roman" panose="02020603050405020304" pitchFamily="18" charset="0"/>
                <a:cs typeface="Times New Roman" panose="02020603050405020304" pitchFamily="18" charset="0"/>
                <a:sym typeface="Symbol" panose="05050102010706020507" pitchFamily="18" charset="2"/>
              </a:rPr>
              <a:t>  </a:t>
            </a:r>
            <a:r>
              <a:rPr lang="en-US" altLang="en-US" sz="2000" baseline="-25000">
                <a:solidFill>
                  <a:srgbClr val="333300"/>
                </a:solidFill>
                <a:latin typeface="Times New Roman" panose="02020603050405020304" pitchFamily="18" charset="0"/>
                <a:cs typeface="Times New Roman" panose="02020603050405020304" pitchFamily="18" charset="0"/>
                <a:sym typeface="Symbol" panose="05050102010706020507" pitchFamily="18" charset="2"/>
              </a:rPr>
              <a:t>2</a:t>
            </a:r>
            <a:r>
              <a:rPr lang="en-US" altLang="en-US" sz="2000">
                <a:solidFill>
                  <a:srgbClr val="333300"/>
                </a:solidFill>
                <a:latin typeface="Times New Roman" panose="02020603050405020304" pitchFamily="18" charset="0"/>
                <a:cs typeface="Times New Roman" panose="02020603050405020304" pitchFamily="18" charset="0"/>
                <a:sym typeface="Symbol" panose="05050102010706020507" pitchFamily="18" charset="2"/>
              </a:rPr>
              <a:t>: </a:t>
            </a:r>
            <a:r>
              <a:rPr lang="en-US" altLang="en-US" sz="2000" b="1" i="1">
                <a:solidFill>
                  <a:srgbClr val="333300"/>
                </a:solidFill>
                <a:latin typeface="Times New Roman" panose="02020603050405020304" pitchFamily="18" charset="0"/>
                <a:cs typeface="Times New Roman" panose="02020603050405020304" pitchFamily="18" charset="0"/>
                <a:sym typeface="Symbol" panose="05050102010706020507" pitchFamily="18" charset="2"/>
              </a:rPr>
              <a:t>I</a:t>
            </a:r>
            <a:r>
              <a:rPr lang="en-US" altLang="en-US" sz="2000" b="1" i="1" baseline="-25000">
                <a:solidFill>
                  <a:srgbClr val="333300"/>
                </a:solidFill>
                <a:latin typeface="Times New Roman" panose="02020603050405020304" pitchFamily="18" charset="0"/>
                <a:cs typeface="Times New Roman" panose="02020603050405020304" pitchFamily="18" charset="0"/>
                <a:sym typeface="Symbol" panose="05050102010706020507" pitchFamily="18" charset="2"/>
              </a:rPr>
              <a:t>2</a:t>
            </a:r>
            <a:r>
              <a:rPr lang="en-US" altLang="en-US" sz="2000" b="1" i="1">
                <a:solidFill>
                  <a:srgbClr val="333300"/>
                </a:solidFill>
                <a:latin typeface="Times New Roman" panose="02020603050405020304" pitchFamily="18" charset="0"/>
                <a:cs typeface="Times New Roman" panose="02020603050405020304" pitchFamily="18" charset="0"/>
                <a:sym typeface="Symbol" panose="05050102010706020507" pitchFamily="18" charset="2"/>
              </a:rPr>
              <a:t> </a:t>
            </a:r>
            <a:r>
              <a:rPr lang="en-US" altLang="en-US" sz="2000">
                <a:solidFill>
                  <a:srgbClr val="333300"/>
                </a:solidFill>
                <a:latin typeface="Times New Roman" panose="02020603050405020304" pitchFamily="18" charset="0"/>
                <a:cs typeface="Times New Roman" panose="02020603050405020304" pitchFamily="18" charset="0"/>
                <a:sym typeface="Symbol" panose="05050102010706020507" pitchFamily="18" charset="2"/>
              </a:rPr>
              <a:t>nhỏ nhất: </a:t>
            </a:r>
            <a:r>
              <a:rPr lang="en-US" altLang="en-US" sz="2000" b="1" i="1">
                <a:solidFill>
                  <a:srgbClr val="333300"/>
                </a:solidFill>
                <a:latin typeface="Times New Roman" panose="02020603050405020304" pitchFamily="18" charset="0"/>
                <a:cs typeface="Times New Roman" panose="02020603050405020304" pitchFamily="18" charset="0"/>
                <a:sym typeface="Symbol" panose="05050102010706020507" pitchFamily="18" charset="2"/>
              </a:rPr>
              <a:t>I</a:t>
            </a:r>
            <a:r>
              <a:rPr lang="en-US" altLang="en-US" sz="2000" b="1" i="1" baseline="-25000">
                <a:solidFill>
                  <a:srgbClr val="333300"/>
                </a:solidFill>
                <a:latin typeface="Times New Roman" panose="02020603050405020304" pitchFamily="18" charset="0"/>
                <a:cs typeface="Times New Roman" panose="02020603050405020304" pitchFamily="18" charset="0"/>
                <a:sym typeface="Symbol" panose="05050102010706020507" pitchFamily="18" charset="2"/>
              </a:rPr>
              <a:t>2min </a:t>
            </a:r>
            <a:r>
              <a:rPr lang="en-US" altLang="en-US" sz="2000" b="1" i="1">
                <a:solidFill>
                  <a:srgbClr val="333300"/>
                </a:solidFill>
                <a:latin typeface="Times New Roman" panose="02020603050405020304" pitchFamily="18" charset="0"/>
                <a:cs typeface="Times New Roman" panose="02020603050405020304" pitchFamily="18" charset="0"/>
                <a:sym typeface="Symbol" panose="05050102010706020507" pitchFamily="18" charset="2"/>
              </a:rPr>
              <a:t>= 0</a:t>
            </a:r>
            <a:endParaRPr lang="en-US" altLang="en-US" sz="2000" b="1" i="1" baseline="-25000">
              <a:solidFill>
                <a:srgbClr val="333300"/>
              </a:solidFill>
              <a:latin typeface="Times New Roman" panose="02020603050405020304" pitchFamily="18" charset="0"/>
              <a:cs typeface="Times New Roman" panose="02020603050405020304" pitchFamily="18" charset="0"/>
              <a:sym typeface="Symbol" panose="05050102010706020507" pitchFamily="18" charset="2"/>
            </a:endParaRPr>
          </a:p>
        </p:txBody>
      </p:sp>
      <p:sp>
        <p:nvSpPr>
          <p:cNvPr id="10" name="Text Box 25">
            <a:extLst>
              <a:ext uri="{FF2B5EF4-FFF2-40B4-BE49-F238E27FC236}">
                <a16:creationId xmlns:a16="http://schemas.microsoft.com/office/drawing/2014/main" id="{5A12E05D-4FCB-E178-8D24-0F8ECB5D3798}"/>
              </a:ext>
            </a:extLst>
          </p:cNvPr>
          <p:cNvSpPr txBox="1">
            <a:spLocks noChangeArrowheads="1"/>
          </p:cNvSpPr>
          <p:nvPr/>
        </p:nvSpPr>
        <p:spPr bwMode="auto">
          <a:xfrm>
            <a:off x="619701" y="3666399"/>
            <a:ext cx="5906516" cy="86177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fontAlgn="base">
              <a:spcBef>
                <a:spcPct val="50000"/>
              </a:spcBef>
              <a:spcAft>
                <a:spcPct val="0"/>
              </a:spcAft>
            </a:pPr>
            <a:r>
              <a:rPr lang="en-US" altLang="en-US" sz="2000">
                <a:solidFill>
                  <a:srgbClr val="333300"/>
                </a:solidFill>
                <a:latin typeface="Times New Roman" panose="02020603050405020304" pitchFamily="18" charset="0"/>
                <a:cs typeface="Times New Roman" panose="02020603050405020304" pitchFamily="18" charset="0"/>
              </a:rPr>
              <a:t>+ </a:t>
            </a:r>
            <a:r>
              <a:rPr lang="en-US" altLang="en-US" sz="2000">
                <a:solidFill>
                  <a:srgbClr val="333300"/>
                </a:solidFill>
                <a:latin typeface="Times New Roman" panose="02020603050405020304" pitchFamily="18" charset="0"/>
                <a:cs typeface="Times New Roman" panose="02020603050405020304" pitchFamily="18" charset="0"/>
                <a:sym typeface="Symbol" panose="05050102010706020507" pitchFamily="18" charset="2"/>
              </a:rPr>
              <a:t></a:t>
            </a:r>
            <a:r>
              <a:rPr lang="en-US" altLang="en-US" sz="2000" baseline="-25000">
                <a:solidFill>
                  <a:srgbClr val="333300"/>
                </a:solidFill>
                <a:latin typeface="Times New Roman" panose="02020603050405020304" pitchFamily="18" charset="0"/>
                <a:cs typeface="Times New Roman" panose="02020603050405020304" pitchFamily="18" charset="0"/>
                <a:sym typeface="Symbol" panose="05050102010706020507" pitchFamily="18" charset="2"/>
              </a:rPr>
              <a:t>1</a:t>
            </a:r>
            <a:r>
              <a:rPr lang="en-US" altLang="en-US" sz="2000">
                <a:solidFill>
                  <a:srgbClr val="333300"/>
                </a:solidFill>
                <a:latin typeface="Times New Roman" panose="02020603050405020304" pitchFamily="18" charset="0"/>
                <a:cs typeface="Times New Roman" panose="02020603050405020304" pitchFamily="18" charset="0"/>
                <a:sym typeface="Symbol" panose="05050102010706020507" pitchFamily="18" charset="2"/>
              </a:rPr>
              <a:t> tạo với </a:t>
            </a:r>
            <a:r>
              <a:rPr lang="en-US" altLang="en-US" sz="2000" baseline="-25000">
                <a:solidFill>
                  <a:srgbClr val="333300"/>
                </a:solidFill>
                <a:latin typeface="Times New Roman" panose="02020603050405020304" pitchFamily="18" charset="0"/>
                <a:cs typeface="Times New Roman" panose="02020603050405020304" pitchFamily="18" charset="0"/>
                <a:sym typeface="Symbol" panose="05050102010706020507" pitchFamily="18" charset="2"/>
              </a:rPr>
              <a:t>2</a:t>
            </a:r>
            <a:r>
              <a:rPr lang="en-US" altLang="en-US" sz="2000">
                <a:solidFill>
                  <a:srgbClr val="333300"/>
                </a:solidFill>
                <a:latin typeface="Times New Roman" panose="02020603050405020304" pitchFamily="18" charset="0"/>
                <a:cs typeface="Times New Roman" panose="02020603050405020304" pitchFamily="18" charset="0"/>
                <a:sym typeface="Symbol" panose="05050102010706020507" pitchFamily="18" charset="2"/>
              </a:rPr>
              <a:t> một góc : I</a:t>
            </a:r>
            <a:r>
              <a:rPr lang="en-US" altLang="en-US" sz="2000" baseline="-25000">
                <a:solidFill>
                  <a:srgbClr val="333300"/>
                </a:solidFill>
                <a:latin typeface="Times New Roman" panose="02020603050405020304" pitchFamily="18" charset="0"/>
                <a:cs typeface="Times New Roman" panose="02020603050405020304" pitchFamily="18" charset="0"/>
                <a:sym typeface="Symbol" panose="05050102010706020507" pitchFamily="18" charset="2"/>
              </a:rPr>
              <a:t>2</a:t>
            </a:r>
            <a:r>
              <a:rPr lang="en-US" altLang="en-US" sz="2000">
                <a:solidFill>
                  <a:srgbClr val="333300"/>
                </a:solidFill>
                <a:latin typeface="Times New Roman" panose="02020603050405020304" pitchFamily="18" charset="0"/>
                <a:cs typeface="Times New Roman" panose="02020603050405020304" pitchFamily="18" charset="0"/>
                <a:sym typeface="Symbol" panose="05050102010706020507" pitchFamily="18" charset="2"/>
              </a:rPr>
              <a:t> nhận giá trị trung gian: </a:t>
            </a:r>
          </a:p>
          <a:p>
            <a:pPr algn="ctr" fontAlgn="base">
              <a:spcBef>
                <a:spcPct val="50000"/>
              </a:spcBef>
              <a:spcAft>
                <a:spcPct val="0"/>
              </a:spcAft>
            </a:pPr>
            <a:r>
              <a:rPr lang="en-US" altLang="en-US" sz="2000" b="1" i="1">
                <a:solidFill>
                  <a:srgbClr val="333300"/>
                </a:solidFill>
                <a:latin typeface="Times New Roman" panose="02020603050405020304" pitchFamily="18" charset="0"/>
                <a:cs typeface="Times New Roman" panose="02020603050405020304" pitchFamily="18" charset="0"/>
                <a:sym typeface="Symbol" panose="05050102010706020507" pitchFamily="18" charset="2"/>
              </a:rPr>
              <a:t>0 &lt; I</a:t>
            </a:r>
            <a:r>
              <a:rPr lang="en-US" altLang="en-US" sz="2000" b="1" i="1" baseline="-25000">
                <a:solidFill>
                  <a:srgbClr val="333300"/>
                </a:solidFill>
                <a:latin typeface="Times New Roman" panose="02020603050405020304" pitchFamily="18" charset="0"/>
                <a:cs typeface="Times New Roman" panose="02020603050405020304" pitchFamily="18" charset="0"/>
                <a:sym typeface="Symbol" panose="05050102010706020507" pitchFamily="18" charset="2"/>
              </a:rPr>
              <a:t>2</a:t>
            </a:r>
            <a:r>
              <a:rPr lang="en-US" altLang="en-US" sz="2000" b="1" i="1">
                <a:solidFill>
                  <a:srgbClr val="333300"/>
                </a:solidFill>
                <a:latin typeface="Times New Roman" panose="02020603050405020304" pitchFamily="18" charset="0"/>
                <a:cs typeface="Times New Roman" panose="02020603050405020304" pitchFamily="18" charset="0"/>
                <a:sym typeface="Symbol" panose="05050102010706020507" pitchFamily="18" charset="2"/>
              </a:rPr>
              <a:t> &lt; I</a:t>
            </a:r>
            <a:r>
              <a:rPr lang="en-US" altLang="en-US" sz="2000" b="1" i="1" baseline="-25000">
                <a:solidFill>
                  <a:srgbClr val="333300"/>
                </a:solidFill>
                <a:latin typeface="Times New Roman" panose="02020603050405020304" pitchFamily="18" charset="0"/>
                <a:cs typeface="Times New Roman" panose="02020603050405020304" pitchFamily="18" charset="0"/>
                <a:sym typeface="Symbol" panose="05050102010706020507" pitchFamily="18" charset="2"/>
              </a:rPr>
              <a:t>2max</a:t>
            </a:r>
            <a:endParaRPr lang="en-US" altLang="en-US" sz="2000" b="1" i="1">
              <a:solidFill>
                <a:srgbClr val="333300"/>
              </a:solidFill>
              <a:latin typeface="Times New Roman" panose="02020603050405020304" pitchFamily="18" charset="0"/>
              <a:cs typeface="Times New Roman" panose="02020603050405020304" pitchFamily="18" charset="0"/>
              <a:sym typeface="Symbol" panose="05050102010706020507" pitchFamily="18" charset="2"/>
            </a:endParaRPr>
          </a:p>
        </p:txBody>
      </p:sp>
      <p:sp>
        <p:nvSpPr>
          <p:cNvPr id="11" name="Text Box 26">
            <a:extLst>
              <a:ext uri="{FF2B5EF4-FFF2-40B4-BE49-F238E27FC236}">
                <a16:creationId xmlns:a16="http://schemas.microsoft.com/office/drawing/2014/main" id="{3500D138-4309-0308-3206-1A58B38CD624}"/>
              </a:ext>
            </a:extLst>
          </p:cNvPr>
          <p:cNvSpPr txBox="1">
            <a:spLocks noChangeArrowheads="1"/>
          </p:cNvSpPr>
          <p:nvPr/>
        </p:nvSpPr>
        <p:spPr bwMode="auto">
          <a:xfrm>
            <a:off x="376759" y="4742364"/>
            <a:ext cx="6210418"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just" fontAlgn="base">
              <a:spcBef>
                <a:spcPct val="50000"/>
              </a:spcBef>
              <a:spcAft>
                <a:spcPct val="0"/>
              </a:spcAft>
            </a:pPr>
            <a:r>
              <a:rPr lang="en-US" altLang="en-US" b="1" i="1">
                <a:solidFill>
                  <a:srgbClr val="CC00CC"/>
                </a:solidFill>
                <a:cs typeface="Arial" panose="020B0604020202020204" pitchFamily="34" charset="0"/>
              </a:rPr>
              <a:t>Kết luận: </a:t>
            </a:r>
            <a:r>
              <a:rPr lang="en-US" altLang="en-US">
                <a:cs typeface="Arial" panose="020B0604020202020204" pitchFamily="34" charset="0"/>
              </a:rPr>
              <a:t>Hiện tượng bất thường này được gọi là hiện tượng phân cực ánh sáng.</a:t>
            </a:r>
          </a:p>
        </p:txBody>
      </p:sp>
      <p:sp>
        <p:nvSpPr>
          <p:cNvPr id="13" name="TextBox 12">
            <a:extLst>
              <a:ext uri="{FF2B5EF4-FFF2-40B4-BE49-F238E27FC236}">
                <a16:creationId xmlns:a16="http://schemas.microsoft.com/office/drawing/2014/main" id="{8D9C4B59-F05E-71DB-3F72-261CA0C55364}"/>
              </a:ext>
            </a:extLst>
          </p:cNvPr>
          <p:cNvSpPr txBox="1"/>
          <p:nvPr/>
        </p:nvSpPr>
        <p:spPr>
          <a:xfrm>
            <a:off x="333638" y="5555493"/>
            <a:ext cx="8273914" cy="923330"/>
          </a:xfrm>
          <a:prstGeom prst="rect">
            <a:avLst/>
          </a:prstGeom>
          <a:noFill/>
        </p:spPr>
        <p:txBody>
          <a:bodyPr wrap="square">
            <a:spAutoFit/>
          </a:bodyPr>
          <a:lstStyle/>
          <a:p>
            <a:r>
              <a:rPr lang="en-US" altLang="en-US">
                <a:cs typeface="Arial" panose="020B0604020202020204" pitchFamily="34" charset="0"/>
              </a:rPr>
              <a:t>Hiện tượng phân cực ánh sáng chỉ có thể giải thích nếu ta thừa nhận:</a:t>
            </a:r>
          </a:p>
          <a:p>
            <a:r>
              <a:rPr lang="en-US">
                <a:cs typeface="Arial" panose="020B0604020202020204" pitchFamily="34" charset="0"/>
                <a:sym typeface="Wingdings" panose="05000000000000000000" pitchFamily="2" charset="2"/>
              </a:rPr>
              <a:t> Ánh sáng là sóng điện từ, hơn nữa đó là sóng ngang.</a:t>
            </a:r>
            <a:r>
              <a:rPr lang="en-US">
                <a:cs typeface="Arial" panose="020B0604020202020204" pitchFamily="34" charset="0"/>
              </a:rPr>
              <a:t> </a:t>
            </a:r>
          </a:p>
          <a:p>
            <a:r>
              <a:rPr lang="en-US">
                <a:cs typeface="Arial" panose="020B0604020202020204" pitchFamily="34" charset="0"/>
                <a:sym typeface="Wingdings" panose="05000000000000000000" pitchFamily="2" charset="2"/>
              </a:rPr>
              <a:t> Ánh sáng bao gồm ánh sáng tự nhiên và ánh sáng phân cực.</a:t>
            </a:r>
            <a:endParaRPr lang="en-US"/>
          </a:p>
        </p:txBody>
      </p:sp>
    </p:spTree>
    <p:extLst>
      <p:ext uri="{BB962C8B-B14F-4D97-AF65-F5344CB8AC3E}">
        <p14:creationId xmlns:p14="http://schemas.microsoft.com/office/powerpoint/2010/main" val="228845993"/>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E003BE0-A06D-48A7-91E7-E07194B2DA23}"/>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124CADD7-60FD-2503-4343-4BE5E000A660}"/>
              </a:ext>
            </a:extLst>
          </p:cNvPr>
          <p:cNvSpPr txBox="1"/>
          <p:nvPr/>
        </p:nvSpPr>
        <p:spPr>
          <a:xfrm>
            <a:off x="356462" y="178430"/>
            <a:ext cx="11747908" cy="369332"/>
          </a:xfrm>
          <a:prstGeom prst="rect">
            <a:avLst/>
          </a:prstGeom>
          <a:noFill/>
        </p:spPr>
        <p:txBody>
          <a:bodyPr wrap="squar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lang="en-US" altLang="ko-KR" b="1" kern="0">
                <a:solidFill>
                  <a:srgbClr val="FF0000"/>
                </a:solidFill>
              </a:rPr>
              <a:t>5.3.2. </a:t>
            </a:r>
            <a:r>
              <a:rPr kumimoji="0" lang="en-US" altLang="ko-KR" b="1" i="0" u="none" strike="noStrike" kern="0" cap="none" spc="0" normalizeH="0" baseline="0" noProof="0">
                <a:ln>
                  <a:noFill/>
                </a:ln>
                <a:solidFill>
                  <a:srgbClr val="FF0000"/>
                </a:solidFill>
                <a:effectLst/>
                <a:uLnTx/>
                <a:uFillTx/>
              </a:rPr>
              <a:t>Khái niệm ánh sáng tự nhiên và ánh sáng phân cực. Giải thích hiện tượng phân cực ánh sáng</a:t>
            </a:r>
            <a:endParaRPr kumimoji="0" lang="en-US" altLang="ko-KR" b="1" i="0" u="none" strike="noStrike" kern="0" cap="none" spc="0" normalizeH="0" baseline="0" noProof="0" dirty="0">
              <a:ln>
                <a:noFill/>
              </a:ln>
              <a:solidFill>
                <a:srgbClr val="FF0000"/>
              </a:solidFill>
              <a:effectLst/>
              <a:uLnTx/>
              <a:uFillTx/>
            </a:endParaRPr>
          </a:p>
        </p:txBody>
      </p:sp>
      <p:sp>
        <p:nvSpPr>
          <p:cNvPr id="4" name="Text Box 5">
            <a:extLst>
              <a:ext uri="{FF2B5EF4-FFF2-40B4-BE49-F238E27FC236}">
                <a16:creationId xmlns:a16="http://schemas.microsoft.com/office/drawing/2014/main" id="{8E388BB0-FF59-CE2A-B9DC-525AEDBD9CE8}"/>
              </a:ext>
            </a:extLst>
          </p:cNvPr>
          <p:cNvSpPr txBox="1">
            <a:spLocks noChangeArrowheads="1"/>
          </p:cNvSpPr>
          <p:nvPr/>
        </p:nvSpPr>
        <p:spPr bwMode="auto">
          <a:xfrm>
            <a:off x="356462" y="547762"/>
            <a:ext cx="6007762" cy="3385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fontAlgn="base">
              <a:spcBef>
                <a:spcPct val="50000"/>
              </a:spcBef>
              <a:spcAft>
                <a:spcPct val="0"/>
              </a:spcAft>
            </a:pPr>
            <a:r>
              <a:rPr lang="en-US" altLang="en-US" sz="1600" b="1" i="1">
                <a:solidFill>
                  <a:srgbClr val="0070C0"/>
                </a:solidFill>
                <a:cs typeface="Arial" panose="020B0604020202020204" pitchFamily="34" charset="0"/>
              </a:rPr>
              <a:t>a) Giả thuyết về ánh sáng tự nhiên và ánh sáng phân cực</a:t>
            </a:r>
          </a:p>
        </p:txBody>
      </p:sp>
      <p:pic>
        <p:nvPicPr>
          <p:cNvPr id="6" name="Picture 5">
            <a:extLst>
              <a:ext uri="{FF2B5EF4-FFF2-40B4-BE49-F238E27FC236}">
                <a16:creationId xmlns:a16="http://schemas.microsoft.com/office/drawing/2014/main" id="{21F97777-FB80-A988-1ED2-F7682016F154}"/>
              </a:ext>
            </a:extLst>
          </p:cNvPr>
          <p:cNvPicPr>
            <a:picLocks noChangeAspect="1"/>
          </p:cNvPicPr>
          <p:nvPr/>
        </p:nvPicPr>
        <p:blipFill>
          <a:blip r:embed="rId2"/>
          <a:stretch>
            <a:fillRect/>
          </a:stretch>
        </p:blipFill>
        <p:spPr>
          <a:xfrm>
            <a:off x="6685420" y="1019937"/>
            <a:ext cx="5131676" cy="2893695"/>
          </a:xfrm>
          <a:prstGeom prst="rect">
            <a:avLst/>
          </a:prstGeom>
        </p:spPr>
      </p:pic>
      <p:sp>
        <p:nvSpPr>
          <p:cNvPr id="31" name="Text Box 6">
            <a:extLst>
              <a:ext uri="{FF2B5EF4-FFF2-40B4-BE49-F238E27FC236}">
                <a16:creationId xmlns:a16="http://schemas.microsoft.com/office/drawing/2014/main" id="{EFB32B59-8B69-C1F7-3714-3DD1C1FB3C37}"/>
              </a:ext>
            </a:extLst>
          </p:cNvPr>
          <p:cNvSpPr txBox="1">
            <a:spLocks noChangeArrowheads="1"/>
          </p:cNvSpPr>
          <p:nvPr/>
        </p:nvSpPr>
        <p:spPr bwMode="auto">
          <a:xfrm>
            <a:off x="356462" y="923044"/>
            <a:ext cx="6250962"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just" fontAlgn="base">
              <a:spcBef>
                <a:spcPct val="50000"/>
              </a:spcBef>
              <a:spcAft>
                <a:spcPct val="0"/>
              </a:spcAft>
              <a:buClr>
                <a:srgbClr val="339933"/>
              </a:buClr>
            </a:pPr>
            <a:r>
              <a:rPr lang="en-US" altLang="en-US" b="1">
                <a:solidFill>
                  <a:srgbClr val="FF3300"/>
                </a:solidFill>
                <a:cs typeface="Arial" panose="020B0604020202020204" pitchFamily="34" charset="0"/>
                <a:sym typeface="Wingdings" panose="05000000000000000000" pitchFamily="2" charset="2"/>
              </a:rPr>
              <a:t> </a:t>
            </a:r>
            <a:r>
              <a:rPr lang="en-US" altLang="en-US" b="1" i="1">
                <a:solidFill>
                  <a:srgbClr val="FF3300"/>
                </a:solidFill>
                <a:cs typeface="Arial" panose="020B0604020202020204" pitchFamily="34" charset="0"/>
              </a:rPr>
              <a:t>Ánh sáng tự nhiên:</a:t>
            </a:r>
            <a:r>
              <a:rPr lang="en-US" altLang="en-US" b="1">
                <a:solidFill>
                  <a:srgbClr val="333300"/>
                </a:solidFill>
                <a:cs typeface="Arial" panose="020B0604020202020204" pitchFamily="34" charset="0"/>
              </a:rPr>
              <a:t> </a:t>
            </a:r>
            <a:r>
              <a:rPr lang="en-US" altLang="en-US">
                <a:solidFill>
                  <a:srgbClr val="333300"/>
                </a:solidFill>
                <a:cs typeface="Arial" panose="020B0604020202020204" pitchFamily="34" charset="0"/>
              </a:rPr>
              <a:t>Ánh sáng phát ra từ các nguồn trong tự nhiên như cây đèn, ngọn nến, mặt trời, …</a:t>
            </a:r>
          </a:p>
        </p:txBody>
      </p:sp>
      <p:sp>
        <p:nvSpPr>
          <p:cNvPr id="1024" name="Text Box 7">
            <a:extLst>
              <a:ext uri="{FF2B5EF4-FFF2-40B4-BE49-F238E27FC236}">
                <a16:creationId xmlns:a16="http://schemas.microsoft.com/office/drawing/2014/main" id="{0DCE3DC5-F7F4-96A2-1EAA-09CDA74A30BE}"/>
              </a:ext>
            </a:extLst>
          </p:cNvPr>
          <p:cNvSpPr txBox="1">
            <a:spLocks noChangeArrowheads="1"/>
          </p:cNvSpPr>
          <p:nvPr/>
        </p:nvSpPr>
        <p:spPr bwMode="auto">
          <a:xfrm>
            <a:off x="304801" y="1804795"/>
            <a:ext cx="6059423" cy="107721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just" fontAlgn="base">
              <a:spcBef>
                <a:spcPct val="50000"/>
              </a:spcBef>
              <a:spcAft>
                <a:spcPct val="0"/>
              </a:spcAft>
            </a:pPr>
            <a:r>
              <a:rPr lang="en-US" altLang="en-US" sz="1600" b="1">
                <a:cs typeface="Arial" panose="020B0604020202020204" pitchFamily="34" charset="0"/>
              </a:rPr>
              <a:t>- Khi được kích thích, nguyên tử khối chất phát ra những đoàn sóng nối tiếp nhau. Trong mỗi đoàn sóng này, véctơ sóng sáng dao động theo một phương xác định vuông góc với phương truyền.</a:t>
            </a:r>
          </a:p>
        </p:txBody>
      </p:sp>
      <p:sp>
        <p:nvSpPr>
          <p:cNvPr id="1025" name="Text Box 8">
            <a:extLst>
              <a:ext uri="{FF2B5EF4-FFF2-40B4-BE49-F238E27FC236}">
                <a16:creationId xmlns:a16="http://schemas.microsoft.com/office/drawing/2014/main" id="{000E55E9-43B4-80D3-F272-A743751EAA78}"/>
              </a:ext>
            </a:extLst>
          </p:cNvPr>
          <p:cNvSpPr txBox="1">
            <a:spLocks noChangeArrowheads="1"/>
          </p:cNvSpPr>
          <p:nvPr/>
        </p:nvSpPr>
        <p:spPr bwMode="auto">
          <a:xfrm>
            <a:off x="293114" y="3073195"/>
            <a:ext cx="6044650" cy="8309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just" fontAlgn="base">
              <a:spcBef>
                <a:spcPct val="50000"/>
              </a:spcBef>
              <a:spcAft>
                <a:spcPct val="0"/>
              </a:spcAft>
            </a:pPr>
            <a:r>
              <a:rPr lang="en-US" altLang="en-US" sz="1600" b="1">
                <a:cs typeface="Arial" panose="020B0604020202020204" pitchFamily="34" charset="0"/>
              </a:rPr>
              <a:t>- Do vận động trong nguyên tử, các đoàn sóng do cùng một nguyên tử phát ra có thể có véctơ sóng sáng dao động theo các phương khác nhau.  </a:t>
            </a:r>
          </a:p>
        </p:txBody>
      </p:sp>
      <p:sp>
        <p:nvSpPr>
          <p:cNvPr id="1027" name="Text Box 9">
            <a:extLst>
              <a:ext uri="{FF2B5EF4-FFF2-40B4-BE49-F238E27FC236}">
                <a16:creationId xmlns:a16="http://schemas.microsoft.com/office/drawing/2014/main" id="{AC08F021-269D-3EB1-9731-474F400CF9DB}"/>
              </a:ext>
            </a:extLst>
          </p:cNvPr>
          <p:cNvSpPr txBox="1">
            <a:spLocks noChangeArrowheads="1"/>
          </p:cNvSpPr>
          <p:nvPr/>
        </p:nvSpPr>
        <p:spPr bwMode="auto">
          <a:xfrm>
            <a:off x="286593" y="4064551"/>
            <a:ext cx="6057693" cy="8309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just" fontAlgn="base">
              <a:spcBef>
                <a:spcPct val="50000"/>
              </a:spcBef>
              <a:spcAft>
                <a:spcPct val="0"/>
              </a:spcAft>
            </a:pPr>
            <a:r>
              <a:rPr lang="en-US" altLang="en-US" sz="1600" b="1">
                <a:cs typeface="Arial" panose="020B0604020202020204" pitchFamily="34" charset="0"/>
              </a:rPr>
              <a:t>- Một nguồn sáng tập hợp nhiều nguyên tử, do chuyển động nhiệt, các đoàn sóng do các nguyên tử phát ra cũng thay đổi một cách hỗn loạn quanh phương truyền. </a:t>
            </a:r>
          </a:p>
        </p:txBody>
      </p:sp>
      <p:sp>
        <p:nvSpPr>
          <p:cNvPr id="1028" name="Text Box 10">
            <a:extLst>
              <a:ext uri="{FF2B5EF4-FFF2-40B4-BE49-F238E27FC236}">
                <a16:creationId xmlns:a16="http://schemas.microsoft.com/office/drawing/2014/main" id="{FC384EA8-53C4-E72A-8DAD-B6EDCD095B0E}"/>
              </a:ext>
            </a:extLst>
          </p:cNvPr>
          <p:cNvSpPr txBox="1">
            <a:spLocks noChangeArrowheads="1"/>
          </p:cNvSpPr>
          <p:nvPr/>
        </p:nvSpPr>
        <p:spPr bwMode="auto">
          <a:xfrm>
            <a:off x="263925" y="5216265"/>
            <a:ext cx="7024913" cy="12003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just" fontAlgn="base">
              <a:spcBef>
                <a:spcPct val="50000"/>
              </a:spcBef>
              <a:spcAft>
                <a:spcPct val="0"/>
              </a:spcAft>
            </a:pPr>
            <a:r>
              <a:rPr lang="en-US" altLang="en-US" b="1" i="1">
                <a:solidFill>
                  <a:srgbClr val="FF0000"/>
                </a:solidFill>
                <a:cs typeface="Arial" panose="020B0604020202020204" pitchFamily="34" charset="0"/>
              </a:rPr>
              <a:t>Kết quả:</a:t>
            </a:r>
            <a:r>
              <a:rPr lang="en-US" altLang="en-US" b="1">
                <a:solidFill>
                  <a:srgbClr val="333300"/>
                </a:solidFill>
                <a:cs typeface="Arial" panose="020B0604020202020204" pitchFamily="34" charset="0"/>
              </a:rPr>
              <a:t> </a:t>
            </a:r>
            <a:r>
              <a:rPr lang="en-US" altLang="en-US">
                <a:solidFill>
                  <a:srgbClr val="0070C0"/>
                </a:solidFill>
                <a:cs typeface="Arial" panose="020B0604020202020204" pitchFamily="34" charset="0"/>
              </a:rPr>
              <a:t>Ánh sáng tự nhiên có véctơ sóng sáng dao động theo mọi phương vuông góc với phương truyền sáng. Một cách gần đúng: Ánh sáng tự nhiên có véctơ sóng sáng phân bố đối xứng xung quanh phương truyền. </a:t>
            </a:r>
          </a:p>
        </p:txBody>
      </p:sp>
      <p:grpSp>
        <p:nvGrpSpPr>
          <p:cNvPr id="1029" name="Group 30">
            <a:extLst>
              <a:ext uri="{FF2B5EF4-FFF2-40B4-BE49-F238E27FC236}">
                <a16:creationId xmlns:a16="http://schemas.microsoft.com/office/drawing/2014/main" id="{9BD981E3-1118-9B9E-941E-EA86AFB2C0FF}"/>
              </a:ext>
            </a:extLst>
          </p:cNvPr>
          <p:cNvGrpSpPr>
            <a:grpSpLocks/>
          </p:cNvGrpSpPr>
          <p:nvPr/>
        </p:nvGrpSpPr>
        <p:grpSpPr bwMode="auto">
          <a:xfrm>
            <a:off x="7288838" y="4012127"/>
            <a:ext cx="4572000" cy="2500313"/>
            <a:chOff x="2736" y="2640"/>
            <a:chExt cx="2880" cy="1575"/>
          </a:xfrm>
        </p:grpSpPr>
        <p:grpSp>
          <p:nvGrpSpPr>
            <p:cNvPr id="1030" name="Group 28">
              <a:extLst>
                <a:ext uri="{FF2B5EF4-FFF2-40B4-BE49-F238E27FC236}">
                  <a16:creationId xmlns:a16="http://schemas.microsoft.com/office/drawing/2014/main" id="{E042315E-B26C-58BF-A237-79CCFE3AD800}"/>
                </a:ext>
              </a:extLst>
            </p:cNvPr>
            <p:cNvGrpSpPr>
              <a:grpSpLocks/>
            </p:cNvGrpSpPr>
            <p:nvPr/>
          </p:nvGrpSpPr>
          <p:grpSpPr bwMode="auto">
            <a:xfrm>
              <a:off x="3120" y="2640"/>
              <a:ext cx="2112" cy="1272"/>
              <a:chOff x="3168" y="2736"/>
              <a:chExt cx="2094" cy="1368"/>
            </a:xfrm>
          </p:grpSpPr>
          <p:grpSp>
            <p:nvGrpSpPr>
              <p:cNvPr id="1032" name="Group 11">
                <a:extLst>
                  <a:ext uri="{FF2B5EF4-FFF2-40B4-BE49-F238E27FC236}">
                    <a16:creationId xmlns:a16="http://schemas.microsoft.com/office/drawing/2014/main" id="{29524918-EB46-EE93-9379-44E439BFC3D9}"/>
                  </a:ext>
                </a:extLst>
              </p:cNvPr>
              <p:cNvGrpSpPr>
                <a:grpSpLocks/>
              </p:cNvGrpSpPr>
              <p:nvPr/>
            </p:nvGrpSpPr>
            <p:grpSpPr bwMode="auto">
              <a:xfrm>
                <a:off x="3168" y="2736"/>
                <a:ext cx="2094" cy="1368"/>
                <a:chOff x="2862" y="1238"/>
                <a:chExt cx="5236" cy="3420"/>
              </a:xfrm>
            </p:grpSpPr>
            <p:sp>
              <p:nvSpPr>
                <p:cNvPr id="1035" name="Text Box 12">
                  <a:extLst>
                    <a:ext uri="{FF2B5EF4-FFF2-40B4-BE49-F238E27FC236}">
                      <a16:creationId xmlns:a16="http://schemas.microsoft.com/office/drawing/2014/main" id="{AE13D13D-8693-7F50-63CD-F4E472464E79}"/>
                    </a:ext>
                  </a:extLst>
                </p:cNvPr>
                <p:cNvSpPr txBox="1">
                  <a:spLocks noChangeArrowheads="1"/>
                </p:cNvSpPr>
                <p:nvPr/>
              </p:nvSpPr>
              <p:spPr bwMode="auto">
                <a:xfrm>
                  <a:off x="2862" y="2498"/>
                  <a:ext cx="393" cy="449"/>
                </a:xfrm>
                <a:prstGeom prst="rect">
                  <a:avLst/>
                </a:prstGeom>
                <a:solidFill>
                  <a:srgbClr val="FFFFFF"/>
                </a:solidFill>
                <a:ln w="9525">
                  <a:solidFill>
                    <a:srgbClr val="FFFFFF"/>
                  </a:solidFill>
                  <a:miter lim="800000"/>
                  <a:headEnd/>
                  <a:tailEnd/>
                </a:ln>
              </p:spPr>
              <p:txBody>
                <a:bodyPr lIns="0" tIns="0" rIns="0" bIns="0"/>
                <a:lstStyle/>
                <a:p>
                  <a:pPr marL="0" marR="0" lvl="0" indent="0" algn="ctr" defTabSz="914400" eaLnBrk="1" fontAlgn="base" latinLnBrk="0" hangingPunct="1">
                    <a:lnSpc>
                      <a:spcPct val="100000"/>
                    </a:lnSpc>
                    <a:spcBef>
                      <a:spcPct val="0"/>
                    </a:spcBef>
                    <a:spcAft>
                      <a:spcPct val="0"/>
                    </a:spcAft>
                    <a:buClrTx/>
                    <a:buSzTx/>
                    <a:buFontTx/>
                    <a:buNone/>
                    <a:tabLst/>
                    <a:defRPr/>
                  </a:pPr>
                  <a:r>
                    <a:rPr kumimoji="0" lang="en-US" altLang="en-US" sz="1600" b="1" i="0" u="none" strike="noStrike" kern="0" cap="none" spc="0" normalizeH="0" baseline="0" noProof="0">
                      <a:ln>
                        <a:noFill/>
                      </a:ln>
                      <a:solidFill>
                        <a:srgbClr val="0000FF"/>
                      </a:solidFill>
                      <a:effectLst/>
                      <a:uLnTx/>
                      <a:uFillTx/>
                      <a:cs typeface="Arial" panose="020B0604020202020204" pitchFamily="34" charset="0"/>
                    </a:rPr>
                    <a:t>O</a:t>
                  </a:r>
                  <a:endParaRPr kumimoji="0" lang="en-US" altLang="en-US" sz="1800" b="1" i="0" u="none" strike="noStrike" kern="0" cap="none" spc="0" normalizeH="0" baseline="0" noProof="0">
                    <a:ln>
                      <a:noFill/>
                    </a:ln>
                    <a:solidFill>
                      <a:srgbClr val="333300"/>
                    </a:solidFill>
                    <a:effectLst/>
                    <a:uLnTx/>
                    <a:uFillTx/>
                    <a:cs typeface="Arial" panose="020B0604020202020204" pitchFamily="34" charset="0"/>
                  </a:endParaRPr>
                </a:p>
              </p:txBody>
            </p:sp>
            <p:sp>
              <p:nvSpPr>
                <p:cNvPr id="1036" name="Text Box 13">
                  <a:extLst>
                    <a:ext uri="{FF2B5EF4-FFF2-40B4-BE49-F238E27FC236}">
                      <a16:creationId xmlns:a16="http://schemas.microsoft.com/office/drawing/2014/main" id="{31E583C9-7480-3B3D-FEC6-31B0A05C5499}"/>
                    </a:ext>
                  </a:extLst>
                </p:cNvPr>
                <p:cNvSpPr txBox="1">
                  <a:spLocks noChangeArrowheads="1"/>
                </p:cNvSpPr>
                <p:nvPr/>
              </p:nvSpPr>
              <p:spPr bwMode="auto">
                <a:xfrm>
                  <a:off x="7835" y="2508"/>
                  <a:ext cx="263" cy="363"/>
                </a:xfrm>
                <a:prstGeom prst="rect">
                  <a:avLst/>
                </a:prstGeom>
                <a:solidFill>
                  <a:srgbClr val="FFFFFF"/>
                </a:solidFill>
                <a:ln w="9525">
                  <a:solidFill>
                    <a:srgbClr val="FFFFFF"/>
                  </a:solidFill>
                  <a:miter lim="800000"/>
                  <a:headEnd/>
                  <a:tailEnd/>
                </a:ln>
              </p:spPr>
              <p:txBody>
                <a:bodyPr lIns="0" tIns="0" rIns="0" bIns="0"/>
                <a:lstStyle/>
                <a:p>
                  <a:pPr marL="0" marR="0" lvl="0" indent="0" algn="ctr" defTabSz="914400" eaLnBrk="1" fontAlgn="base" latinLnBrk="0" hangingPunct="1">
                    <a:lnSpc>
                      <a:spcPct val="100000"/>
                    </a:lnSpc>
                    <a:spcBef>
                      <a:spcPct val="0"/>
                    </a:spcBef>
                    <a:spcAft>
                      <a:spcPct val="0"/>
                    </a:spcAft>
                    <a:buClrTx/>
                    <a:buSzTx/>
                    <a:buFontTx/>
                    <a:buNone/>
                    <a:tabLst/>
                    <a:defRPr/>
                  </a:pPr>
                  <a:r>
                    <a:rPr kumimoji="0" lang="en-US" altLang="en-US" sz="1500" b="1" i="0" u="none" strike="noStrike" kern="0" cap="none" spc="0" normalizeH="0" baseline="0" noProof="0">
                      <a:ln>
                        <a:noFill/>
                      </a:ln>
                      <a:solidFill>
                        <a:srgbClr val="0000FF"/>
                      </a:solidFill>
                      <a:effectLst/>
                      <a:uLnTx/>
                      <a:uFillTx/>
                      <a:cs typeface="Arial" panose="020B0604020202020204" pitchFamily="34" charset="0"/>
                    </a:rPr>
                    <a:t>y</a:t>
                  </a:r>
                  <a:endParaRPr kumimoji="0" lang="en-US" altLang="en-US" sz="1800" b="1" i="0" u="none" strike="noStrike" kern="0" cap="none" spc="0" normalizeH="0" baseline="0" noProof="0">
                    <a:ln>
                      <a:noFill/>
                    </a:ln>
                    <a:solidFill>
                      <a:srgbClr val="333300"/>
                    </a:solidFill>
                    <a:effectLst/>
                    <a:uLnTx/>
                    <a:uFillTx/>
                    <a:cs typeface="Arial" panose="020B0604020202020204" pitchFamily="34" charset="0"/>
                  </a:endParaRPr>
                </a:p>
              </p:txBody>
            </p:sp>
            <p:sp>
              <p:nvSpPr>
                <p:cNvPr id="1037" name="Line 14">
                  <a:extLst>
                    <a:ext uri="{FF2B5EF4-FFF2-40B4-BE49-F238E27FC236}">
                      <a16:creationId xmlns:a16="http://schemas.microsoft.com/office/drawing/2014/main" id="{BAB3F586-2D25-899C-090A-7A76D8F9B1D1}"/>
                    </a:ext>
                  </a:extLst>
                </p:cNvPr>
                <p:cNvSpPr>
                  <a:spLocks noChangeShapeType="1"/>
                </p:cNvSpPr>
                <p:nvPr/>
              </p:nvSpPr>
              <p:spPr bwMode="auto">
                <a:xfrm>
                  <a:off x="5425" y="1958"/>
                  <a:ext cx="0" cy="1980"/>
                </a:xfrm>
                <a:prstGeom prst="line">
                  <a:avLst/>
                </a:prstGeom>
                <a:noFill/>
                <a:ln w="28575">
                  <a:solidFill>
                    <a:srgbClr val="FF0000"/>
                  </a:solidFill>
                  <a:round/>
                  <a:headEnd type="arrow" w="med" len="med"/>
                  <a:tailEnd type="arrow" w="med" len="med"/>
                </a:ln>
                <a:extLst>
                  <a:ext uri="{909E8E84-426E-40DD-AFC4-6F175D3DCCD1}">
                    <a14:hiddenFill xmlns:a14="http://schemas.microsoft.com/office/drawing/2010/main">
                      <a:noFill/>
                    </a14:hiddenFill>
                  </a:ext>
                </a:extLst>
              </p:spPr>
              <p:txBody>
                <a:bodyPr/>
                <a:lstStyle/>
                <a:p>
                  <a:pPr marL="0" marR="0" lvl="0" indent="0" defTabSz="914400" eaLnBrk="1" fontAlgn="base" latinLnBrk="0" hangingPunct="1">
                    <a:lnSpc>
                      <a:spcPct val="100000"/>
                    </a:lnSpc>
                    <a:spcBef>
                      <a:spcPct val="0"/>
                    </a:spcBef>
                    <a:spcAft>
                      <a:spcPct val="0"/>
                    </a:spcAft>
                    <a:buClrTx/>
                    <a:buSzTx/>
                    <a:buFontTx/>
                    <a:buNone/>
                    <a:tabLst/>
                    <a:defRPr/>
                  </a:pPr>
                  <a:endParaRPr kumimoji="1" lang="en-US" sz="2400" b="0" i="0" u="none" strike="noStrike" kern="0" cap="none" spc="0" normalizeH="0" baseline="0" noProof="0">
                    <a:ln>
                      <a:noFill/>
                    </a:ln>
                    <a:solidFill>
                      <a:srgbClr val="333300"/>
                    </a:solidFill>
                    <a:effectLst/>
                    <a:uLnTx/>
                    <a:uFillTx/>
                    <a:latin typeface="Times New Roman" panose="02020603050405020304" pitchFamily="18" charset="0"/>
                    <a:cs typeface="Arial" panose="020B0604020202020204" pitchFamily="34" charset="0"/>
                  </a:endParaRPr>
                </a:p>
              </p:txBody>
            </p:sp>
            <p:sp>
              <p:nvSpPr>
                <p:cNvPr id="1038" name="Line 15">
                  <a:extLst>
                    <a:ext uri="{FF2B5EF4-FFF2-40B4-BE49-F238E27FC236}">
                      <a16:creationId xmlns:a16="http://schemas.microsoft.com/office/drawing/2014/main" id="{A1A7D5AF-8F25-91AD-81C5-556CC09CD6FA}"/>
                    </a:ext>
                  </a:extLst>
                </p:cNvPr>
                <p:cNvSpPr>
                  <a:spLocks noChangeShapeType="1"/>
                </p:cNvSpPr>
                <p:nvPr/>
              </p:nvSpPr>
              <p:spPr bwMode="auto">
                <a:xfrm>
                  <a:off x="4695" y="2808"/>
                  <a:ext cx="1430" cy="260"/>
                </a:xfrm>
                <a:prstGeom prst="line">
                  <a:avLst/>
                </a:prstGeom>
                <a:noFill/>
                <a:ln w="28575">
                  <a:solidFill>
                    <a:srgbClr val="FF0000"/>
                  </a:solidFill>
                  <a:round/>
                  <a:headEnd type="arrow" w="med" len="med"/>
                  <a:tailEnd type="arrow" w="med" len="med"/>
                </a:ln>
                <a:extLst>
                  <a:ext uri="{909E8E84-426E-40DD-AFC4-6F175D3DCCD1}">
                    <a14:hiddenFill xmlns:a14="http://schemas.microsoft.com/office/drawing/2010/main">
                      <a:noFill/>
                    </a14:hiddenFill>
                  </a:ext>
                </a:extLst>
              </p:spPr>
              <p:txBody>
                <a:bodyPr/>
                <a:lstStyle/>
                <a:p>
                  <a:pPr marL="0" marR="0" lvl="0" indent="0" defTabSz="914400" eaLnBrk="1" fontAlgn="base" latinLnBrk="0" hangingPunct="1">
                    <a:lnSpc>
                      <a:spcPct val="100000"/>
                    </a:lnSpc>
                    <a:spcBef>
                      <a:spcPct val="0"/>
                    </a:spcBef>
                    <a:spcAft>
                      <a:spcPct val="0"/>
                    </a:spcAft>
                    <a:buClrTx/>
                    <a:buSzTx/>
                    <a:buFontTx/>
                    <a:buNone/>
                    <a:tabLst/>
                    <a:defRPr/>
                  </a:pPr>
                  <a:endParaRPr kumimoji="1" lang="en-US" sz="2400" b="0" i="0" u="none" strike="noStrike" kern="0" cap="none" spc="0" normalizeH="0" baseline="0" noProof="0">
                    <a:ln>
                      <a:noFill/>
                    </a:ln>
                    <a:solidFill>
                      <a:srgbClr val="333300"/>
                    </a:solidFill>
                    <a:effectLst/>
                    <a:uLnTx/>
                    <a:uFillTx/>
                    <a:latin typeface="Times New Roman" panose="02020603050405020304" pitchFamily="18" charset="0"/>
                    <a:cs typeface="Arial" panose="020B0604020202020204" pitchFamily="34" charset="0"/>
                  </a:endParaRPr>
                </a:p>
              </p:txBody>
            </p:sp>
            <p:sp>
              <p:nvSpPr>
                <p:cNvPr id="1039" name="Line 16">
                  <a:extLst>
                    <a:ext uri="{FF2B5EF4-FFF2-40B4-BE49-F238E27FC236}">
                      <a16:creationId xmlns:a16="http://schemas.microsoft.com/office/drawing/2014/main" id="{0855C2F1-0C46-302E-7DA4-18E8F57B4767}"/>
                    </a:ext>
                  </a:extLst>
                </p:cNvPr>
                <p:cNvSpPr>
                  <a:spLocks noChangeShapeType="1"/>
                </p:cNvSpPr>
                <p:nvPr/>
              </p:nvSpPr>
              <p:spPr bwMode="auto">
                <a:xfrm flipH="1">
                  <a:off x="4975" y="2188"/>
                  <a:ext cx="910" cy="1542"/>
                </a:xfrm>
                <a:prstGeom prst="line">
                  <a:avLst/>
                </a:prstGeom>
                <a:noFill/>
                <a:ln w="28575">
                  <a:solidFill>
                    <a:srgbClr val="FF0000"/>
                  </a:solidFill>
                  <a:round/>
                  <a:headEnd type="arrow" w="med" len="med"/>
                  <a:tailEnd type="arrow" w="med" len="med"/>
                </a:ln>
                <a:extLst>
                  <a:ext uri="{909E8E84-426E-40DD-AFC4-6F175D3DCCD1}">
                    <a14:hiddenFill xmlns:a14="http://schemas.microsoft.com/office/drawing/2010/main">
                      <a:noFill/>
                    </a14:hiddenFill>
                  </a:ext>
                </a:extLst>
              </p:spPr>
              <p:txBody>
                <a:bodyPr/>
                <a:lstStyle/>
                <a:p>
                  <a:pPr marL="0" marR="0" lvl="0" indent="0" defTabSz="914400" eaLnBrk="1" fontAlgn="base" latinLnBrk="0" hangingPunct="1">
                    <a:lnSpc>
                      <a:spcPct val="100000"/>
                    </a:lnSpc>
                    <a:spcBef>
                      <a:spcPct val="0"/>
                    </a:spcBef>
                    <a:spcAft>
                      <a:spcPct val="0"/>
                    </a:spcAft>
                    <a:buClrTx/>
                    <a:buSzTx/>
                    <a:buFontTx/>
                    <a:buNone/>
                    <a:tabLst/>
                    <a:defRPr/>
                  </a:pPr>
                  <a:endParaRPr kumimoji="1" lang="en-US" sz="2400" b="0" i="0" u="none" strike="noStrike" kern="0" cap="none" spc="0" normalizeH="0" baseline="0" noProof="0">
                    <a:ln>
                      <a:noFill/>
                    </a:ln>
                    <a:solidFill>
                      <a:srgbClr val="333300"/>
                    </a:solidFill>
                    <a:effectLst/>
                    <a:uLnTx/>
                    <a:uFillTx/>
                    <a:latin typeface="Times New Roman" panose="02020603050405020304" pitchFamily="18" charset="0"/>
                    <a:cs typeface="Arial" panose="020B0604020202020204" pitchFamily="34" charset="0"/>
                  </a:endParaRPr>
                </a:p>
              </p:txBody>
            </p:sp>
            <p:sp>
              <p:nvSpPr>
                <p:cNvPr id="1040" name="Line 17">
                  <a:extLst>
                    <a:ext uri="{FF2B5EF4-FFF2-40B4-BE49-F238E27FC236}">
                      <a16:creationId xmlns:a16="http://schemas.microsoft.com/office/drawing/2014/main" id="{7B44203C-43A7-AAEB-7B59-E23210D56E11}"/>
                    </a:ext>
                  </a:extLst>
                </p:cNvPr>
                <p:cNvSpPr>
                  <a:spLocks noChangeShapeType="1"/>
                </p:cNvSpPr>
                <p:nvPr/>
              </p:nvSpPr>
              <p:spPr bwMode="auto">
                <a:xfrm>
                  <a:off x="4895" y="2268"/>
                  <a:ext cx="1040" cy="1372"/>
                </a:xfrm>
                <a:prstGeom prst="line">
                  <a:avLst/>
                </a:prstGeom>
                <a:noFill/>
                <a:ln w="28575">
                  <a:solidFill>
                    <a:srgbClr val="FF0000"/>
                  </a:solidFill>
                  <a:round/>
                  <a:headEnd type="arrow" w="med" len="med"/>
                  <a:tailEnd type="arrow" w="med" len="med"/>
                </a:ln>
                <a:extLst>
                  <a:ext uri="{909E8E84-426E-40DD-AFC4-6F175D3DCCD1}">
                    <a14:hiddenFill xmlns:a14="http://schemas.microsoft.com/office/drawing/2010/main">
                      <a:noFill/>
                    </a14:hiddenFill>
                  </a:ext>
                </a:extLst>
              </p:spPr>
              <p:txBody>
                <a:bodyPr/>
                <a:lstStyle/>
                <a:p>
                  <a:pPr marL="0" marR="0" lvl="0" indent="0" defTabSz="914400" eaLnBrk="1" fontAlgn="base" latinLnBrk="0" hangingPunct="1">
                    <a:lnSpc>
                      <a:spcPct val="100000"/>
                    </a:lnSpc>
                    <a:spcBef>
                      <a:spcPct val="0"/>
                    </a:spcBef>
                    <a:spcAft>
                      <a:spcPct val="0"/>
                    </a:spcAft>
                    <a:buClrTx/>
                    <a:buSzTx/>
                    <a:buFontTx/>
                    <a:buNone/>
                    <a:tabLst/>
                    <a:defRPr/>
                  </a:pPr>
                  <a:endParaRPr kumimoji="1" lang="en-US" sz="2400" b="0" i="0" u="none" strike="noStrike" kern="0" cap="none" spc="0" normalizeH="0" baseline="0" noProof="0">
                    <a:ln>
                      <a:noFill/>
                    </a:ln>
                    <a:solidFill>
                      <a:srgbClr val="333300"/>
                    </a:solidFill>
                    <a:effectLst/>
                    <a:uLnTx/>
                    <a:uFillTx/>
                    <a:latin typeface="Times New Roman" panose="02020603050405020304" pitchFamily="18" charset="0"/>
                    <a:cs typeface="Arial" panose="020B0604020202020204" pitchFamily="34" charset="0"/>
                  </a:endParaRPr>
                </a:p>
              </p:txBody>
            </p:sp>
            <p:sp>
              <p:nvSpPr>
                <p:cNvPr id="1041" name="Line 18">
                  <a:extLst>
                    <a:ext uri="{FF2B5EF4-FFF2-40B4-BE49-F238E27FC236}">
                      <a16:creationId xmlns:a16="http://schemas.microsoft.com/office/drawing/2014/main" id="{BA382D00-4317-7B17-FE8E-4D3AF4471281}"/>
                    </a:ext>
                  </a:extLst>
                </p:cNvPr>
                <p:cNvSpPr>
                  <a:spLocks noChangeShapeType="1"/>
                </p:cNvSpPr>
                <p:nvPr/>
              </p:nvSpPr>
              <p:spPr bwMode="auto">
                <a:xfrm>
                  <a:off x="4325" y="2138"/>
                  <a:ext cx="0" cy="2520"/>
                </a:xfrm>
                <a:prstGeom prst="line">
                  <a:avLst/>
                </a:prstGeom>
                <a:noFill/>
                <a:ln w="28575">
                  <a:solidFill>
                    <a:srgbClr val="008000"/>
                  </a:solidFill>
                  <a:round/>
                  <a:headEnd/>
                  <a:tailEnd/>
                </a:ln>
                <a:extLst>
                  <a:ext uri="{909E8E84-426E-40DD-AFC4-6F175D3DCCD1}">
                    <a14:hiddenFill xmlns:a14="http://schemas.microsoft.com/office/drawing/2010/main">
                      <a:noFill/>
                    </a14:hiddenFill>
                  </a:ext>
                </a:extLst>
              </p:spPr>
              <p:txBody>
                <a:bodyPr/>
                <a:lstStyle/>
                <a:p>
                  <a:pPr marL="0" marR="0" lvl="0" indent="0" defTabSz="914400" eaLnBrk="1" fontAlgn="base" latinLnBrk="0" hangingPunct="1">
                    <a:lnSpc>
                      <a:spcPct val="100000"/>
                    </a:lnSpc>
                    <a:spcBef>
                      <a:spcPct val="0"/>
                    </a:spcBef>
                    <a:spcAft>
                      <a:spcPct val="0"/>
                    </a:spcAft>
                    <a:buClrTx/>
                    <a:buSzTx/>
                    <a:buFontTx/>
                    <a:buNone/>
                    <a:tabLst/>
                    <a:defRPr/>
                  </a:pPr>
                  <a:endParaRPr kumimoji="1" lang="en-US" sz="2400" b="0" i="0" u="none" strike="noStrike" kern="0" cap="none" spc="0" normalizeH="0" baseline="0" noProof="0">
                    <a:ln>
                      <a:noFill/>
                    </a:ln>
                    <a:solidFill>
                      <a:srgbClr val="333300"/>
                    </a:solidFill>
                    <a:effectLst/>
                    <a:uLnTx/>
                    <a:uFillTx/>
                    <a:latin typeface="Times New Roman" panose="02020603050405020304" pitchFamily="18" charset="0"/>
                    <a:cs typeface="Arial" panose="020B0604020202020204" pitchFamily="34" charset="0"/>
                  </a:endParaRPr>
                </a:p>
              </p:txBody>
            </p:sp>
            <p:sp>
              <p:nvSpPr>
                <p:cNvPr id="1042" name="Line 19">
                  <a:extLst>
                    <a:ext uri="{FF2B5EF4-FFF2-40B4-BE49-F238E27FC236}">
                      <a16:creationId xmlns:a16="http://schemas.microsoft.com/office/drawing/2014/main" id="{7AC326C7-10B9-5E79-C24E-2A4088C067A9}"/>
                    </a:ext>
                  </a:extLst>
                </p:cNvPr>
                <p:cNvSpPr>
                  <a:spLocks noChangeShapeType="1"/>
                </p:cNvSpPr>
                <p:nvPr/>
              </p:nvSpPr>
              <p:spPr bwMode="auto">
                <a:xfrm flipV="1">
                  <a:off x="4325" y="1238"/>
                  <a:ext cx="2080" cy="900"/>
                </a:xfrm>
                <a:prstGeom prst="line">
                  <a:avLst/>
                </a:prstGeom>
                <a:noFill/>
                <a:ln w="28575">
                  <a:solidFill>
                    <a:srgbClr val="008000"/>
                  </a:solidFill>
                  <a:round/>
                  <a:headEnd/>
                  <a:tailEnd/>
                </a:ln>
                <a:extLst>
                  <a:ext uri="{909E8E84-426E-40DD-AFC4-6F175D3DCCD1}">
                    <a14:hiddenFill xmlns:a14="http://schemas.microsoft.com/office/drawing/2010/main">
                      <a:noFill/>
                    </a14:hiddenFill>
                  </a:ext>
                </a:extLst>
              </p:spPr>
              <p:txBody>
                <a:bodyPr/>
                <a:lstStyle/>
                <a:p>
                  <a:pPr marL="0" marR="0" lvl="0" indent="0" defTabSz="914400" eaLnBrk="1" fontAlgn="base" latinLnBrk="0" hangingPunct="1">
                    <a:lnSpc>
                      <a:spcPct val="100000"/>
                    </a:lnSpc>
                    <a:spcBef>
                      <a:spcPct val="0"/>
                    </a:spcBef>
                    <a:spcAft>
                      <a:spcPct val="0"/>
                    </a:spcAft>
                    <a:buClrTx/>
                    <a:buSzTx/>
                    <a:buFontTx/>
                    <a:buNone/>
                    <a:tabLst/>
                    <a:defRPr/>
                  </a:pPr>
                  <a:endParaRPr kumimoji="1" lang="en-US" sz="2400" b="0" i="0" u="none" strike="noStrike" kern="0" cap="none" spc="0" normalizeH="0" baseline="0" noProof="0">
                    <a:ln>
                      <a:noFill/>
                    </a:ln>
                    <a:solidFill>
                      <a:srgbClr val="333300"/>
                    </a:solidFill>
                    <a:effectLst/>
                    <a:uLnTx/>
                    <a:uFillTx/>
                    <a:latin typeface="Times New Roman" panose="02020603050405020304" pitchFamily="18" charset="0"/>
                    <a:cs typeface="Arial" panose="020B0604020202020204" pitchFamily="34" charset="0"/>
                  </a:endParaRPr>
                </a:p>
              </p:txBody>
            </p:sp>
            <p:sp>
              <p:nvSpPr>
                <p:cNvPr id="1043" name="Line 20">
                  <a:extLst>
                    <a:ext uri="{FF2B5EF4-FFF2-40B4-BE49-F238E27FC236}">
                      <a16:creationId xmlns:a16="http://schemas.microsoft.com/office/drawing/2014/main" id="{570A6404-FD11-712E-E2A3-931AAF71F235}"/>
                    </a:ext>
                  </a:extLst>
                </p:cNvPr>
                <p:cNvSpPr>
                  <a:spLocks noChangeShapeType="1"/>
                </p:cNvSpPr>
                <p:nvPr/>
              </p:nvSpPr>
              <p:spPr bwMode="auto">
                <a:xfrm flipV="1">
                  <a:off x="4325" y="3758"/>
                  <a:ext cx="2080" cy="900"/>
                </a:xfrm>
                <a:prstGeom prst="line">
                  <a:avLst/>
                </a:prstGeom>
                <a:noFill/>
                <a:ln w="28575">
                  <a:solidFill>
                    <a:srgbClr val="008000"/>
                  </a:solidFill>
                  <a:round/>
                  <a:headEnd/>
                  <a:tailEnd/>
                </a:ln>
                <a:extLst>
                  <a:ext uri="{909E8E84-426E-40DD-AFC4-6F175D3DCCD1}">
                    <a14:hiddenFill xmlns:a14="http://schemas.microsoft.com/office/drawing/2010/main">
                      <a:noFill/>
                    </a14:hiddenFill>
                  </a:ext>
                </a:extLst>
              </p:spPr>
              <p:txBody>
                <a:bodyPr/>
                <a:lstStyle/>
                <a:p>
                  <a:pPr marL="0" marR="0" lvl="0" indent="0" defTabSz="914400" eaLnBrk="1" fontAlgn="base" latinLnBrk="0" hangingPunct="1">
                    <a:lnSpc>
                      <a:spcPct val="100000"/>
                    </a:lnSpc>
                    <a:spcBef>
                      <a:spcPct val="0"/>
                    </a:spcBef>
                    <a:spcAft>
                      <a:spcPct val="0"/>
                    </a:spcAft>
                    <a:buClrTx/>
                    <a:buSzTx/>
                    <a:buFontTx/>
                    <a:buNone/>
                    <a:tabLst/>
                    <a:defRPr/>
                  </a:pPr>
                  <a:endParaRPr kumimoji="1" lang="en-US" sz="2400" b="0" i="0" u="none" strike="noStrike" kern="0" cap="none" spc="0" normalizeH="0" baseline="0" noProof="0">
                    <a:ln>
                      <a:noFill/>
                    </a:ln>
                    <a:solidFill>
                      <a:srgbClr val="333300"/>
                    </a:solidFill>
                    <a:effectLst/>
                    <a:uLnTx/>
                    <a:uFillTx/>
                    <a:latin typeface="Times New Roman" panose="02020603050405020304" pitchFamily="18" charset="0"/>
                    <a:cs typeface="Arial" panose="020B0604020202020204" pitchFamily="34" charset="0"/>
                  </a:endParaRPr>
                </a:p>
              </p:txBody>
            </p:sp>
            <p:sp>
              <p:nvSpPr>
                <p:cNvPr id="1044" name="Line 21">
                  <a:extLst>
                    <a:ext uri="{FF2B5EF4-FFF2-40B4-BE49-F238E27FC236}">
                      <a16:creationId xmlns:a16="http://schemas.microsoft.com/office/drawing/2014/main" id="{C991D655-52B7-E15D-4E92-DF25299A768F}"/>
                    </a:ext>
                  </a:extLst>
                </p:cNvPr>
                <p:cNvSpPr>
                  <a:spLocks noChangeShapeType="1"/>
                </p:cNvSpPr>
                <p:nvPr/>
              </p:nvSpPr>
              <p:spPr bwMode="auto">
                <a:xfrm>
                  <a:off x="6405" y="1238"/>
                  <a:ext cx="0" cy="2520"/>
                </a:xfrm>
                <a:prstGeom prst="line">
                  <a:avLst/>
                </a:prstGeom>
                <a:noFill/>
                <a:ln w="28575">
                  <a:solidFill>
                    <a:srgbClr val="008000"/>
                  </a:solidFill>
                  <a:round/>
                  <a:headEnd/>
                  <a:tailEnd/>
                </a:ln>
                <a:extLst>
                  <a:ext uri="{909E8E84-426E-40DD-AFC4-6F175D3DCCD1}">
                    <a14:hiddenFill xmlns:a14="http://schemas.microsoft.com/office/drawing/2010/main">
                      <a:noFill/>
                    </a14:hiddenFill>
                  </a:ext>
                </a:extLst>
              </p:spPr>
              <p:txBody>
                <a:bodyPr/>
                <a:lstStyle/>
                <a:p>
                  <a:pPr marL="0" marR="0" lvl="0" indent="0" defTabSz="914400" eaLnBrk="1" fontAlgn="base" latinLnBrk="0" hangingPunct="1">
                    <a:lnSpc>
                      <a:spcPct val="100000"/>
                    </a:lnSpc>
                    <a:spcBef>
                      <a:spcPct val="0"/>
                    </a:spcBef>
                    <a:spcAft>
                      <a:spcPct val="0"/>
                    </a:spcAft>
                    <a:buClrTx/>
                    <a:buSzTx/>
                    <a:buFontTx/>
                    <a:buNone/>
                    <a:tabLst/>
                    <a:defRPr/>
                  </a:pPr>
                  <a:endParaRPr kumimoji="1" lang="en-US" sz="2400" b="0" i="0" u="none" strike="noStrike" kern="0" cap="none" spc="0" normalizeH="0" baseline="0" noProof="0">
                    <a:ln>
                      <a:noFill/>
                    </a:ln>
                    <a:solidFill>
                      <a:srgbClr val="333300"/>
                    </a:solidFill>
                    <a:effectLst/>
                    <a:uLnTx/>
                    <a:uFillTx/>
                    <a:latin typeface="Times New Roman" panose="02020603050405020304" pitchFamily="18" charset="0"/>
                    <a:cs typeface="Arial" panose="020B0604020202020204" pitchFamily="34" charset="0"/>
                  </a:endParaRPr>
                </a:p>
              </p:txBody>
            </p:sp>
            <p:sp>
              <p:nvSpPr>
                <p:cNvPr id="1045" name="Line 22">
                  <a:extLst>
                    <a:ext uri="{FF2B5EF4-FFF2-40B4-BE49-F238E27FC236}">
                      <a16:creationId xmlns:a16="http://schemas.microsoft.com/office/drawing/2014/main" id="{8721F9C4-6A6F-8E5A-B99C-930AE930693B}"/>
                    </a:ext>
                  </a:extLst>
                </p:cNvPr>
                <p:cNvSpPr>
                  <a:spLocks noChangeShapeType="1"/>
                </p:cNvSpPr>
                <p:nvPr/>
              </p:nvSpPr>
              <p:spPr bwMode="auto">
                <a:xfrm>
                  <a:off x="2995" y="2948"/>
                  <a:ext cx="1300" cy="0"/>
                </a:xfrm>
                <a:prstGeom prst="line">
                  <a:avLst/>
                </a:prstGeom>
                <a:noFill/>
                <a:ln w="12700">
                  <a:solidFill>
                    <a:srgbClr val="FF00FF"/>
                  </a:solidFill>
                  <a:round/>
                  <a:headEnd/>
                  <a:tailEnd/>
                </a:ln>
                <a:extLst>
                  <a:ext uri="{909E8E84-426E-40DD-AFC4-6F175D3DCCD1}">
                    <a14:hiddenFill xmlns:a14="http://schemas.microsoft.com/office/drawing/2010/main">
                      <a:noFill/>
                    </a14:hiddenFill>
                  </a:ext>
                </a:extLst>
              </p:spPr>
              <p:txBody>
                <a:bodyPr/>
                <a:lstStyle/>
                <a:p>
                  <a:pPr marL="0" marR="0" lvl="0" indent="0" defTabSz="914400" eaLnBrk="1" fontAlgn="base" latinLnBrk="0" hangingPunct="1">
                    <a:lnSpc>
                      <a:spcPct val="100000"/>
                    </a:lnSpc>
                    <a:spcBef>
                      <a:spcPct val="0"/>
                    </a:spcBef>
                    <a:spcAft>
                      <a:spcPct val="0"/>
                    </a:spcAft>
                    <a:buClrTx/>
                    <a:buSzTx/>
                    <a:buFontTx/>
                    <a:buNone/>
                    <a:tabLst/>
                    <a:defRPr/>
                  </a:pPr>
                  <a:endParaRPr kumimoji="1" lang="en-US" sz="2400" b="0" i="0" u="none" strike="noStrike" kern="0" cap="none" spc="0" normalizeH="0" baseline="0" noProof="0">
                    <a:ln>
                      <a:noFill/>
                    </a:ln>
                    <a:solidFill>
                      <a:srgbClr val="333300"/>
                    </a:solidFill>
                    <a:effectLst/>
                    <a:uLnTx/>
                    <a:uFillTx/>
                    <a:latin typeface="Times New Roman" panose="02020603050405020304" pitchFamily="18" charset="0"/>
                    <a:cs typeface="Arial" panose="020B0604020202020204" pitchFamily="34" charset="0"/>
                  </a:endParaRPr>
                </a:p>
              </p:txBody>
            </p:sp>
            <p:sp>
              <p:nvSpPr>
                <p:cNvPr id="1046" name="Line 23">
                  <a:extLst>
                    <a:ext uri="{FF2B5EF4-FFF2-40B4-BE49-F238E27FC236}">
                      <a16:creationId xmlns:a16="http://schemas.microsoft.com/office/drawing/2014/main" id="{6B331724-52C9-B1A0-68F9-C8D6A93EE078}"/>
                    </a:ext>
                  </a:extLst>
                </p:cNvPr>
                <p:cNvSpPr>
                  <a:spLocks noChangeShapeType="1"/>
                </p:cNvSpPr>
                <p:nvPr/>
              </p:nvSpPr>
              <p:spPr bwMode="auto">
                <a:xfrm>
                  <a:off x="4325" y="2958"/>
                  <a:ext cx="1040" cy="0"/>
                </a:xfrm>
                <a:prstGeom prst="line">
                  <a:avLst/>
                </a:prstGeom>
                <a:noFill/>
                <a:ln w="12700">
                  <a:solidFill>
                    <a:srgbClr val="FF00FF"/>
                  </a:solidFill>
                  <a:prstDash val="dash"/>
                  <a:round/>
                  <a:headEnd/>
                  <a:tailEnd/>
                </a:ln>
                <a:extLst>
                  <a:ext uri="{909E8E84-426E-40DD-AFC4-6F175D3DCCD1}">
                    <a14:hiddenFill xmlns:a14="http://schemas.microsoft.com/office/drawing/2010/main">
                      <a:noFill/>
                    </a14:hiddenFill>
                  </a:ext>
                </a:extLst>
              </p:spPr>
              <p:txBody>
                <a:bodyPr/>
                <a:lstStyle/>
                <a:p>
                  <a:pPr marL="0" marR="0" lvl="0" indent="0" defTabSz="914400" eaLnBrk="1" fontAlgn="base" latinLnBrk="0" hangingPunct="1">
                    <a:lnSpc>
                      <a:spcPct val="100000"/>
                    </a:lnSpc>
                    <a:spcBef>
                      <a:spcPct val="0"/>
                    </a:spcBef>
                    <a:spcAft>
                      <a:spcPct val="0"/>
                    </a:spcAft>
                    <a:buClrTx/>
                    <a:buSzTx/>
                    <a:buFontTx/>
                    <a:buNone/>
                    <a:tabLst/>
                    <a:defRPr/>
                  </a:pPr>
                  <a:endParaRPr kumimoji="1" lang="en-US" sz="2400" b="0" i="0" u="none" strike="noStrike" kern="0" cap="none" spc="0" normalizeH="0" baseline="0" noProof="0">
                    <a:ln>
                      <a:noFill/>
                    </a:ln>
                    <a:solidFill>
                      <a:srgbClr val="333300"/>
                    </a:solidFill>
                    <a:effectLst/>
                    <a:uLnTx/>
                    <a:uFillTx/>
                    <a:latin typeface="Times New Roman" panose="02020603050405020304" pitchFamily="18" charset="0"/>
                    <a:cs typeface="Arial" panose="020B0604020202020204" pitchFamily="34" charset="0"/>
                  </a:endParaRPr>
                </a:p>
              </p:txBody>
            </p:sp>
            <p:sp>
              <p:nvSpPr>
                <p:cNvPr id="1047" name="Line 24">
                  <a:extLst>
                    <a:ext uri="{FF2B5EF4-FFF2-40B4-BE49-F238E27FC236}">
                      <a16:creationId xmlns:a16="http://schemas.microsoft.com/office/drawing/2014/main" id="{DB07CF2C-D60F-0870-68BA-10F2234A2D36}"/>
                    </a:ext>
                  </a:extLst>
                </p:cNvPr>
                <p:cNvSpPr>
                  <a:spLocks noChangeShapeType="1"/>
                </p:cNvSpPr>
                <p:nvPr/>
              </p:nvSpPr>
              <p:spPr bwMode="auto">
                <a:xfrm>
                  <a:off x="5415" y="2958"/>
                  <a:ext cx="2600" cy="0"/>
                </a:xfrm>
                <a:prstGeom prst="line">
                  <a:avLst/>
                </a:prstGeom>
                <a:noFill/>
                <a:ln w="12700">
                  <a:solidFill>
                    <a:srgbClr val="FF00FF"/>
                  </a:solidFill>
                  <a:round/>
                  <a:headEnd type="oval" w="med" len="med"/>
                  <a:tailEnd type="triangle" w="med" len="med"/>
                </a:ln>
                <a:extLst>
                  <a:ext uri="{909E8E84-426E-40DD-AFC4-6F175D3DCCD1}">
                    <a14:hiddenFill xmlns:a14="http://schemas.microsoft.com/office/drawing/2010/main">
                      <a:noFill/>
                    </a14:hiddenFill>
                  </a:ext>
                </a:extLst>
              </p:spPr>
              <p:txBody>
                <a:bodyPr/>
                <a:lstStyle/>
                <a:p>
                  <a:pPr marL="0" marR="0" lvl="0" indent="0" defTabSz="914400" eaLnBrk="1" fontAlgn="base" latinLnBrk="0" hangingPunct="1">
                    <a:lnSpc>
                      <a:spcPct val="100000"/>
                    </a:lnSpc>
                    <a:spcBef>
                      <a:spcPct val="0"/>
                    </a:spcBef>
                    <a:spcAft>
                      <a:spcPct val="0"/>
                    </a:spcAft>
                    <a:buClrTx/>
                    <a:buSzTx/>
                    <a:buFontTx/>
                    <a:buNone/>
                    <a:tabLst/>
                    <a:defRPr/>
                  </a:pPr>
                  <a:endParaRPr kumimoji="1" lang="en-US" sz="2400" b="0" i="0" u="none" strike="noStrike" kern="0" cap="none" spc="0" normalizeH="0" baseline="0" noProof="0">
                    <a:ln>
                      <a:noFill/>
                    </a:ln>
                    <a:solidFill>
                      <a:srgbClr val="333300"/>
                    </a:solidFill>
                    <a:effectLst/>
                    <a:uLnTx/>
                    <a:uFillTx/>
                    <a:latin typeface="Times New Roman" panose="02020603050405020304" pitchFamily="18" charset="0"/>
                    <a:cs typeface="Arial" panose="020B0604020202020204" pitchFamily="34" charset="0"/>
                  </a:endParaRPr>
                </a:p>
              </p:txBody>
            </p:sp>
            <p:sp>
              <p:nvSpPr>
                <p:cNvPr id="1048" name="Oval 25">
                  <a:extLst>
                    <a:ext uri="{FF2B5EF4-FFF2-40B4-BE49-F238E27FC236}">
                      <a16:creationId xmlns:a16="http://schemas.microsoft.com/office/drawing/2014/main" id="{C9EB0D33-4709-8F79-1250-0FD4248A18D0}"/>
                    </a:ext>
                  </a:extLst>
                </p:cNvPr>
                <p:cNvSpPr>
                  <a:spLocks noChangeArrowheads="1"/>
                </p:cNvSpPr>
                <p:nvPr/>
              </p:nvSpPr>
              <p:spPr bwMode="auto">
                <a:xfrm>
                  <a:off x="2975" y="2910"/>
                  <a:ext cx="74" cy="68"/>
                </a:xfrm>
                <a:prstGeom prst="ellipse">
                  <a:avLst/>
                </a:prstGeom>
                <a:solidFill>
                  <a:srgbClr val="FF0000"/>
                </a:solidFill>
                <a:ln w="9525">
                  <a:solidFill>
                    <a:srgbClr val="000000"/>
                  </a:solidFill>
                  <a:round/>
                  <a:headEnd/>
                  <a:tailEnd/>
                </a:ln>
              </p:spPr>
              <p:txBody>
                <a:bodyPr/>
                <a:lstStyle/>
                <a:p>
                  <a:pPr marL="0" marR="0" lvl="0" indent="0" defTabSz="914400" eaLnBrk="1" fontAlgn="base" latinLnBrk="0" hangingPunct="1">
                    <a:lnSpc>
                      <a:spcPct val="100000"/>
                    </a:lnSpc>
                    <a:spcBef>
                      <a:spcPct val="0"/>
                    </a:spcBef>
                    <a:spcAft>
                      <a:spcPct val="0"/>
                    </a:spcAft>
                    <a:buClrTx/>
                    <a:buSzTx/>
                    <a:buFontTx/>
                    <a:buNone/>
                    <a:tabLst/>
                    <a:defRPr/>
                  </a:pPr>
                  <a:endParaRPr kumimoji="1" lang="en-US" sz="2400" b="0" i="0" u="none" strike="noStrike" kern="0" cap="none" spc="0" normalizeH="0" baseline="0" noProof="0">
                    <a:ln>
                      <a:noFill/>
                    </a:ln>
                    <a:solidFill>
                      <a:srgbClr val="333300"/>
                    </a:solidFill>
                    <a:effectLst/>
                    <a:uLnTx/>
                    <a:uFillTx/>
                    <a:latin typeface="Times New Roman" panose="02020603050405020304" pitchFamily="18" charset="0"/>
                    <a:cs typeface="Arial" panose="020B0604020202020204" pitchFamily="34" charset="0"/>
                  </a:endParaRPr>
                </a:p>
              </p:txBody>
            </p:sp>
          </p:grpSp>
          <p:sp>
            <p:nvSpPr>
              <p:cNvPr id="1033" name="Text Box 26">
                <a:extLst>
                  <a:ext uri="{FF2B5EF4-FFF2-40B4-BE49-F238E27FC236}">
                    <a16:creationId xmlns:a16="http://schemas.microsoft.com/office/drawing/2014/main" id="{38491D54-7427-ACF1-B5A5-2ECA42C24675}"/>
                  </a:ext>
                </a:extLst>
              </p:cNvPr>
              <p:cNvSpPr txBox="1">
                <a:spLocks noChangeArrowheads="1"/>
              </p:cNvSpPr>
              <p:nvPr/>
            </p:nvSpPr>
            <p:spPr bwMode="auto">
              <a:xfrm>
                <a:off x="4320" y="2929"/>
                <a:ext cx="192" cy="24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marL="0" marR="0" lvl="0" indent="0" defTabSz="914400" eaLnBrk="1" fontAlgn="base" latinLnBrk="0" hangingPunct="1">
                  <a:lnSpc>
                    <a:spcPct val="100000"/>
                  </a:lnSpc>
                  <a:spcBef>
                    <a:spcPct val="50000"/>
                  </a:spcBef>
                  <a:spcAft>
                    <a:spcPct val="0"/>
                  </a:spcAft>
                  <a:buClrTx/>
                  <a:buSzTx/>
                  <a:buFontTx/>
                  <a:buNone/>
                  <a:tabLst/>
                  <a:defRPr/>
                </a:pPr>
                <a:r>
                  <a:rPr kumimoji="0" lang="en-US" altLang="en-US" sz="1800" b="1" i="0" u="none" strike="noStrike" kern="0" cap="none" spc="0" normalizeH="0" baseline="0" noProof="0">
                    <a:ln>
                      <a:noFill/>
                    </a:ln>
                    <a:solidFill>
                      <a:srgbClr val="333300"/>
                    </a:solidFill>
                    <a:effectLst/>
                    <a:uLnTx/>
                    <a:uFillTx/>
                    <a:cs typeface="Arial" panose="020B0604020202020204" pitchFamily="34" charset="0"/>
                  </a:rPr>
                  <a:t>E</a:t>
                </a:r>
              </a:p>
            </p:txBody>
          </p:sp>
          <p:sp>
            <p:nvSpPr>
              <p:cNvPr id="1034" name="Line 27">
                <a:extLst>
                  <a:ext uri="{FF2B5EF4-FFF2-40B4-BE49-F238E27FC236}">
                    <a16:creationId xmlns:a16="http://schemas.microsoft.com/office/drawing/2014/main" id="{0DD7926E-8129-8816-AEA6-460F8AF05481}"/>
                  </a:ext>
                </a:extLst>
              </p:cNvPr>
              <p:cNvSpPr>
                <a:spLocks noChangeShapeType="1"/>
              </p:cNvSpPr>
              <p:nvPr/>
            </p:nvSpPr>
            <p:spPr bwMode="auto">
              <a:xfrm>
                <a:off x="4392" y="2928"/>
                <a:ext cx="96" cy="0"/>
              </a:xfrm>
              <a:prstGeom prst="line">
                <a:avLst/>
              </a:prstGeom>
              <a:noFill/>
              <a:ln w="28575" cap="sq">
                <a:solidFill>
                  <a:srgbClr val="333300"/>
                </a:solidFill>
                <a:round/>
                <a:headEnd type="none" w="sm" len="sm"/>
                <a:tailEnd type="triangle" w="lg"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base" latinLnBrk="0" hangingPunct="1">
                  <a:lnSpc>
                    <a:spcPct val="100000"/>
                  </a:lnSpc>
                  <a:spcBef>
                    <a:spcPct val="0"/>
                  </a:spcBef>
                  <a:spcAft>
                    <a:spcPct val="0"/>
                  </a:spcAft>
                  <a:buClrTx/>
                  <a:buSzTx/>
                  <a:buFontTx/>
                  <a:buNone/>
                  <a:tabLst/>
                  <a:defRPr/>
                </a:pPr>
                <a:endParaRPr kumimoji="1" lang="en-US" sz="2400" b="0" i="0" u="none" strike="noStrike" kern="0" cap="none" spc="0" normalizeH="0" baseline="0" noProof="0">
                  <a:ln>
                    <a:noFill/>
                  </a:ln>
                  <a:solidFill>
                    <a:srgbClr val="333300"/>
                  </a:solidFill>
                  <a:effectLst/>
                  <a:uLnTx/>
                  <a:uFillTx/>
                  <a:latin typeface="Times New Roman" panose="02020603050405020304" pitchFamily="18" charset="0"/>
                  <a:cs typeface="Arial" panose="020B0604020202020204" pitchFamily="34" charset="0"/>
                </a:endParaRPr>
              </a:p>
            </p:txBody>
          </p:sp>
        </p:grpSp>
        <p:sp>
          <p:nvSpPr>
            <p:cNvPr id="1031" name="Text Box 29">
              <a:extLst>
                <a:ext uri="{FF2B5EF4-FFF2-40B4-BE49-F238E27FC236}">
                  <a16:creationId xmlns:a16="http://schemas.microsoft.com/office/drawing/2014/main" id="{D229EAE6-F723-4DE7-3BFC-3D4DA28A1881}"/>
                </a:ext>
              </a:extLst>
            </p:cNvPr>
            <p:cNvSpPr txBox="1">
              <a:spLocks noChangeArrowheads="1"/>
            </p:cNvSpPr>
            <p:nvPr/>
          </p:nvSpPr>
          <p:spPr bwMode="auto">
            <a:xfrm>
              <a:off x="2736" y="3984"/>
              <a:ext cx="2880"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marL="0" marR="0" lvl="0" indent="0" algn="ctr" defTabSz="914400" eaLnBrk="1" fontAlgn="base" latinLnBrk="0" hangingPunct="1">
                <a:lnSpc>
                  <a:spcPct val="100000"/>
                </a:lnSpc>
                <a:spcBef>
                  <a:spcPct val="50000"/>
                </a:spcBef>
                <a:spcAft>
                  <a:spcPct val="0"/>
                </a:spcAft>
                <a:buClrTx/>
                <a:buSzTx/>
                <a:buFontTx/>
                <a:buNone/>
                <a:tabLst/>
                <a:defRPr/>
              </a:pPr>
              <a:r>
                <a:rPr kumimoji="0" lang="en-US" altLang="en-US" sz="1800" b="1" i="0" u="none" strike="noStrike" kern="0" cap="none" spc="0" normalizeH="0" baseline="0" noProof="0">
                  <a:ln>
                    <a:noFill/>
                  </a:ln>
                  <a:solidFill>
                    <a:srgbClr val="993300"/>
                  </a:solidFill>
                  <a:effectLst/>
                  <a:uLnTx/>
                  <a:uFillTx/>
                  <a:cs typeface="Arial" panose="020B0604020202020204" pitchFamily="34" charset="0"/>
                </a:rPr>
                <a:t>Biểu diễn ánh sáng tự nhiên</a:t>
              </a:r>
            </a:p>
          </p:txBody>
        </p:sp>
      </p:grpSp>
    </p:spTree>
    <p:extLst>
      <p:ext uri="{BB962C8B-B14F-4D97-AF65-F5344CB8AC3E}">
        <p14:creationId xmlns:p14="http://schemas.microsoft.com/office/powerpoint/2010/main" val="856365903"/>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77E3ED92-4A1F-5064-7DC2-36D0128CDD13}"/>
              </a:ext>
            </a:extLst>
          </p:cNvPr>
          <p:cNvSpPr txBox="1"/>
          <p:nvPr/>
        </p:nvSpPr>
        <p:spPr>
          <a:xfrm>
            <a:off x="356462" y="178430"/>
            <a:ext cx="11747908" cy="369332"/>
          </a:xfrm>
          <a:prstGeom prst="rect">
            <a:avLst/>
          </a:prstGeom>
          <a:noFill/>
        </p:spPr>
        <p:txBody>
          <a:bodyPr wrap="squar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lang="en-US" altLang="ko-KR" b="1" kern="0">
                <a:solidFill>
                  <a:srgbClr val="FF0000"/>
                </a:solidFill>
              </a:rPr>
              <a:t>5.3.2. </a:t>
            </a:r>
            <a:r>
              <a:rPr kumimoji="0" lang="en-US" altLang="ko-KR" b="1" i="0" u="none" strike="noStrike" kern="0" cap="none" spc="0" normalizeH="0" baseline="0" noProof="0">
                <a:ln>
                  <a:noFill/>
                </a:ln>
                <a:solidFill>
                  <a:srgbClr val="FF0000"/>
                </a:solidFill>
                <a:effectLst/>
                <a:uLnTx/>
                <a:uFillTx/>
              </a:rPr>
              <a:t>Khái niệm ánh sáng tự nhiên và ánh sáng phân cực. Giải thích hiện tượng phân cực ánh sáng</a:t>
            </a:r>
            <a:endParaRPr kumimoji="0" lang="en-US" altLang="ko-KR" b="1" i="0" u="none" strike="noStrike" kern="0" cap="none" spc="0" normalizeH="0" baseline="0" noProof="0" dirty="0">
              <a:ln>
                <a:noFill/>
              </a:ln>
              <a:solidFill>
                <a:srgbClr val="FF0000"/>
              </a:solidFill>
              <a:effectLst/>
              <a:uLnTx/>
              <a:uFillTx/>
            </a:endParaRPr>
          </a:p>
        </p:txBody>
      </p:sp>
      <p:sp>
        <p:nvSpPr>
          <p:cNvPr id="3" name="Text Box 5">
            <a:extLst>
              <a:ext uri="{FF2B5EF4-FFF2-40B4-BE49-F238E27FC236}">
                <a16:creationId xmlns:a16="http://schemas.microsoft.com/office/drawing/2014/main" id="{24A80FE0-AE67-B96D-32A8-D2507E72B703}"/>
              </a:ext>
            </a:extLst>
          </p:cNvPr>
          <p:cNvSpPr txBox="1">
            <a:spLocks noChangeArrowheads="1"/>
          </p:cNvSpPr>
          <p:nvPr/>
        </p:nvSpPr>
        <p:spPr bwMode="auto">
          <a:xfrm>
            <a:off x="356462" y="547762"/>
            <a:ext cx="6007762" cy="3385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fontAlgn="base">
              <a:spcBef>
                <a:spcPct val="50000"/>
              </a:spcBef>
              <a:spcAft>
                <a:spcPct val="0"/>
              </a:spcAft>
            </a:pPr>
            <a:r>
              <a:rPr lang="en-US" altLang="en-US" sz="1600" b="1" i="1">
                <a:solidFill>
                  <a:srgbClr val="0070C0"/>
                </a:solidFill>
                <a:cs typeface="Arial" panose="020B0604020202020204" pitchFamily="34" charset="0"/>
              </a:rPr>
              <a:t>a) Giả thuyết về ánh sáng tự nhiên và ánh sáng phân cực</a:t>
            </a:r>
          </a:p>
        </p:txBody>
      </p:sp>
      <p:pic>
        <p:nvPicPr>
          <p:cNvPr id="4" name="Picture 3">
            <a:extLst>
              <a:ext uri="{FF2B5EF4-FFF2-40B4-BE49-F238E27FC236}">
                <a16:creationId xmlns:a16="http://schemas.microsoft.com/office/drawing/2014/main" id="{C8179FDD-5685-E36C-8115-ED3388C3290D}"/>
              </a:ext>
            </a:extLst>
          </p:cNvPr>
          <p:cNvPicPr>
            <a:picLocks noChangeAspect="1"/>
          </p:cNvPicPr>
          <p:nvPr/>
        </p:nvPicPr>
        <p:blipFill>
          <a:blip r:embed="rId2"/>
          <a:stretch>
            <a:fillRect/>
          </a:stretch>
        </p:blipFill>
        <p:spPr>
          <a:xfrm>
            <a:off x="6807340" y="627173"/>
            <a:ext cx="5131676" cy="2893695"/>
          </a:xfrm>
          <a:prstGeom prst="rect">
            <a:avLst/>
          </a:prstGeom>
        </p:spPr>
      </p:pic>
      <p:sp>
        <p:nvSpPr>
          <p:cNvPr id="5" name="Text Box 6">
            <a:extLst>
              <a:ext uri="{FF2B5EF4-FFF2-40B4-BE49-F238E27FC236}">
                <a16:creationId xmlns:a16="http://schemas.microsoft.com/office/drawing/2014/main" id="{72CE8E66-D94F-031D-F165-B78D94E6EA70}"/>
              </a:ext>
            </a:extLst>
          </p:cNvPr>
          <p:cNvSpPr txBox="1">
            <a:spLocks noChangeArrowheads="1"/>
          </p:cNvSpPr>
          <p:nvPr/>
        </p:nvSpPr>
        <p:spPr bwMode="auto">
          <a:xfrm>
            <a:off x="356462" y="923044"/>
            <a:ext cx="6250962" cy="9233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just" fontAlgn="base">
              <a:spcBef>
                <a:spcPct val="50000"/>
              </a:spcBef>
              <a:spcAft>
                <a:spcPct val="0"/>
              </a:spcAft>
              <a:buClr>
                <a:srgbClr val="339933"/>
              </a:buClr>
            </a:pPr>
            <a:r>
              <a:rPr lang="en-US" altLang="en-US" b="1">
                <a:solidFill>
                  <a:srgbClr val="FF3300"/>
                </a:solidFill>
                <a:cs typeface="Arial" panose="020B0604020202020204" pitchFamily="34" charset="0"/>
                <a:sym typeface="Wingdings" panose="05000000000000000000" pitchFamily="2" charset="2"/>
              </a:rPr>
              <a:t> </a:t>
            </a:r>
            <a:r>
              <a:rPr lang="en-US" altLang="en-US" b="1" i="1">
                <a:solidFill>
                  <a:srgbClr val="FF3300"/>
                </a:solidFill>
                <a:cs typeface="Arial" panose="020B0604020202020204" pitchFamily="34" charset="0"/>
              </a:rPr>
              <a:t>Ánh sáng phân cực:</a:t>
            </a:r>
            <a:r>
              <a:rPr lang="en-US" altLang="en-US" b="1">
                <a:solidFill>
                  <a:srgbClr val="333300"/>
                </a:solidFill>
                <a:cs typeface="Arial" panose="020B0604020202020204" pitchFamily="34" charset="0"/>
              </a:rPr>
              <a:t> </a:t>
            </a:r>
            <a:r>
              <a:rPr kumimoji="0" lang="en-US" altLang="en-US" sz="1800">
                <a:latin typeface="Arial" panose="020B0604020202020204" pitchFamily="34" charset="0"/>
              </a:rPr>
              <a:t>Ánh sáng có véctơ sóng sáng chỉ dao động theo một phương xác định. Mỗi đoàn sóng do nguyên tử phát ra là một ánh sáng phân cực toàn phần.</a:t>
            </a:r>
            <a:r>
              <a:rPr kumimoji="0" lang="en-US" altLang="en-US" sz="1800" i="1">
                <a:solidFill>
                  <a:srgbClr val="FF0000"/>
                </a:solidFill>
                <a:latin typeface="Arial" panose="020B0604020202020204" pitchFamily="34" charset="0"/>
              </a:rPr>
              <a:t> </a:t>
            </a:r>
            <a:endParaRPr lang="en-US" altLang="en-US">
              <a:solidFill>
                <a:srgbClr val="333300"/>
              </a:solidFill>
              <a:cs typeface="Arial" panose="020B0604020202020204" pitchFamily="34" charset="0"/>
            </a:endParaRPr>
          </a:p>
        </p:txBody>
      </p:sp>
      <p:pic>
        <p:nvPicPr>
          <p:cNvPr id="8" name="Picture 7">
            <a:extLst>
              <a:ext uri="{FF2B5EF4-FFF2-40B4-BE49-F238E27FC236}">
                <a16:creationId xmlns:a16="http://schemas.microsoft.com/office/drawing/2014/main" id="{9AFCE048-F511-5A3A-C6BB-DD6190B5853F}"/>
              </a:ext>
            </a:extLst>
          </p:cNvPr>
          <p:cNvPicPr>
            <a:picLocks noChangeAspect="1"/>
          </p:cNvPicPr>
          <p:nvPr/>
        </p:nvPicPr>
        <p:blipFill>
          <a:blip r:embed="rId3"/>
          <a:stretch>
            <a:fillRect/>
          </a:stretch>
        </p:blipFill>
        <p:spPr>
          <a:xfrm>
            <a:off x="173378" y="3690829"/>
            <a:ext cx="8260796" cy="2822693"/>
          </a:xfrm>
          <a:prstGeom prst="rect">
            <a:avLst/>
          </a:prstGeom>
        </p:spPr>
      </p:pic>
      <p:sp>
        <p:nvSpPr>
          <p:cNvPr id="9" name="Text Box 7">
            <a:extLst>
              <a:ext uri="{FF2B5EF4-FFF2-40B4-BE49-F238E27FC236}">
                <a16:creationId xmlns:a16="http://schemas.microsoft.com/office/drawing/2014/main" id="{93C3621E-ECF7-426B-0AB8-3289D5E4BD52}"/>
              </a:ext>
            </a:extLst>
          </p:cNvPr>
          <p:cNvSpPr txBox="1">
            <a:spLocks noChangeArrowheads="1"/>
          </p:cNvSpPr>
          <p:nvPr/>
        </p:nvSpPr>
        <p:spPr bwMode="auto">
          <a:xfrm>
            <a:off x="356462" y="2016335"/>
            <a:ext cx="6250962"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just">
              <a:spcBef>
                <a:spcPct val="50000"/>
              </a:spcBef>
            </a:pPr>
            <a:r>
              <a:rPr kumimoji="0" lang="en-US" altLang="en-US" sz="1800">
                <a:latin typeface="Arial" panose="020B0604020202020204" pitchFamily="34" charset="0"/>
              </a:rPr>
              <a:t>- Mặt phẳng chứa véctơ sóng sáng là mặt phẳng dao động.</a:t>
            </a:r>
          </a:p>
        </p:txBody>
      </p:sp>
      <p:sp>
        <p:nvSpPr>
          <p:cNvPr id="10" name="Text Box 8">
            <a:extLst>
              <a:ext uri="{FF2B5EF4-FFF2-40B4-BE49-F238E27FC236}">
                <a16:creationId xmlns:a16="http://schemas.microsoft.com/office/drawing/2014/main" id="{B9683B24-40B8-08C1-368A-8F000C6A0D3B}"/>
              </a:ext>
            </a:extLst>
          </p:cNvPr>
          <p:cNvSpPr txBox="1">
            <a:spLocks noChangeArrowheads="1"/>
          </p:cNvSpPr>
          <p:nvPr/>
        </p:nvSpPr>
        <p:spPr bwMode="auto">
          <a:xfrm>
            <a:off x="356462" y="2555628"/>
            <a:ext cx="6250962"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just">
              <a:spcBef>
                <a:spcPct val="50000"/>
              </a:spcBef>
            </a:pPr>
            <a:r>
              <a:rPr kumimoji="0" lang="en-US" altLang="en-US" sz="1800">
                <a:latin typeface="Arial" panose="020B0604020202020204" pitchFamily="34" charset="0"/>
              </a:rPr>
              <a:t>- Mặt phẳng vuông góc với mặt phẳng dao động và chứa phương truyền gọi là mặt phẳng phân cực.</a:t>
            </a:r>
          </a:p>
        </p:txBody>
      </p:sp>
    </p:spTree>
    <p:extLst>
      <p:ext uri="{BB962C8B-B14F-4D97-AF65-F5344CB8AC3E}">
        <p14:creationId xmlns:p14="http://schemas.microsoft.com/office/powerpoint/2010/main" val="4022803468"/>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2B1336D-0567-5A77-3703-94E714C5A760}"/>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2B799A63-CCFE-73CE-CF65-A61BDFBB57DC}"/>
              </a:ext>
            </a:extLst>
          </p:cNvPr>
          <p:cNvSpPr txBox="1"/>
          <p:nvPr/>
        </p:nvSpPr>
        <p:spPr>
          <a:xfrm>
            <a:off x="356462" y="178430"/>
            <a:ext cx="11747908" cy="369332"/>
          </a:xfrm>
          <a:prstGeom prst="rect">
            <a:avLst/>
          </a:prstGeom>
          <a:noFill/>
        </p:spPr>
        <p:txBody>
          <a:bodyPr wrap="squar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lang="en-US" altLang="ko-KR" b="1" kern="0">
                <a:solidFill>
                  <a:srgbClr val="FF0000"/>
                </a:solidFill>
              </a:rPr>
              <a:t>5.3.2. </a:t>
            </a:r>
            <a:r>
              <a:rPr kumimoji="0" lang="en-US" altLang="ko-KR" b="1" i="0" u="none" strike="noStrike" kern="0" cap="none" spc="0" normalizeH="0" baseline="0" noProof="0">
                <a:ln>
                  <a:noFill/>
                </a:ln>
                <a:solidFill>
                  <a:srgbClr val="FF0000"/>
                </a:solidFill>
                <a:effectLst/>
                <a:uLnTx/>
                <a:uFillTx/>
              </a:rPr>
              <a:t>Khái niệm ánh sáng tự nhiên và ánh sáng phân cực. Giải thích hiện tượng phân cực ánh sáng</a:t>
            </a:r>
            <a:endParaRPr kumimoji="0" lang="en-US" altLang="ko-KR" b="1" i="0" u="none" strike="noStrike" kern="0" cap="none" spc="0" normalizeH="0" baseline="0" noProof="0" dirty="0">
              <a:ln>
                <a:noFill/>
              </a:ln>
              <a:solidFill>
                <a:srgbClr val="FF0000"/>
              </a:solidFill>
              <a:effectLst/>
              <a:uLnTx/>
              <a:uFillTx/>
            </a:endParaRPr>
          </a:p>
        </p:txBody>
      </p:sp>
      <p:sp>
        <p:nvSpPr>
          <p:cNvPr id="3" name="Text Box 5">
            <a:extLst>
              <a:ext uri="{FF2B5EF4-FFF2-40B4-BE49-F238E27FC236}">
                <a16:creationId xmlns:a16="http://schemas.microsoft.com/office/drawing/2014/main" id="{AC4052C6-54EC-0B28-AA31-8434A0816AF2}"/>
              </a:ext>
            </a:extLst>
          </p:cNvPr>
          <p:cNvSpPr txBox="1">
            <a:spLocks noChangeArrowheads="1"/>
          </p:cNvSpPr>
          <p:nvPr/>
        </p:nvSpPr>
        <p:spPr bwMode="auto">
          <a:xfrm>
            <a:off x="356462" y="547762"/>
            <a:ext cx="6007762" cy="3385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fontAlgn="base">
              <a:spcBef>
                <a:spcPct val="50000"/>
              </a:spcBef>
              <a:spcAft>
                <a:spcPct val="0"/>
              </a:spcAft>
            </a:pPr>
            <a:r>
              <a:rPr lang="en-US" altLang="en-US" sz="1600" b="1" i="1">
                <a:solidFill>
                  <a:srgbClr val="0070C0"/>
                </a:solidFill>
                <a:cs typeface="Arial" panose="020B0604020202020204" pitchFamily="34" charset="0"/>
              </a:rPr>
              <a:t>b) Giải thích sơ bộ hiện tượng phân cực ánh sáng</a:t>
            </a:r>
          </a:p>
        </p:txBody>
      </p:sp>
      <p:pic>
        <p:nvPicPr>
          <p:cNvPr id="7" name="Picture 10">
            <a:extLst>
              <a:ext uri="{FF2B5EF4-FFF2-40B4-BE49-F238E27FC236}">
                <a16:creationId xmlns:a16="http://schemas.microsoft.com/office/drawing/2014/main" id="{D1BF8A0F-E5A8-BDF3-DFCE-7C65B3B48BC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515100" y="2109787"/>
            <a:ext cx="5257800" cy="1819275"/>
          </a:xfrm>
          <a:prstGeom prst="rect">
            <a:avLst/>
          </a:prstGeom>
          <a:noFill/>
          <a:extLst>
            <a:ext uri="{909E8E84-426E-40DD-AFC4-6F175D3DCCD1}">
              <a14:hiddenFill xmlns:a14="http://schemas.microsoft.com/office/drawing/2010/main">
                <a:solidFill>
                  <a:srgbClr val="FFFFFF"/>
                </a:solidFill>
              </a14:hiddenFill>
            </a:ext>
          </a:extLst>
        </p:spPr>
      </p:pic>
      <p:sp>
        <p:nvSpPr>
          <p:cNvPr id="12" name="Text Box 7">
            <a:extLst>
              <a:ext uri="{FF2B5EF4-FFF2-40B4-BE49-F238E27FC236}">
                <a16:creationId xmlns:a16="http://schemas.microsoft.com/office/drawing/2014/main" id="{3CACAB47-5BDB-8716-B197-766FC6E19A10}"/>
              </a:ext>
            </a:extLst>
          </p:cNvPr>
          <p:cNvSpPr txBox="1">
            <a:spLocks noChangeArrowheads="1"/>
          </p:cNvSpPr>
          <p:nvPr/>
        </p:nvSpPr>
        <p:spPr bwMode="auto">
          <a:xfrm>
            <a:off x="356462" y="869275"/>
            <a:ext cx="11555122" cy="12003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just" fontAlgn="base">
              <a:spcAft>
                <a:spcPct val="0"/>
              </a:spcAft>
            </a:pPr>
            <a:r>
              <a:rPr lang="en-US" altLang="en-US">
                <a:solidFill>
                  <a:srgbClr val="333300"/>
                </a:solidFill>
                <a:cs typeface="Arial" panose="020B0604020202020204" pitchFamily="34" charset="0"/>
                <a:sym typeface="Wingdings" panose="05000000000000000000" pitchFamily="2" charset="2"/>
              </a:rPr>
              <a:t> </a:t>
            </a:r>
            <a:r>
              <a:rPr lang="en-US" altLang="en-US" b="1">
                <a:solidFill>
                  <a:srgbClr val="FF0000"/>
                </a:solidFill>
                <a:cs typeface="Arial" panose="020B0604020202020204" pitchFamily="34" charset="0"/>
                <a:sym typeface="Wingdings" panose="05000000000000000000" pitchFamily="2" charset="2"/>
              </a:rPr>
              <a:t>Để giải thích hiện tượng phân cực ánh sáng, trước hết ta thừa nhận hai điều sau đây:</a:t>
            </a:r>
            <a:endParaRPr lang="en-US" altLang="en-US" b="1">
              <a:solidFill>
                <a:srgbClr val="FF0000"/>
              </a:solidFill>
              <a:cs typeface="Arial" panose="020B0604020202020204" pitchFamily="34" charset="0"/>
            </a:endParaRPr>
          </a:p>
          <a:p>
            <a:pPr algn="just" fontAlgn="base">
              <a:spcAft>
                <a:spcPct val="0"/>
              </a:spcAft>
            </a:pPr>
            <a:r>
              <a:rPr lang="en-US" altLang="en-US">
                <a:cs typeface="Arial" panose="020B0604020202020204" pitchFamily="34" charset="0"/>
              </a:rPr>
              <a:t>- Ánh sáng trong tự nhiên gồm ánh sáng tự nhiên và ánh sáng phân cực.</a:t>
            </a:r>
          </a:p>
          <a:p>
            <a:pPr algn="just" fontAlgn="base">
              <a:spcAft>
                <a:spcPct val="0"/>
              </a:spcAft>
            </a:pPr>
            <a:r>
              <a:rPr lang="en-US" altLang="en-US">
                <a:cs typeface="Arial" panose="020B0604020202020204" pitchFamily="34" charset="0"/>
              </a:rPr>
              <a:t>- Bản Tuamalin cho qua hoàn toàn ánh sáng có véctơ sóng sáng // quang trục, hấp thụ hoàn toàn ánh sáng có véctơ sóng sáng </a:t>
            </a:r>
            <a:r>
              <a:rPr lang="en-US" altLang="en-US">
                <a:cs typeface="Arial" panose="020B0604020202020204" pitchFamily="34" charset="0"/>
                <a:sym typeface="Symbol" panose="05050102010706020507" pitchFamily="18" charset="2"/>
              </a:rPr>
              <a:t></a:t>
            </a:r>
            <a:r>
              <a:rPr lang="en-US" altLang="en-US">
                <a:cs typeface="Arial" panose="020B0604020202020204" pitchFamily="34" charset="0"/>
              </a:rPr>
              <a:t> quang trục. Ánh sáng có véctơ sóng sáng xiên góc với quang trục thì cho qua một phần.</a:t>
            </a:r>
          </a:p>
        </p:txBody>
      </p:sp>
      <p:sp>
        <p:nvSpPr>
          <p:cNvPr id="14" name="Text Box 11">
            <a:extLst>
              <a:ext uri="{FF2B5EF4-FFF2-40B4-BE49-F238E27FC236}">
                <a16:creationId xmlns:a16="http://schemas.microsoft.com/office/drawing/2014/main" id="{4B3016BA-B428-71DB-D134-CAAD1652A048}"/>
              </a:ext>
            </a:extLst>
          </p:cNvPr>
          <p:cNvSpPr txBox="1">
            <a:spLocks noChangeArrowheads="1"/>
          </p:cNvSpPr>
          <p:nvPr/>
        </p:nvSpPr>
        <p:spPr bwMode="auto">
          <a:xfrm>
            <a:off x="356462" y="2167011"/>
            <a:ext cx="6158638" cy="147732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just" fontAlgn="base">
              <a:spcBef>
                <a:spcPct val="50000"/>
              </a:spcBef>
              <a:spcAft>
                <a:spcPct val="0"/>
              </a:spcAft>
            </a:pPr>
            <a:r>
              <a:rPr lang="en-US" altLang="en-US">
                <a:solidFill>
                  <a:srgbClr val="333300"/>
                </a:solidFill>
                <a:cs typeface="Arial" panose="020B0604020202020204" pitchFamily="34" charset="0"/>
                <a:sym typeface="Wingdings" panose="05000000000000000000" pitchFamily="2" charset="2"/>
              </a:rPr>
              <a:t> </a:t>
            </a:r>
            <a:r>
              <a:rPr lang="en-US" altLang="en-US" b="1">
                <a:solidFill>
                  <a:srgbClr val="FF0000"/>
                </a:solidFill>
                <a:cs typeface="Arial" panose="020B0604020202020204" pitchFamily="34" charset="0"/>
              </a:rPr>
              <a:t>Giải thích thí nghiệm 1:</a:t>
            </a:r>
            <a:r>
              <a:rPr lang="en-US" altLang="en-US" b="1">
                <a:solidFill>
                  <a:srgbClr val="333300"/>
                </a:solidFill>
                <a:cs typeface="Arial" panose="020B0604020202020204" pitchFamily="34" charset="0"/>
              </a:rPr>
              <a:t> </a:t>
            </a:r>
            <a:r>
              <a:rPr lang="en-US" altLang="en-US">
                <a:cs typeface="Arial" panose="020B0604020202020204" pitchFamily="34" charset="0"/>
              </a:rPr>
              <a:t>Trước bản T</a:t>
            </a:r>
            <a:r>
              <a:rPr lang="en-US" altLang="en-US" baseline="-25000">
                <a:cs typeface="Arial" panose="020B0604020202020204" pitchFamily="34" charset="0"/>
              </a:rPr>
              <a:t>1</a:t>
            </a:r>
            <a:r>
              <a:rPr lang="en-US" altLang="en-US">
                <a:cs typeface="Arial" panose="020B0604020202020204" pitchFamily="34" charset="0"/>
              </a:rPr>
              <a:t> là ánh sáng tự nhiên có véctơ sóng sáng phân bố đối xứng xung quanh phương truyền. Sau T</a:t>
            </a:r>
            <a:r>
              <a:rPr lang="en-US" altLang="en-US" baseline="-25000">
                <a:cs typeface="Arial" panose="020B0604020202020204" pitchFamily="34" charset="0"/>
              </a:rPr>
              <a:t>1</a:t>
            </a:r>
            <a:r>
              <a:rPr lang="en-US" altLang="en-US">
                <a:cs typeface="Arial" panose="020B0604020202020204" pitchFamily="34" charset="0"/>
              </a:rPr>
              <a:t> là ánh sáng phân cực có véctơ sóng sáng song song với quang trục </a:t>
            </a:r>
            <a:r>
              <a:rPr lang="en-US" altLang="en-US">
                <a:cs typeface="Arial" panose="020B0604020202020204" pitchFamily="34" charset="0"/>
                <a:sym typeface="Symbol" panose="05050102010706020507" pitchFamily="18" charset="2"/>
              </a:rPr>
              <a:t></a:t>
            </a:r>
            <a:r>
              <a:rPr lang="en-US" altLang="en-US" baseline="-25000">
                <a:cs typeface="Arial" panose="020B0604020202020204" pitchFamily="34" charset="0"/>
                <a:sym typeface="Symbol" panose="05050102010706020507" pitchFamily="18" charset="2"/>
              </a:rPr>
              <a:t>1</a:t>
            </a:r>
            <a:r>
              <a:rPr lang="en-US" altLang="en-US">
                <a:cs typeface="Arial" panose="020B0604020202020204" pitchFamily="34" charset="0"/>
                <a:sym typeface="Symbol" panose="05050102010706020507" pitchFamily="18" charset="2"/>
              </a:rPr>
              <a:t>. Vì đối xứng, T</a:t>
            </a:r>
            <a:r>
              <a:rPr lang="en-US" altLang="en-US" baseline="-25000">
                <a:cs typeface="Arial" panose="020B0604020202020204" pitchFamily="34" charset="0"/>
                <a:sym typeface="Symbol" panose="05050102010706020507" pitchFamily="18" charset="2"/>
              </a:rPr>
              <a:t>1</a:t>
            </a:r>
            <a:r>
              <a:rPr lang="en-US" altLang="en-US">
                <a:cs typeface="Arial" panose="020B0604020202020204" pitchFamily="34" charset="0"/>
                <a:sym typeface="Symbol" panose="05050102010706020507" pitchFamily="18" charset="2"/>
              </a:rPr>
              <a:t> quay cường độ sáng sau T</a:t>
            </a:r>
            <a:r>
              <a:rPr lang="en-US" altLang="en-US" baseline="-25000">
                <a:cs typeface="Arial" panose="020B0604020202020204" pitchFamily="34" charset="0"/>
                <a:sym typeface="Symbol" panose="05050102010706020507" pitchFamily="18" charset="2"/>
              </a:rPr>
              <a:t>1</a:t>
            </a:r>
            <a:r>
              <a:rPr lang="en-US" altLang="en-US">
                <a:cs typeface="Arial" panose="020B0604020202020204" pitchFamily="34" charset="0"/>
                <a:sym typeface="Symbol" panose="05050102010706020507" pitchFamily="18" charset="2"/>
              </a:rPr>
              <a:t> không đổi bằng:  </a:t>
            </a:r>
          </a:p>
        </p:txBody>
      </p:sp>
      <p:graphicFrame>
        <p:nvGraphicFramePr>
          <p:cNvPr id="16" name="Object 13">
            <a:extLst>
              <a:ext uri="{FF2B5EF4-FFF2-40B4-BE49-F238E27FC236}">
                <a16:creationId xmlns:a16="http://schemas.microsoft.com/office/drawing/2014/main" id="{59DB1AD7-F16B-4CA4-1E24-C68934745AD3}"/>
              </a:ext>
            </a:extLst>
          </p:cNvPr>
          <p:cNvGraphicFramePr>
            <a:graphicFrameLocks noChangeAspect="1"/>
          </p:cNvGraphicFramePr>
          <p:nvPr>
            <p:extLst>
              <p:ext uri="{D42A27DB-BD31-4B8C-83A1-F6EECF244321}">
                <p14:modId xmlns:p14="http://schemas.microsoft.com/office/powerpoint/2010/main" val="1142455500"/>
              </p:ext>
            </p:extLst>
          </p:nvPr>
        </p:nvGraphicFramePr>
        <p:xfrm>
          <a:off x="804672" y="3644339"/>
          <a:ext cx="905256" cy="712171"/>
        </p:xfrm>
        <a:graphic>
          <a:graphicData uri="http://schemas.openxmlformats.org/presentationml/2006/ole">
            <mc:AlternateContent xmlns:mc="http://schemas.openxmlformats.org/markup-compatibility/2006">
              <mc:Choice xmlns:v="urn:schemas-microsoft-com:vml" Requires="v">
                <p:oleObj name="Equation" r:id="rId3" imgW="520560" imgH="406080" progId="Equation.3">
                  <p:embed/>
                </p:oleObj>
              </mc:Choice>
              <mc:Fallback>
                <p:oleObj name="Equation" r:id="rId3" imgW="520560" imgH="406080" progId="Equation.3">
                  <p:embed/>
                  <p:pic>
                    <p:nvPicPr>
                      <p:cNvPr id="16" name="Object 13">
                        <a:extLst>
                          <a:ext uri="{FF2B5EF4-FFF2-40B4-BE49-F238E27FC236}">
                            <a16:creationId xmlns:a16="http://schemas.microsoft.com/office/drawing/2014/main" id="{59DB1AD7-F16B-4CA4-1E24-C68934745AD3}"/>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04672" y="3644339"/>
                        <a:ext cx="905256" cy="712171"/>
                      </a:xfrm>
                      <a:prstGeom prst="rect">
                        <a:avLst/>
                      </a:prstGeom>
                      <a:noFill/>
                    </p:spPr>
                  </p:pic>
                </p:oleObj>
              </mc:Fallback>
            </mc:AlternateContent>
          </a:graphicData>
        </a:graphic>
      </p:graphicFrame>
      <p:sp>
        <p:nvSpPr>
          <p:cNvPr id="17" name="Text Box 15">
            <a:extLst>
              <a:ext uri="{FF2B5EF4-FFF2-40B4-BE49-F238E27FC236}">
                <a16:creationId xmlns:a16="http://schemas.microsoft.com/office/drawing/2014/main" id="{995A3A4A-5CF4-2CE9-92E1-FCF60C2F26B1}"/>
              </a:ext>
            </a:extLst>
          </p:cNvPr>
          <p:cNvSpPr txBox="1">
            <a:spLocks noChangeArrowheads="1"/>
          </p:cNvSpPr>
          <p:nvPr/>
        </p:nvSpPr>
        <p:spPr bwMode="auto">
          <a:xfrm>
            <a:off x="439216" y="4453025"/>
            <a:ext cx="11472368" cy="184665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0" tIns="0" rIns="0" bIns="0">
            <a:spAutoFit/>
          </a:bodyPr>
          <a:lstStyle/>
          <a:p>
            <a:pPr algn="just" fontAlgn="base">
              <a:spcBef>
                <a:spcPct val="50000"/>
              </a:spcBef>
              <a:spcAft>
                <a:spcPct val="0"/>
              </a:spcAft>
            </a:pPr>
            <a:r>
              <a:rPr lang="en-US" altLang="en-US">
                <a:solidFill>
                  <a:srgbClr val="333300"/>
                </a:solidFill>
                <a:cs typeface="Arial" panose="020B0604020202020204" pitchFamily="34" charset="0"/>
                <a:sym typeface="Wingdings" panose="05000000000000000000" pitchFamily="2" charset="2"/>
              </a:rPr>
              <a:t> </a:t>
            </a:r>
            <a:r>
              <a:rPr lang="en-US" altLang="en-US" b="1">
                <a:solidFill>
                  <a:srgbClr val="FF0000"/>
                </a:solidFill>
                <a:cs typeface="Arial" panose="020B0604020202020204" pitchFamily="34" charset="0"/>
              </a:rPr>
              <a:t>Giải thích thí nghiệm 2:</a:t>
            </a:r>
            <a:r>
              <a:rPr lang="en-US" altLang="en-US" b="1">
                <a:solidFill>
                  <a:srgbClr val="333300"/>
                </a:solidFill>
                <a:cs typeface="Arial" panose="020B0604020202020204" pitchFamily="34" charset="0"/>
              </a:rPr>
              <a:t> </a:t>
            </a:r>
            <a:r>
              <a:rPr lang="en-US" altLang="en-US">
                <a:cs typeface="Arial" panose="020B0604020202020204" pitchFamily="34" charset="0"/>
              </a:rPr>
              <a:t>Trước bản T</a:t>
            </a:r>
            <a:r>
              <a:rPr lang="en-US" altLang="en-US" baseline="-25000">
                <a:cs typeface="Arial" panose="020B0604020202020204" pitchFamily="34" charset="0"/>
              </a:rPr>
              <a:t>2</a:t>
            </a:r>
            <a:r>
              <a:rPr lang="en-US" altLang="en-US">
                <a:cs typeface="Arial" panose="020B0604020202020204" pitchFamily="34" charset="0"/>
              </a:rPr>
              <a:t> là ánh sáng phân cực có véctơ sóng sáng song song với quang trục </a:t>
            </a:r>
            <a:r>
              <a:rPr lang="en-US" altLang="en-US">
                <a:cs typeface="Arial" panose="020B0604020202020204" pitchFamily="34" charset="0"/>
                <a:sym typeface="Symbol" panose="05050102010706020507" pitchFamily="18" charset="2"/>
              </a:rPr>
              <a:t></a:t>
            </a:r>
            <a:r>
              <a:rPr lang="en-US" altLang="en-US" baseline="-25000">
                <a:cs typeface="Arial" panose="020B0604020202020204" pitchFamily="34" charset="0"/>
                <a:sym typeface="Symbol" panose="05050102010706020507" pitchFamily="18" charset="2"/>
              </a:rPr>
              <a:t>1 </a:t>
            </a:r>
            <a:r>
              <a:rPr lang="en-US" altLang="en-US">
                <a:cs typeface="Arial" panose="020B0604020202020204" pitchFamily="34" charset="0"/>
                <a:sym typeface="Symbol" panose="05050102010706020507" pitchFamily="18" charset="2"/>
              </a:rPr>
              <a:t>nên:</a:t>
            </a:r>
          </a:p>
          <a:p>
            <a:pPr algn="just" fontAlgn="base">
              <a:spcBef>
                <a:spcPct val="50000"/>
              </a:spcBef>
              <a:spcAft>
                <a:spcPct val="0"/>
              </a:spcAft>
            </a:pPr>
            <a:r>
              <a:rPr lang="en-US" altLang="en-US">
                <a:cs typeface="Arial" panose="020B0604020202020204" pitchFamily="34" charset="0"/>
                <a:sym typeface="Symbol" panose="05050102010706020507" pitchFamily="18" charset="2"/>
              </a:rPr>
              <a:t>+ Khi </a:t>
            </a:r>
            <a:r>
              <a:rPr lang="en-US" altLang="en-US" baseline="-25000">
                <a:cs typeface="Arial" panose="020B0604020202020204" pitchFamily="34" charset="0"/>
                <a:sym typeface="Symbol" panose="05050102010706020507" pitchFamily="18" charset="2"/>
              </a:rPr>
              <a:t>1</a:t>
            </a:r>
            <a:r>
              <a:rPr lang="en-US" altLang="en-US">
                <a:cs typeface="Arial" panose="020B0604020202020204" pitchFamily="34" charset="0"/>
                <a:sym typeface="Symbol" panose="05050102010706020507" pitchFamily="18" charset="2"/>
              </a:rPr>
              <a:t> // </a:t>
            </a:r>
            <a:r>
              <a:rPr lang="en-US" altLang="en-US" baseline="-25000">
                <a:cs typeface="Arial" panose="020B0604020202020204" pitchFamily="34" charset="0"/>
                <a:sym typeface="Symbol" panose="05050102010706020507" pitchFamily="18" charset="2"/>
              </a:rPr>
              <a:t>2</a:t>
            </a:r>
            <a:r>
              <a:rPr lang="en-US" altLang="en-US">
                <a:cs typeface="Arial" panose="020B0604020202020204" pitchFamily="34" charset="0"/>
                <a:sym typeface="Symbol" panose="05050102010706020507" pitchFamily="18" charset="2"/>
              </a:rPr>
              <a:t>: T</a:t>
            </a:r>
            <a:r>
              <a:rPr lang="en-US" altLang="en-US" baseline="-25000">
                <a:cs typeface="Arial" panose="020B0604020202020204" pitchFamily="34" charset="0"/>
                <a:sym typeface="Symbol" panose="05050102010706020507" pitchFamily="18" charset="2"/>
              </a:rPr>
              <a:t>2</a:t>
            </a:r>
            <a:r>
              <a:rPr lang="en-US" altLang="en-US">
                <a:cs typeface="Arial" panose="020B0604020202020204" pitchFamily="34" charset="0"/>
                <a:sym typeface="Symbol" panose="05050102010706020507" pitchFamily="18" charset="2"/>
              </a:rPr>
              <a:t> cho qua hoàn toàn: </a:t>
            </a:r>
            <a:r>
              <a:rPr lang="en-US" altLang="en-US" i="1">
                <a:latin typeface="Times New Roman" panose="02020603050405020304" pitchFamily="18" charset="0"/>
                <a:cs typeface="Times New Roman" panose="02020603050405020304" pitchFamily="18" charset="0"/>
                <a:sym typeface="Symbol" panose="05050102010706020507" pitchFamily="18" charset="2"/>
              </a:rPr>
              <a:t>I</a:t>
            </a:r>
            <a:r>
              <a:rPr lang="en-US" altLang="en-US" i="1" baseline="-25000">
                <a:latin typeface="Times New Roman" panose="02020603050405020304" pitchFamily="18" charset="0"/>
                <a:cs typeface="Times New Roman" panose="02020603050405020304" pitchFamily="18" charset="0"/>
                <a:sym typeface="Symbol" panose="05050102010706020507" pitchFamily="18" charset="2"/>
              </a:rPr>
              <a:t>2</a:t>
            </a:r>
            <a:r>
              <a:rPr lang="en-US" altLang="en-US">
                <a:cs typeface="Arial" panose="020B0604020202020204" pitchFamily="34" charset="0"/>
                <a:sym typeface="Symbol" panose="05050102010706020507" pitchFamily="18" charset="2"/>
              </a:rPr>
              <a:t> lớn nhất: </a:t>
            </a:r>
            <a:r>
              <a:rPr lang="en-US" altLang="en-US" b="1" i="1">
                <a:latin typeface="Times New Roman" panose="02020603050405020304" pitchFamily="18" charset="0"/>
                <a:cs typeface="Times New Roman" panose="02020603050405020304" pitchFamily="18" charset="0"/>
                <a:sym typeface="Symbol" panose="05050102010706020507" pitchFamily="18" charset="2"/>
              </a:rPr>
              <a:t>I</a:t>
            </a:r>
            <a:r>
              <a:rPr lang="en-US" altLang="en-US" b="1" i="1" baseline="-25000">
                <a:latin typeface="Times New Roman" panose="02020603050405020304" pitchFamily="18" charset="0"/>
                <a:cs typeface="Times New Roman" panose="02020603050405020304" pitchFamily="18" charset="0"/>
                <a:sym typeface="Symbol" panose="05050102010706020507" pitchFamily="18" charset="2"/>
              </a:rPr>
              <a:t>2max</a:t>
            </a:r>
            <a:endParaRPr lang="en-US" altLang="en-US" b="1" i="1">
              <a:latin typeface="Times New Roman" panose="02020603050405020304" pitchFamily="18" charset="0"/>
              <a:cs typeface="Times New Roman" panose="02020603050405020304" pitchFamily="18" charset="0"/>
              <a:sym typeface="Symbol" panose="05050102010706020507" pitchFamily="18" charset="2"/>
            </a:endParaRPr>
          </a:p>
          <a:p>
            <a:pPr algn="just" fontAlgn="base">
              <a:spcBef>
                <a:spcPct val="50000"/>
              </a:spcBef>
              <a:spcAft>
                <a:spcPct val="0"/>
              </a:spcAft>
            </a:pPr>
            <a:r>
              <a:rPr lang="en-US" altLang="en-US">
                <a:cs typeface="Arial" panose="020B0604020202020204" pitchFamily="34" charset="0"/>
                <a:sym typeface="Symbol" panose="05050102010706020507" pitchFamily="18" charset="2"/>
              </a:rPr>
              <a:t>+ Khi </a:t>
            </a:r>
            <a:r>
              <a:rPr lang="en-US" altLang="en-US" baseline="-25000">
                <a:cs typeface="Arial" panose="020B0604020202020204" pitchFamily="34" charset="0"/>
                <a:sym typeface="Symbol" panose="05050102010706020507" pitchFamily="18" charset="2"/>
              </a:rPr>
              <a:t>1</a:t>
            </a:r>
            <a:r>
              <a:rPr lang="en-US" altLang="en-US">
                <a:cs typeface="Arial" panose="020B0604020202020204" pitchFamily="34" charset="0"/>
                <a:sym typeface="Symbol" panose="05050102010706020507" pitchFamily="18" charset="2"/>
              </a:rPr>
              <a:t>  </a:t>
            </a:r>
            <a:r>
              <a:rPr lang="en-US" altLang="en-US" baseline="-25000">
                <a:cs typeface="Arial" panose="020B0604020202020204" pitchFamily="34" charset="0"/>
                <a:sym typeface="Symbol" panose="05050102010706020507" pitchFamily="18" charset="2"/>
              </a:rPr>
              <a:t>2</a:t>
            </a:r>
            <a:r>
              <a:rPr lang="en-US" altLang="en-US">
                <a:cs typeface="Arial" panose="020B0604020202020204" pitchFamily="34" charset="0"/>
                <a:sym typeface="Symbol" panose="05050102010706020507" pitchFamily="18" charset="2"/>
              </a:rPr>
              <a:t>: T</a:t>
            </a:r>
            <a:r>
              <a:rPr lang="en-US" altLang="en-US" baseline="-25000">
                <a:cs typeface="Arial" panose="020B0604020202020204" pitchFamily="34" charset="0"/>
                <a:sym typeface="Symbol" panose="05050102010706020507" pitchFamily="18" charset="2"/>
              </a:rPr>
              <a:t>2</a:t>
            </a:r>
            <a:r>
              <a:rPr lang="en-US" altLang="en-US">
                <a:cs typeface="Arial" panose="020B0604020202020204" pitchFamily="34" charset="0"/>
                <a:sym typeface="Symbol" panose="05050102010706020507" pitchFamily="18" charset="2"/>
              </a:rPr>
              <a:t> hấp thụ hoàn toàn: </a:t>
            </a:r>
            <a:r>
              <a:rPr lang="en-US" altLang="en-US" i="1">
                <a:latin typeface="Times New Roman" panose="02020603050405020304" pitchFamily="18" charset="0"/>
                <a:cs typeface="Times New Roman" panose="02020603050405020304" pitchFamily="18" charset="0"/>
                <a:sym typeface="Symbol" panose="05050102010706020507" pitchFamily="18" charset="2"/>
              </a:rPr>
              <a:t>I</a:t>
            </a:r>
            <a:r>
              <a:rPr lang="en-US" altLang="en-US" i="1" baseline="-25000">
                <a:latin typeface="Times New Roman" panose="02020603050405020304" pitchFamily="18" charset="0"/>
                <a:cs typeface="Times New Roman" panose="02020603050405020304" pitchFamily="18" charset="0"/>
                <a:sym typeface="Symbol" panose="05050102010706020507" pitchFamily="18" charset="2"/>
              </a:rPr>
              <a:t>2  </a:t>
            </a:r>
            <a:r>
              <a:rPr lang="en-US" altLang="en-US">
                <a:cs typeface="Arial" panose="020B0604020202020204" pitchFamily="34" charset="0"/>
                <a:sym typeface="Symbol" panose="05050102010706020507" pitchFamily="18" charset="2"/>
              </a:rPr>
              <a:t>nhỏ nhất: </a:t>
            </a:r>
            <a:r>
              <a:rPr lang="en-US" altLang="en-US" b="1" i="1">
                <a:latin typeface="Times New Roman" panose="02020603050405020304" pitchFamily="18" charset="0"/>
                <a:cs typeface="Times New Roman" panose="02020603050405020304" pitchFamily="18" charset="0"/>
                <a:sym typeface="Symbol" panose="05050102010706020507" pitchFamily="18" charset="2"/>
              </a:rPr>
              <a:t>I</a:t>
            </a:r>
            <a:r>
              <a:rPr lang="en-US" altLang="en-US" b="1" i="1" baseline="-25000">
                <a:latin typeface="Times New Roman" panose="02020603050405020304" pitchFamily="18" charset="0"/>
                <a:cs typeface="Times New Roman" panose="02020603050405020304" pitchFamily="18" charset="0"/>
                <a:sym typeface="Symbol" panose="05050102010706020507" pitchFamily="18" charset="2"/>
              </a:rPr>
              <a:t>2min</a:t>
            </a:r>
          </a:p>
          <a:p>
            <a:pPr algn="just" fontAlgn="base">
              <a:spcBef>
                <a:spcPct val="50000"/>
              </a:spcBef>
              <a:spcAft>
                <a:spcPct val="0"/>
              </a:spcAft>
            </a:pPr>
            <a:r>
              <a:rPr lang="en-US" altLang="en-US">
                <a:cs typeface="Arial" panose="020B0604020202020204" pitchFamily="34" charset="0"/>
                <a:sym typeface="Symbol" panose="05050102010706020507" pitchFamily="18" charset="2"/>
              </a:rPr>
              <a:t>+ Khi </a:t>
            </a:r>
            <a:r>
              <a:rPr lang="en-US" altLang="en-US" baseline="-25000">
                <a:cs typeface="Arial" panose="020B0604020202020204" pitchFamily="34" charset="0"/>
                <a:sym typeface="Symbol" panose="05050102010706020507" pitchFamily="18" charset="2"/>
              </a:rPr>
              <a:t>1</a:t>
            </a:r>
            <a:r>
              <a:rPr lang="en-US" altLang="en-US">
                <a:cs typeface="Arial" panose="020B0604020202020204" pitchFamily="34" charset="0"/>
                <a:sym typeface="Symbol" panose="05050102010706020507" pitchFamily="18" charset="2"/>
              </a:rPr>
              <a:t>  </a:t>
            </a:r>
            <a:r>
              <a:rPr lang="en-US" altLang="en-US" baseline="-25000">
                <a:cs typeface="Arial" panose="020B0604020202020204" pitchFamily="34" charset="0"/>
                <a:sym typeface="Symbol" panose="05050102010706020507" pitchFamily="18" charset="2"/>
              </a:rPr>
              <a:t>2</a:t>
            </a:r>
            <a:r>
              <a:rPr lang="en-US" altLang="en-US">
                <a:cs typeface="Arial" panose="020B0604020202020204" pitchFamily="34" charset="0"/>
                <a:sym typeface="Symbol" panose="05050102010706020507" pitchFamily="18" charset="2"/>
              </a:rPr>
              <a:t>: T</a:t>
            </a:r>
            <a:r>
              <a:rPr lang="en-US" altLang="en-US" baseline="-25000">
                <a:cs typeface="Arial" panose="020B0604020202020204" pitchFamily="34" charset="0"/>
                <a:sym typeface="Symbol" panose="05050102010706020507" pitchFamily="18" charset="2"/>
              </a:rPr>
              <a:t>2</a:t>
            </a:r>
            <a:r>
              <a:rPr lang="en-US" altLang="en-US">
                <a:cs typeface="Arial" panose="020B0604020202020204" pitchFamily="34" charset="0"/>
                <a:sym typeface="Symbol" panose="05050102010706020507" pitchFamily="18" charset="2"/>
              </a:rPr>
              <a:t> cho qua một phần, </a:t>
            </a:r>
            <a:r>
              <a:rPr lang="en-US" altLang="en-US" i="1">
                <a:latin typeface="Times New Roman" panose="02020603050405020304" pitchFamily="18" charset="0"/>
                <a:cs typeface="Times New Roman" panose="02020603050405020304" pitchFamily="18" charset="0"/>
                <a:sym typeface="Symbol" panose="05050102010706020507" pitchFamily="18" charset="2"/>
              </a:rPr>
              <a:t>I</a:t>
            </a:r>
            <a:r>
              <a:rPr lang="en-US" altLang="en-US" i="1" baseline="-25000">
                <a:latin typeface="Times New Roman" panose="02020603050405020304" pitchFamily="18" charset="0"/>
                <a:cs typeface="Times New Roman" panose="02020603050405020304" pitchFamily="18" charset="0"/>
                <a:sym typeface="Symbol" panose="05050102010706020507" pitchFamily="18" charset="2"/>
              </a:rPr>
              <a:t>2</a:t>
            </a:r>
            <a:r>
              <a:rPr lang="en-US" altLang="en-US">
                <a:cs typeface="Arial" panose="020B0604020202020204" pitchFamily="34" charset="0"/>
                <a:sym typeface="Symbol" panose="05050102010706020507" pitchFamily="18" charset="2"/>
              </a:rPr>
              <a:t> nhận giá trị trung gian là: </a:t>
            </a:r>
            <a:r>
              <a:rPr lang="en-US" altLang="en-US" b="1" i="1">
                <a:latin typeface="Times New Roman" panose="02020603050405020304" pitchFamily="18" charset="0"/>
                <a:cs typeface="Times New Roman" panose="02020603050405020304" pitchFamily="18" charset="0"/>
                <a:sym typeface="Symbol" panose="05050102010706020507" pitchFamily="18" charset="2"/>
              </a:rPr>
              <a:t>0 &lt; I</a:t>
            </a:r>
            <a:r>
              <a:rPr lang="en-US" altLang="en-US" b="1" i="1" baseline="-25000">
                <a:latin typeface="Times New Roman" panose="02020603050405020304" pitchFamily="18" charset="0"/>
                <a:cs typeface="Times New Roman" panose="02020603050405020304" pitchFamily="18" charset="0"/>
                <a:sym typeface="Symbol" panose="05050102010706020507" pitchFamily="18" charset="2"/>
              </a:rPr>
              <a:t>2</a:t>
            </a:r>
            <a:r>
              <a:rPr lang="en-US" altLang="en-US" b="1" i="1">
                <a:latin typeface="Times New Roman" panose="02020603050405020304" pitchFamily="18" charset="0"/>
                <a:cs typeface="Times New Roman" panose="02020603050405020304" pitchFamily="18" charset="0"/>
                <a:sym typeface="Symbol" panose="05050102010706020507" pitchFamily="18" charset="2"/>
              </a:rPr>
              <a:t> &lt; I</a:t>
            </a:r>
            <a:r>
              <a:rPr lang="en-US" altLang="en-US" b="1" i="1" baseline="-25000">
                <a:latin typeface="Times New Roman" panose="02020603050405020304" pitchFamily="18" charset="0"/>
                <a:cs typeface="Times New Roman" panose="02020603050405020304" pitchFamily="18" charset="0"/>
                <a:sym typeface="Symbol" panose="05050102010706020507" pitchFamily="18" charset="2"/>
              </a:rPr>
              <a:t>2max</a:t>
            </a:r>
            <a:endParaRPr lang="en-US" altLang="en-US" sz="1800" b="1" i="1">
              <a:latin typeface="Times New Roman" panose="02020603050405020304" pitchFamily="18" charset="0"/>
              <a:cs typeface="Times New Roman" panose="02020603050405020304" pitchFamily="18" charset="0"/>
              <a:sym typeface="Symbol" panose="05050102010706020507" pitchFamily="18" charset="2"/>
            </a:endParaRPr>
          </a:p>
        </p:txBody>
      </p:sp>
      <p:sp>
        <p:nvSpPr>
          <p:cNvPr id="19" name="TextBox 18">
            <a:extLst>
              <a:ext uri="{FF2B5EF4-FFF2-40B4-BE49-F238E27FC236}">
                <a16:creationId xmlns:a16="http://schemas.microsoft.com/office/drawing/2014/main" id="{D1AC3E55-DE10-0074-0473-DEB62A49A514}"/>
              </a:ext>
            </a:extLst>
          </p:cNvPr>
          <p:cNvSpPr txBox="1"/>
          <p:nvPr/>
        </p:nvSpPr>
        <p:spPr>
          <a:xfrm>
            <a:off x="1772566" y="3841803"/>
            <a:ext cx="6096000" cy="369332"/>
          </a:xfrm>
          <a:prstGeom prst="rect">
            <a:avLst/>
          </a:prstGeom>
          <a:noFill/>
        </p:spPr>
        <p:txBody>
          <a:bodyPr wrap="square">
            <a:spAutoFit/>
          </a:bodyPr>
          <a:lstStyle/>
          <a:p>
            <a:r>
              <a:rPr lang="en-US" altLang="en-US">
                <a:cs typeface="Arial" panose="020B0604020202020204" pitchFamily="34" charset="0"/>
                <a:sym typeface="Symbol" panose="05050102010706020507" pitchFamily="18" charset="2"/>
              </a:rPr>
              <a:t>Với </a:t>
            </a:r>
            <a:r>
              <a:rPr lang="en-US" altLang="en-US" b="1" i="1">
                <a:latin typeface="Times New Roman" panose="02020603050405020304" pitchFamily="18" charset="0"/>
                <a:cs typeface="Times New Roman" panose="02020603050405020304" pitchFamily="18" charset="0"/>
                <a:sym typeface="Symbol" panose="05050102010706020507" pitchFamily="18" charset="2"/>
              </a:rPr>
              <a:t>I</a:t>
            </a:r>
            <a:r>
              <a:rPr lang="en-US" altLang="en-US" b="1" i="1" baseline="-25000">
                <a:latin typeface="Times New Roman" panose="02020603050405020304" pitchFamily="18" charset="0"/>
                <a:cs typeface="Times New Roman" panose="02020603050405020304" pitchFamily="18" charset="0"/>
                <a:sym typeface="Symbol" panose="05050102010706020507" pitchFamily="18" charset="2"/>
              </a:rPr>
              <a:t>1</a:t>
            </a:r>
            <a:r>
              <a:rPr lang="en-US" altLang="en-US">
                <a:cs typeface="Arial" panose="020B0604020202020204" pitchFamily="34" charset="0"/>
                <a:sym typeface="Symbol" panose="05050102010706020507" pitchFamily="18" charset="2"/>
              </a:rPr>
              <a:t> là cường độ sáng sau bản T</a:t>
            </a:r>
            <a:r>
              <a:rPr lang="en-US" altLang="en-US" baseline="-25000">
                <a:cs typeface="Arial" panose="020B0604020202020204" pitchFamily="34" charset="0"/>
                <a:sym typeface="Symbol" panose="05050102010706020507" pitchFamily="18" charset="2"/>
              </a:rPr>
              <a:t>1</a:t>
            </a:r>
            <a:r>
              <a:rPr lang="en-US" altLang="en-US">
                <a:cs typeface="Arial" panose="020B0604020202020204" pitchFamily="34" charset="0"/>
                <a:sym typeface="Symbol" panose="05050102010706020507" pitchFamily="18" charset="2"/>
              </a:rPr>
              <a:t>.</a:t>
            </a:r>
            <a:endParaRPr lang="en-US"/>
          </a:p>
        </p:txBody>
      </p:sp>
    </p:spTree>
    <p:extLst>
      <p:ext uri="{BB962C8B-B14F-4D97-AF65-F5344CB8AC3E}">
        <p14:creationId xmlns:p14="http://schemas.microsoft.com/office/powerpoint/2010/main" val="874973412"/>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B2BE39D-5849-4470-9EEE-038DA10D60D4}"/>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CADC559B-3878-5EB9-3882-BC4A1DC65A20}"/>
              </a:ext>
            </a:extLst>
          </p:cNvPr>
          <p:cNvSpPr txBox="1"/>
          <p:nvPr/>
        </p:nvSpPr>
        <p:spPr>
          <a:xfrm>
            <a:off x="356462" y="178430"/>
            <a:ext cx="11747908"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ko-KR" sz="1800" b="1" i="0" u="none" strike="noStrike" kern="0" cap="none" spc="0" normalizeH="0" baseline="0" noProof="0">
                <a:ln>
                  <a:noFill/>
                </a:ln>
                <a:solidFill>
                  <a:srgbClr val="FF0000"/>
                </a:solidFill>
                <a:effectLst/>
                <a:uLnTx/>
                <a:uFillTx/>
                <a:latin typeface="Arial"/>
                <a:cs typeface="+mn-cs"/>
              </a:rPr>
              <a:t>5.3.2. Khái niệm ánh sáng tự nhiên và ánh sáng phân cực. Giải thích hiện tượng phân cực ánh sáng</a:t>
            </a:r>
            <a:endParaRPr kumimoji="0" lang="en-US" altLang="ko-KR" sz="1800" b="1" i="0" u="none" strike="noStrike" kern="0" cap="none" spc="0" normalizeH="0" baseline="0" noProof="0" dirty="0">
              <a:ln>
                <a:noFill/>
              </a:ln>
              <a:solidFill>
                <a:srgbClr val="FF0000"/>
              </a:solidFill>
              <a:effectLst/>
              <a:uLnTx/>
              <a:uFillTx/>
              <a:latin typeface="Arial"/>
              <a:cs typeface="+mn-cs"/>
            </a:endParaRPr>
          </a:p>
        </p:txBody>
      </p:sp>
      <p:sp>
        <p:nvSpPr>
          <p:cNvPr id="3" name="Text Box 5">
            <a:extLst>
              <a:ext uri="{FF2B5EF4-FFF2-40B4-BE49-F238E27FC236}">
                <a16:creationId xmlns:a16="http://schemas.microsoft.com/office/drawing/2014/main" id="{8CCD6B04-3CFE-26DC-5E95-6D74E4177E9C}"/>
              </a:ext>
            </a:extLst>
          </p:cNvPr>
          <p:cNvSpPr txBox="1">
            <a:spLocks noChangeArrowheads="1"/>
          </p:cNvSpPr>
          <p:nvPr/>
        </p:nvSpPr>
        <p:spPr bwMode="auto">
          <a:xfrm>
            <a:off x="356462" y="547762"/>
            <a:ext cx="6007762" cy="3385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0" lang="en-US" altLang="en-US" sz="1600" b="1" i="1" u="none" strike="noStrike" kern="1200" cap="none" spc="0" normalizeH="0" baseline="0" noProof="0">
                <a:ln>
                  <a:noFill/>
                </a:ln>
                <a:solidFill>
                  <a:srgbClr val="0070C0"/>
                </a:solidFill>
                <a:effectLst/>
                <a:uLnTx/>
                <a:uFillTx/>
                <a:latin typeface="Arial"/>
                <a:cs typeface="Arial" panose="020B0604020202020204" pitchFamily="34" charset="0"/>
              </a:rPr>
              <a:t>c) Ý nghĩa của hiện tượng phân cực ánh sáng</a:t>
            </a:r>
          </a:p>
        </p:txBody>
      </p:sp>
      <mc:AlternateContent xmlns:mc="http://schemas.openxmlformats.org/markup-compatibility/2006" xmlns:a14="http://schemas.microsoft.com/office/drawing/2010/main">
        <mc:Choice Requires="a14">
          <p:sp>
            <p:nvSpPr>
              <p:cNvPr id="12" name="Text Box 7">
                <a:extLst>
                  <a:ext uri="{FF2B5EF4-FFF2-40B4-BE49-F238E27FC236}">
                    <a16:creationId xmlns:a16="http://schemas.microsoft.com/office/drawing/2014/main" id="{339F1D6A-7F13-3DDC-35A2-B8A85F2B691D}"/>
                  </a:ext>
                </a:extLst>
              </p:cNvPr>
              <p:cNvSpPr txBox="1">
                <a:spLocks noChangeArrowheads="1"/>
              </p:cNvSpPr>
              <p:nvPr/>
            </p:nvSpPr>
            <p:spPr bwMode="auto">
              <a:xfrm>
                <a:off x="356462" y="917094"/>
                <a:ext cx="11555122" cy="1510926"/>
              </a:xfrm>
              <a:prstGeom prst="rect">
                <a:avLst/>
              </a:prstGeom>
              <a:noFill/>
              <a:ln>
                <a:noFill/>
              </a:ln>
              <a:effectLst/>
              <a:extLst>
                <a:ext uri="{909E8E84-426E-40DD-AFC4-6F175D3DCCD1}">
                  <a14:hiddenFill>
                    <a:solidFill>
                      <a:schemeClr val="accent1"/>
                    </a:solidFill>
                  </a14:hiddenFill>
                </a:ext>
                <a:ext uri="{91240B29-F687-4F45-9708-019B960494DF}">
                  <a14:hiddenLine w="12700" cap="sq">
                    <a:solidFill>
                      <a:schemeClr val="tx1"/>
                    </a:solidFill>
                    <a:miter lim="800000"/>
                    <a:headEnd type="none" w="sm" len="sm"/>
                    <a:tailEnd type="none" w="sm" len="sm"/>
                  </a14:hiddenLine>
                </a:ext>
                <a:ext uri="{AF507438-7753-43E0-B8FC-AC1667EBCBE1}">
                  <a14:hiddenEffects>
                    <a:effectLst>
                      <a:outerShdw dist="35921" dir="2700000" algn="ctr" rotWithShape="0">
                        <a:schemeClr val="bg2"/>
                      </a:outerShdw>
                    </a:effectLst>
                  </a14:hiddenEffects>
                </a:ext>
              </a:extLst>
            </p:spPr>
            <p:txBody>
              <a:bodyPr wrap="square">
                <a:spAutoFit/>
              </a:bodyPr>
              <a:lstStyle/>
              <a:p>
                <a:pPr marL="0" marR="0" lvl="0" indent="0" algn="just" defTabSz="914400" rtl="0" eaLnBrk="1" fontAlgn="base" latinLnBrk="0" hangingPunct="1">
                  <a:lnSpc>
                    <a:spcPct val="100000"/>
                  </a:lnSpc>
                  <a:spcBef>
                    <a:spcPts val="0"/>
                  </a:spcBef>
                  <a:spcAft>
                    <a:spcPct val="0"/>
                  </a:spcAft>
                  <a:buClrTx/>
                  <a:buSzTx/>
                  <a:buFontTx/>
                  <a:buNone/>
                  <a:tabLst/>
                  <a:defRPr/>
                </a:pPr>
                <a:r>
                  <a:rPr kumimoji="0" lang="en-US" altLang="en-US" sz="1800" i="0" u="none" strike="noStrike" kern="1200" cap="none" spc="0" normalizeH="0" baseline="0" noProof="0">
                    <a:ln>
                      <a:noFill/>
                    </a:ln>
                    <a:effectLst/>
                    <a:uLnTx/>
                    <a:uFillTx/>
                    <a:latin typeface="Arial"/>
                    <a:cs typeface="Arial" panose="020B0604020202020204" pitchFamily="34" charset="0"/>
                    <a:sym typeface="Wingdings" panose="05000000000000000000" pitchFamily="2" charset="2"/>
                  </a:rPr>
                  <a:t>Hiện tượng phân cực ánh sáng chứng tỏ:</a:t>
                </a:r>
              </a:p>
              <a:p>
                <a:pPr marL="0" marR="0" lvl="0" indent="0" algn="just" defTabSz="914400" rtl="0" eaLnBrk="1" fontAlgn="base" latinLnBrk="0" hangingPunct="1">
                  <a:lnSpc>
                    <a:spcPct val="100000"/>
                  </a:lnSpc>
                  <a:spcBef>
                    <a:spcPts val="0"/>
                  </a:spcBef>
                  <a:spcAft>
                    <a:spcPct val="0"/>
                  </a:spcAft>
                  <a:buClrTx/>
                  <a:buSzTx/>
                  <a:buFontTx/>
                  <a:buNone/>
                  <a:tabLst/>
                  <a:defRPr/>
                </a:pPr>
                <a:r>
                  <a:rPr lang="en-US" altLang="en-US">
                    <a:latin typeface="Arial"/>
                    <a:cs typeface="Arial" panose="020B0604020202020204" pitchFamily="34" charset="0"/>
                    <a:sym typeface="Wingdings" panose="05000000000000000000" pitchFamily="2" charset="2"/>
                  </a:rPr>
                  <a:t>- Ánh sáng có bản chất sóng.</a:t>
                </a:r>
              </a:p>
              <a:p>
                <a:pPr lvl="0" algn="just" fontAlgn="base">
                  <a:spcAft>
                    <a:spcPct val="0"/>
                  </a:spcAft>
                </a:pPr>
                <a:r>
                  <a:rPr kumimoji="0" lang="en-US" altLang="en-US" sz="1800" i="0" u="none" strike="noStrike" kern="1200" cap="none" spc="0" normalizeH="0" baseline="0" noProof="0">
                    <a:ln>
                      <a:noFill/>
                    </a:ln>
                    <a:effectLst/>
                    <a:uLnTx/>
                    <a:uFillTx/>
                    <a:latin typeface="Arial"/>
                    <a:cs typeface="Arial" panose="020B0604020202020204" pitchFamily="34" charset="0"/>
                  </a:rPr>
                  <a:t>- Sóng ánh sáng là sóng ngang: Trong quá trình lan truyền trường điện từ để tạo thành sóng điện từ thì véctơ điện trường </a:t>
                </a:r>
                <a14:m>
                  <m:oMath xmlns:m="http://schemas.openxmlformats.org/officeDocument/2006/math">
                    <m:acc>
                      <m:accPr>
                        <m:chr m:val="⃗"/>
                        <m:ctrlPr>
                          <a:rPr kumimoji="0" lang="en-US" altLang="en-US" sz="1800" i="1" u="none" strike="noStrike" kern="1200" cap="none" spc="0" normalizeH="0" baseline="0" noProof="0" smtClean="0">
                            <a:ln>
                              <a:noFill/>
                            </a:ln>
                            <a:effectLst/>
                            <a:uLnTx/>
                            <a:uFillTx/>
                            <a:latin typeface="Cambria Math" panose="02040503050406030204" pitchFamily="18" charset="0"/>
                            <a:cs typeface="Arial" panose="020B0604020202020204" pitchFamily="34" charset="0"/>
                          </a:rPr>
                        </m:ctrlPr>
                      </m:accPr>
                      <m:e>
                        <m:r>
                          <a:rPr kumimoji="0" lang="en-US" altLang="en-US" sz="1800" b="0" i="1" u="none" strike="noStrike" kern="1200" cap="none" spc="0" normalizeH="0" baseline="0" noProof="0" smtClean="0">
                            <a:ln>
                              <a:noFill/>
                            </a:ln>
                            <a:effectLst/>
                            <a:uLnTx/>
                            <a:uFillTx/>
                            <a:latin typeface="Cambria Math" panose="02040503050406030204" pitchFamily="18" charset="0"/>
                            <a:cs typeface="Arial" panose="020B0604020202020204" pitchFamily="34" charset="0"/>
                          </a:rPr>
                          <m:t>𝐸</m:t>
                        </m:r>
                      </m:e>
                    </m:acc>
                  </m:oMath>
                </a14:m>
                <a:r>
                  <a:rPr kumimoji="0" lang="en-US" altLang="en-US" sz="1800" i="0" u="none" strike="noStrike" kern="1200" cap="none" spc="0" normalizeH="0" baseline="0" noProof="0">
                    <a:ln>
                      <a:noFill/>
                    </a:ln>
                    <a:effectLst/>
                    <a:uLnTx/>
                    <a:uFillTx/>
                    <a:latin typeface="Arial"/>
                    <a:cs typeface="Arial" panose="020B0604020202020204" pitchFamily="34" charset="0"/>
                  </a:rPr>
                  <a:t> và</a:t>
                </a:r>
                <a:r>
                  <a:rPr kumimoji="0" lang="en-US" altLang="en-US" sz="1800" i="0" u="none" strike="noStrike" kern="1200" cap="none" spc="0" normalizeH="0" noProof="0">
                    <a:ln>
                      <a:noFill/>
                    </a:ln>
                    <a:effectLst/>
                    <a:uLnTx/>
                    <a:uFillTx/>
                    <a:latin typeface="Arial"/>
                    <a:cs typeface="Arial" panose="020B0604020202020204" pitchFamily="34" charset="0"/>
                  </a:rPr>
                  <a:t> véctơ từ trường </a:t>
                </a:r>
                <a14:m>
                  <m:oMath xmlns:m="http://schemas.openxmlformats.org/officeDocument/2006/math">
                    <m:acc>
                      <m:accPr>
                        <m:chr m:val="⃗"/>
                        <m:ctrlPr>
                          <a:rPr lang="en-US" altLang="en-US" i="1">
                            <a:latin typeface="Cambria Math" panose="02040503050406030204" pitchFamily="18" charset="0"/>
                            <a:cs typeface="Arial" panose="020B0604020202020204" pitchFamily="34" charset="0"/>
                          </a:rPr>
                        </m:ctrlPr>
                      </m:accPr>
                      <m:e>
                        <m:r>
                          <a:rPr lang="en-US" altLang="en-US" b="0" i="1" smtClean="0">
                            <a:latin typeface="Cambria Math" panose="02040503050406030204" pitchFamily="18" charset="0"/>
                            <a:cs typeface="Arial" panose="020B0604020202020204" pitchFamily="34" charset="0"/>
                          </a:rPr>
                          <m:t>𝐵</m:t>
                        </m:r>
                      </m:e>
                    </m:acc>
                  </m:oMath>
                </a14:m>
                <a:r>
                  <a:rPr lang="en-US" altLang="en-US">
                    <a:cs typeface="Arial" panose="020B0604020202020204" pitchFamily="34" charset="0"/>
                  </a:rPr>
                  <a:t> luôn vuông góc với nhau. Ba véctơ (</a:t>
                </a:r>
                <a14:m>
                  <m:oMath xmlns:m="http://schemas.openxmlformats.org/officeDocument/2006/math">
                    <m:acc>
                      <m:accPr>
                        <m:chr m:val="⃗"/>
                        <m:ctrlPr>
                          <a:rPr lang="en-US" altLang="en-US" i="1">
                            <a:latin typeface="Cambria Math" panose="02040503050406030204" pitchFamily="18" charset="0"/>
                            <a:cs typeface="Arial" panose="020B0604020202020204" pitchFamily="34" charset="0"/>
                          </a:rPr>
                        </m:ctrlPr>
                      </m:accPr>
                      <m:e>
                        <m:r>
                          <a:rPr lang="en-US" altLang="en-US" i="1">
                            <a:latin typeface="Cambria Math" panose="02040503050406030204" pitchFamily="18" charset="0"/>
                            <a:cs typeface="Arial" panose="020B0604020202020204" pitchFamily="34" charset="0"/>
                          </a:rPr>
                          <m:t>𝐸</m:t>
                        </m:r>
                      </m:e>
                    </m:acc>
                    <m:r>
                      <a:rPr lang="en-US" altLang="en-US" b="0" i="1" smtClean="0">
                        <a:latin typeface="Cambria Math" panose="02040503050406030204" pitchFamily="18" charset="0"/>
                        <a:cs typeface="Arial" panose="020B0604020202020204" pitchFamily="34" charset="0"/>
                      </a:rPr>
                      <m:t>,</m:t>
                    </m:r>
                    <m:acc>
                      <m:accPr>
                        <m:chr m:val="⃗"/>
                        <m:ctrlPr>
                          <a:rPr lang="en-US" altLang="en-US" i="1">
                            <a:latin typeface="Cambria Math" panose="02040503050406030204" pitchFamily="18" charset="0"/>
                            <a:cs typeface="Arial" panose="020B0604020202020204" pitchFamily="34" charset="0"/>
                          </a:rPr>
                        </m:ctrlPr>
                      </m:accPr>
                      <m:e>
                        <m:r>
                          <a:rPr lang="en-US" altLang="en-US" i="1">
                            <a:latin typeface="Cambria Math" panose="02040503050406030204" pitchFamily="18" charset="0"/>
                            <a:cs typeface="Arial" panose="020B0604020202020204" pitchFamily="34" charset="0"/>
                          </a:rPr>
                          <m:t>𝐵</m:t>
                        </m:r>
                      </m:e>
                    </m:acc>
                  </m:oMath>
                </a14:m>
                <a:r>
                  <a:rPr lang="en-US" altLang="en-US">
                    <a:cs typeface="Arial" panose="020B0604020202020204" pitchFamily="34" charset="0"/>
                  </a:rPr>
                  <a:t>, </a:t>
                </a:r>
                <a14:m>
                  <m:oMath xmlns:m="http://schemas.openxmlformats.org/officeDocument/2006/math">
                    <m:acc>
                      <m:accPr>
                        <m:chr m:val="⃗"/>
                        <m:ctrlPr>
                          <a:rPr lang="en-US" altLang="en-US" i="1">
                            <a:latin typeface="Cambria Math" panose="02040503050406030204" pitchFamily="18" charset="0"/>
                            <a:cs typeface="Arial" panose="020B0604020202020204" pitchFamily="34" charset="0"/>
                          </a:rPr>
                        </m:ctrlPr>
                      </m:accPr>
                      <m:e>
                        <m:r>
                          <a:rPr lang="en-US" altLang="en-US" b="0" i="1" smtClean="0">
                            <a:latin typeface="Cambria Math" panose="02040503050406030204" pitchFamily="18" charset="0"/>
                            <a:cs typeface="Arial" panose="020B0604020202020204" pitchFamily="34" charset="0"/>
                          </a:rPr>
                          <m:t>𝑣</m:t>
                        </m:r>
                      </m:e>
                    </m:acc>
                    <m:r>
                      <a:rPr lang="en-US" altLang="en-US" b="0" i="1" smtClean="0">
                        <a:latin typeface="Cambria Math" panose="02040503050406030204" pitchFamily="18" charset="0"/>
                        <a:cs typeface="Arial" panose="020B0604020202020204" pitchFamily="34" charset="0"/>
                      </a:rPr>
                      <m:t>)</m:t>
                    </m:r>
                  </m:oMath>
                </a14:m>
                <a:r>
                  <a:rPr lang="en-US" altLang="en-US">
                    <a:cs typeface="Arial" panose="020B0604020202020204" pitchFamily="34" charset="0"/>
                  </a:rPr>
                  <a:t> theo đúng trật tự này tạo thành một tam diện thuận vuông.</a:t>
                </a:r>
                <a:endParaRPr kumimoji="0" lang="en-US" altLang="en-US" sz="1800" i="0" u="none" strike="noStrike" kern="1200" cap="none" spc="0" normalizeH="0" baseline="0" noProof="0">
                  <a:ln>
                    <a:noFill/>
                  </a:ln>
                  <a:effectLst/>
                  <a:uLnTx/>
                  <a:uFillTx/>
                  <a:latin typeface="Arial"/>
                  <a:cs typeface="Arial" panose="020B0604020202020204" pitchFamily="34" charset="0"/>
                </a:endParaRPr>
              </a:p>
            </p:txBody>
          </p:sp>
        </mc:Choice>
        <mc:Fallback xmlns="">
          <p:sp>
            <p:nvSpPr>
              <p:cNvPr id="12" name="Text Box 7">
                <a:extLst>
                  <a:ext uri="{FF2B5EF4-FFF2-40B4-BE49-F238E27FC236}">
                    <a16:creationId xmlns:a16="http://schemas.microsoft.com/office/drawing/2014/main" id="{339F1D6A-7F13-3DDC-35A2-B8A85F2B691D}"/>
                  </a:ext>
                </a:extLst>
              </p:cNvPr>
              <p:cNvSpPr txBox="1">
                <a:spLocks noRot="1" noChangeAspect="1" noMove="1" noResize="1" noEditPoints="1" noAdjustHandles="1" noChangeArrowheads="1" noChangeShapeType="1" noTextEdit="1"/>
              </p:cNvSpPr>
              <p:nvPr/>
            </p:nvSpPr>
            <p:spPr bwMode="auto">
              <a:xfrm>
                <a:off x="356462" y="917094"/>
                <a:ext cx="11555122" cy="1510926"/>
              </a:xfrm>
              <a:prstGeom prst="rect">
                <a:avLst/>
              </a:prstGeom>
              <a:blipFill>
                <a:blip r:embed="rId2"/>
                <a:stretch>
                  <a:fillRect l="-422" t="-2016" r="-422" b="-5645"/>
                </a:stretch>
              </a:blip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r>
                  <a:rPr lang="en-US">
                    <a:noFill/>
                  </a:rPr>
                  <a:t> </a:t>
                </a:r>
              </a:p>
            </p:txBody>
          </p:sp>
        </mc:Fallback>
      </mc:AlternateContent>
    </p:spTree>
    <p:extLst>
      <p:ext uri="{BB962C8B-B14F-4D97-AF65-F5344CB8AC3E}">
        <p14:creationId xmlns:p14="http://schemas.microsoft.com/office/powerpoint/2010/main" val="3905298132"/>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0665" name="Picture 9">
            <a:extLst>
              <a:ext uri="{FF2B5EF4-FFF2-40B4-BE49-F238E27FC236}">
                <a16:creationId xmlns:a16="http://schemas.microsoft.com/office/drawing/2014/main" id="{B191A51D-39D1-958E-E1EC-E9899162BDD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458200" y="1142980"/>
            <a:ext cx="3733800" cy="3343275"/>
          </a:xfrm>
          <a:prstGeom prst="rect">
            <a:avLst/>
          </a:prstGeom>
          <a:noFill/>
          <a:extLst>
            <a:ext uri="{909E8E84-426E-40DD-AFC4-6F175D3DCCD1}">
              <a14:hiddenFill xmlns:a14="http://schemas.microsoft.com/office/drawing/2010/main">
                <a:solidFill>
                  <a:srgbClr val="FFFFFF"/>
                </a:solidFill>
              </a14:hiddenFill>
            </a:ext>
          </a:extLst>
        </p:spPr>
      </p:pic>
      <p:sp>
        <p:nvSpPr>
          <p:cNvPr id="2" name="TextBox 1">
            <a:extLst>
              <a:ext uri="{FF2B5EF4-FFF2-40B4-BE49-F238E27FC236}">
                <a16:creationId xmlns:a16="http://schemas.microsoft.com/office/drawing/2014/main" id="{CE8F3900-EA16-6CB6-0204-B2DB47232922}"/>
              </a:ext>
            </a:extLst>
          </p:cNvPr>
          <p:cNvSpPr txBox="1"/>
          <p:nvPr/>
        </p:nvSpPr>
        <p:spPr>
          <a:xfrm>
            <a:off x="394598" y="293279"/>
            <a:ext cx="11577946" cy="369332"/>
          </a:xfrm>
          <a:prstGeom prst="rect">
            <a:avLst/>
          </a:prstGeom>
          <a:noFill/>
        </p:spPr>
        <p:txBody>
          <a:bodyPr wrap="squar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lang="en-US" altLang="ko-KR" b="1" kern="0">
                <a:solidFill>
                  <a:srgbClr val="FF0000"/>
                </a:solidFill>
              </a:rPr>
              <a:t>5.3.3. Định luật Malus về </a:t>
            </a:r>
            <a:r>
              <a:rPr kumimoji="0" lang="en-US" altLang="ko-KR" b="1" i="0" u="none" strike="noStrike" kern="0" cap="none" spc="0" normalizeH="0" baseline="0" noProof="0">
                <a:ln>
                  <a:noFill/>
                </a:ln>
                <a:solidFill>
                  <a:srgbClr val="FF0000"/>
                </a:solidFill>
                <a:effectLst/>
                <a:uLnTx/>
                <a:uFillTx/>
              </a:rPr>
              <a:t>phân cực ánh sáng. Phân cực do phản xạ và khúc xạ</a:t>
            </a:r>
            <a:endParaRPr kumimoji="0" lang="en-US" altLang="ko-KR" b="1" i="0" u="none" strike="noStrike" kern="0" cap="none" spc="0" normalizeH="0" baseline="0" noProof="0" dirty="0">
              <a:ln>
                <a:noFill/>
              </a:ln>
              <a:solidFill>
                <a:srgbClr val="FF0000"/>
              </a:solidFill>
              <a:effectLst/>
              <a:uLnTx/>
              <a:uFillTx/>
            </a:endParaRPr>
          </a:p>
        </p:txBody>
      </p:sp>
      <p:sp>
        <p:nvSpPr>
          <p:cNvPr id="3" name="Text Box 6">
            <a:extLst>
              <a:ext uri="{FF2B5EF4-FFF2-40B4-BE49-F238E27FC236}">
                <a16:creationId xmlns:a16="http://schemas.microsoft.com/office/drawing/2014/main" id="{DDCD39FC-DA85-480F-E520-7DF19B7E77F5}"/>
              </a:ext>
            </a:extLst>
          </p:cNvPr>
          <p:cNvSpPr txBox="1">
            <a:spLocks noChangeArrowheads="1"/>
          </p:cNvSpPr>
          <p:nvPr/>
        </p:nvSpPr>
        <p:spPr bwMode="auto">
          <a:xfrm>
            <a:off x="373804" y="1190039"/>
            <a:ext cx="8879924" cy="73866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just" fontAlgn="base">
              <a:spcBef>
                <a:spcPct val="50000"/>
              </a:spcBef>
              <a:spcAft>
                <a:spcPct val="0"/>
              </a:spcAft>
            </a:pPr>
            <a:r>
              <a:rPr lang="en-US" altLang="en-US" b="1" i="1">
                <a:solidFill>
                  <a:srgbClr val="0070C0"/>
                </a:solidFill>
                <a:cs typeface="Arial" panose="020B0604020202020204" pitchFamily="34" charset="0"/>
              </a:rPr>
              <a:t>Phát biểu:</a:t>
            </a:r>
            <a:r>
              <a:rPr lang="en-US" altLang="en-US" b="1">
                <a:solidFill>
                  <a:srgbClr val="0070C0"/>
                </a:solidFill>
                <a:cs typeface="Arial" panose="020B0604020202020204" pitchFamily="34" charset="0"/>
              </a:rPr>
              <a:t> </a:t>
            </a:r>
            <a:r>
              <a:rPr lang="en-US" altLang="en-US">
                <a:cs typeface="Arial" panose="020B0604020202020204" pitchFamily="34" charset="0"/>
              </a:rPr>
              <a:t>Khi cho một chùm sáng tự nhiên rọi qua hai bản Tuamalin có quang trục hợp với nhau một góc </a:t>
            </a:r>
            <a:r>
              <a:rPr lang="en-US" altLang="en-US" sz="2400">
                <a:cs typeface="Arial" panose="020B0604020202020204" pitchFamily="34" charset="0"/>
                <a:sym typeface="Symbol" panose="05050102010706020507" pitchFamily="18" charset="2"/>
              </a:rPr>
              <a:t></a:t>
            </a:r>
            <a:r>
              <a:rPr lang="en-US" altLang="en-US">
                <a:cs typeface="Arial" panose="020B0604020202020204" pitchFamily="34" charset="0"/>
                <a:sym typeface="Symbol" panose="05050102010706020507" pitchFamily="18" charset="2"/>
              </a:rPr>
              <a:t> thì cường độ sáng nhận được sau hai bản tỉ lệ với cos</a:t>
            </a:r>
            <a:r>
              <a:rPr lang="en-US" altLang="en-US" baseline="30000">
                <a:cs typeface="Arial" panose="020B0604020202020204" pitchFamily="34" charset="0"/>
                <a:sym typeface="Symbol" panose="05050102010706020507" pitchFamily="18" charset="2"/>
              </a:rPr>
              <a:t>2</a:t>
            </a:r>
            <a:r>
              <a:rPr lang="en-US" altLang="en-US" sz="2400">
                <a:cs typeface="Arial" panose="020B0604020202020204" pitchFamily="34" charset="0"/>
                <a:sym typeface="Symbol" panose="05050102010706020507" pitchFamily="18" charset="2"/>
              </a:rPr>
              <a:t>.</a:t>
            </a:r>
            <a:r>
              <a:rPr lang="en-US" altLang="en-US">
                <a:cs typeface="Arial" panose="020B0604020202020204" pitchFamily="34" charset="0"/>
              </a:rPr>
              <a:t> </a:t>
            </a:r>
          </a:p>
        </p:txBody>
      </p:sp>
      <p:sp>
        <p:nvSpPr>
          <p:cNvPr id="4" name="Text Box 6">
            <a:extLst>
              <a:ext uri="{FF2B5EF4-FFF2-40B4-BE49-F238E27FC236}">
                <a16:creationId xmlns:a16="http://schemas.microsoft.com/office/drawing/2014/main" id="{AB8842C4-395B-D0C9-6708-62AE784D0330}"/>
              </a:ext>
            </a:extLst>
          </p:cNvPr>
          <p:cNvSpPr txBox="1">
            <a:spLocks noChangeArrowheads="1"/>
          </p:cNvSpPr>
          <p:nvPr/>
        </p:nvSpPr>
        <p:spPr bwMode="auto">
          <a:xfrm>
            <a:off x="394598" y="2145781"/>
            <a:ext cx="1458586"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just" fontAlgn="base">
              <a:spcBef>
                <a:spcPct val="50000"/>
              </a:spcBef>
              <a:spcAft>
                <a:spcPct val="0"/>
              </a:spcAft>
            </a:pPr>
            <a:r>
              <a:rPr lang="en-US" altLang="en-US" b="1" i="1">
                <a:solidFill>
                  <a:srgbClr val="0070C0"/>
                </a:solidFill>
                <a:cs typeface="Arial" panose="020B0604020202020204" pitchFamily="34" charset="0"/>
              </a:rPr>
              <a:t>Biểu thức:</a:t>
            </a:r>
            <a:endParaRPr lang="en-US" altLang="en-US">
              <a:cs typeface="Arial" panose="020B0604020202020204" pitchFamily="34" charset="0"/>
            </a:endParaRPr>
          </a:p>
        </p:txBody>
      </p:sp>
      <p:graphicFrame>
        <p:nvGraphicFramePr>
          <p:cNvPr id="5" name="Object 4">
            <a:extLst>
              <a:ext uri="{FF2B5EF4-FFF2-40B4-BE49-F238E27FC236}">
                <a16:creationId xmlns:a16="http://schemas.microsoft.com/office/drawing/2014/main" id="{C7333D0B-5B69-9627-AE38-02F340E49F8D}"/>
              </a:ext>
            </a:extLst>
          </p:cNvPr>
          <p:cNvGraphicFramePr>
            <a:graphicFrameLocks noChangeAspect="1"/>
          </p:cNvGraphicFramePr>
          <p:nvPr>
            <p:extLst>
              <p:ext uri="{D42A27DB-BD31-4B8C-83A1-F6EECF244321}">
                <p14:modId xmlns:p14="http://schemas.microsoft.com/office/powerpoint/2010/main" val="1705451250"/>
              </p:ext>
            </p:extLst>
          </p:nvPr>
        </p:nvGraphicFramePr>
        <p:xfrm>
          <a:off x="1989000" y="2052190"/>
          <a:ext cx="1903864" cy="556514"/>
        </p:xfrm>
        <a:graphic>
          <a:graphicData uri="http://schemas.openxmlformats.org/presentationml/2006/ole">
            <mc:AlternateContent xmlns:mc="http://schemas.openxmlformats.org/markup-compatibility/2006">
              <mc:Choice xmlns:v="urn:schemas-microsoft-com:vml" Requires="v">
                <p:oleObj name="Equation" r:id="rId3" imgW="825480" imgH="241200" progId="Equation.DSMT4">
                  <p:embed/>
                </p:oleObj>
              </mc:Choice>
              <mc:Fallback>
                <p:oleObj name="Equation" r:id="rId3" imgW="825480" imgH="241200" progId="Equation.DSMT4">
                  <p:embed/>
                  <p:pic>
                    <p:nvPicPr>
                      <p:cNvPr id="5" name="Object 4">
                        <a:extLst>
                          <a:ext uri="{FF2B5EF4-FFF2-40B4-BE49-F238E27FC236}">
                            <a16:creationId xmlns:a16="http://schemas.microsoft.com/office/drawing/2014/main" id="{C7333D0B-5B69-9627-AE38-02F340E49F8D}"/>
                          </a:ext>
                        </a:extLst>
                      </p:cNvPr>
                      <p:cNvPicPr/>
                      <p:nvPr/>
                    </p:nvPicPr>
                    <p:blipFill>
                      <a:blip r:embed="rId4"/>
                      <a:stretch>
                        <a:fillRect/>
                      </a:stretch>
                    </p:blipFill>
                    <p:spPr>
                      <a:xfrm>
                        <a:off x="1989000" y="2052190"/>
                        <a:ext cx="1903864" cy="556514"/>
                      </a:xfrm>
                      <a:prstGeom prst="rect">
                        <a:avLst/>
                      </a:prstGeom>
                      <a:solidFill>
                        <a:srgbClr val="FFC000"/>
                      </a:solidFill>
                    </p:spPr>
                  </p:pic>
                </p:oleObj>
              </mc:Fallback>
            </mc:AlternateContent>
          </a:graphicData>
        </a:graphic>
      </p:graphicFrame>
      <p:sp>
        <p:nvSpPr>
          <p:cNvPr id="7" name="TextBox 6">
            <a:extLst>
              <a:ext uri="{FF2B5EF4-FFF2-40B4-BE49-F238E27FC236}">
                <a16:creationId xmlns:a16="http://schemas.microsoft.com/office/drawing/2014/main" id="{416A8250-7133-2700-9F4C-815129768080}"/>
              </a:ext>
            </a:extLst>
          </p:cNvPr>
          <p:cNvSpPr txBox="1"/>
          <p:nvPr/>
        </p:nvSpPr>
        <p:spPr>
          <a:xfrm>
            <a:off x="394598" y="2692790"/>
            <a:ext cx="7441810" cy="738664"/>
          </a:xfrm>
          <a:prstGeom prst="rect">
            <a:avLst/>
          </a:prstGeom>
          <a:noFill/>
        </p:spPr>
        <p:txBody>
          <a:bodyPr wrap="square">
            <a:spAutoFit/>
          </a:bodyPr>
          <a:lstStyle/>
          <a:p>
            <a:r>
              <a:rPr kumimoji="0" lang="en-US" altLang="en-US" sz="1800" b="0" i="0" u="none" strike="noStrike" kern="1200" cap="none" spc="0" normalizeH="0" baseline="0" noProof="0">
                <a:ln>
                  <a:noFill/>
                </a:ln>
                <a:solidFill>
                  <a:prstClr val="black"/>
                </a:solidFill>
                <a:effectLst/>
                <a:uLnTx/>
                <a:uFillTx/>
                <a:latin typeface="Arial"/>
                <a:cs typeface="Arial" panose="020B0604020202020204" pitchFamily="34" charset="0"/>
              </a:rPr>
              <a:t>Trong đó </a:t>
            </a:r>
            <a:r>
              <a:rPr kumimoji="0" lang="en-US" altLang="en-US" sz="1800" b="1" i="1" u="none" strike="noStrike" kern="1200" cap="none" spc="0" normalizeH="0" baseline="0" noProof="0">
                <a:ln>
                  <a:noFill/>
                </a:ln>
                <a:solidFill>
                  <a:prstClr val="black"/>
                </a:solidFill>
                <a:effectLst/>
                <a:uLnTx/>
                <a:uFillTx/>
                <a:latin typeface="Times New Roman" panose="02020603050405020304" pitchFamily="18" charset="0"/>
                <a:cs typeface="Times New Roman" panose="02020603050405020304" pitchFamily="18" charset="0"/>
              </a:rPr>
              <a:t>I</a:t>
            </a:r>
            <a:r>
              <a:rPr kumimoji="0" lang="en-US" altLang="en-US" sz="1800" b="1" i="1" u="none" strike="noStrike" kern="1200" cap="none" spc="0" normalizeH="0" baseline="-25000" noProof="0">
                <a:ln>
                  <a:noFill/>
                </a:ln>
                <a:solidFill>
                  <a:prstClr val="black"/>
                </a:solidFill>
                <a:effectLst/>
                <a:uLnTx/>
                <a:uFillTx/>
                <a:latin typeface="Times New Roman" panose="02020603050405020304" pitchFamily="18" charset="0"/>
                <a:cs typeface="Times New Roman" panose="02020603050405020304" pitchFamily="18" charset="0"/>
              </a:rPr>
              <a:t>1</a:t>
            </a:r>
            <a:r>
              <a:rPr kumimoji="0" lang="en-US" altLang="en-US" sz="1800" b="0" i="0" u="none" strike="noStrike" kern="1200" cap="none" spc="0" normalizeH="0" baseline="0" noProof="0">
                <a:ln>
                  <a:noFill/>
                </a:ln>
                <a:solidFill>
                  <a:prstClr val="black"/>
                </a:solidFill>
                <a:effectLst/>
                <a:uLnTx/>
                <a:uFillTx/>
                <a:latin typeface="Arial"/>
                <a:cs typeface="Arial" panose="020B0604020202020204" pitchFamily="34" charset="0"/>
              </a:rPr>
              <a:t> là cường độ sáng nhận được sau bản Tuamalin thứ nhất, </a:t>
            </a:r>
            <a:r>
              <a:rPr kumimoji="0" lang="en-US" altLang="en-US" sz="1800" b="1" i="1" u="none" strike="noStrike" kern="1200" cap="none" spc="0" normalizeH="0" baseline="0" noProof="0">
                <a:ln>
                  <a:noFill/>
                </a:ln>
                <a:solidFill>
                  <a:prstClr val="black"/>
                </a:solidFill>
                <a:effectLst/>
                <a:uLnTx/>
                <a:uFillTx/>
                <a:latin typeface="Times New Roman" panose="02020603050405020304" pitchFamily="18" charset="0"/>
                <a:cs typeface="Times New Roman" panose="02020603050405020304" pitchFamily="18" charset="0"/>
              </a:rPr>
              <a:t>I</a:t>
            </a:r>
            <a:r>
              <a:rPr kumimoji="0" lang="en-US" altLang="en-US" sz="1800" b="1" i="1" u="none" strike="noStrike" kern="1200" cap="none" spc="0" normalizeH="0" baseline="-25000" noProof="0">
                <a:ln>
                  <a:noFill/>
                </a:ln>
                <a:solidFill>
                  <a:prstClr val="black"/>
                </a:solidFill>
                <a:effectLst/>
                <a:uLnTx/>
                <a:uFillTx/>
                <a:latin typeface="Times New Roman" panose="02020603050405020304" pitchFamily="18" charset="0"/>
                <a:cs typeface="Times New Roman" panose="02020603050405020304" pitchFamily="18" charset="0"/>
              </a:rPr>
              <a:t>2</a:t>
            </a:r>
            <a:r>
              <a:rPr kumimoji="0" lang="en-US" altLang="en-US" sz="1800" b="0" i="0" u="none" strike="noStrike" kern="1200" cap="none" spc="0" normalizeH="0" baseline="0" noProof="0">
                <a:ln>
                  <a:noFill/>
                </a:ln>
                <a:solidFill>
                  <a:prstClr val="black"/>
                </a:solidFill>
                <a:effectLst/>
                <a:uLnTx/>
                <a:uFillTx/>
                <a:latin typeface="Arial"/>
                <a:cs typeface="Arial" panose="020B0604020202020204" pitchFamily="34" charset="0"/>
                <a:sym typeface="Symbol" panose="05050102010706020507" pitchFamily="18" charset="2"/>
              </a:rPr>
              <a:t>    là cường độ sáng nhận được sau bản </a:t>
            </a:r>
            <a:r>
              <a:rPr kumimoji="0" lang="en-US" altLang="en-US" sz="1800" b="0" i="0" u="none" strike="noStrike" kern="1200" cap="none" spc="0" normalizeH="0" baseline="0" noProof="0">
                <a:ln>
                  <a:noFill/>
                </a:ln>
                <a:solidFill>
                  <a:prstClr val="black"/>
                </a:solidFill>
                <a:effectLst/>
                <a:uLnTx/>
                <a:uFillTx/>
                <a:latin typeface="Arial"/>
                <a:cs typeface="Arial" panose="020B0604020202020204" pitchFamily="34" charset="0"/>
              </a:rPr>
              <a:t>Tuamalin thứ hai</a:t>
            </a:r>
            <a:r>
              <a:rPr kumimoji="0" lang="en-US" altLang="en-US" sz="2400" b="0" i="0" u="none" strike="noStrike" kern="1200" cap="none" spc="0" normalizeH="0" baseline="0" noProof="0">
                <a:ln>
                  <a:noFill/>
                </a:ln>
                <a:solidFill>
                  <a:prstClr val="black"/>
                </a:solidFill>
                <a:effectLst/>
                <a:uLnTx/>
                <a:uFillTx/>
                <a:latin typeface="Arial"/>
                <a:cs typeface="Arial" panose="020B0604020202020204" pitchFamily="34" charset="0"/>
                <a:sym typeface="Symbol" panose="05050102010706020507" pitchFamily="18" charset="2"/>
              </a:rPr>
              <a:t>.</a:t>
            </a:r>
            <a:r>
              <a:rPr kumimoji="0" lang="en-US" altLang="en-US" sz="1800" b="0" i="0" u="none" strike="noStrike" kern="1200" cap="none" spc="0" normalizeH="0" baseline="0" noProof="0">
                <a:ln>
                  <a:noFill/>
                </a:ln>
                <a:solidFill>
                  <a:prstClr val="black"/>
                </a:solidFill>
                <a:effectLst/>
                <a:uLnTx/>
                <a:uFillTx/>
                <a:latin typeface="Arial"/>
                <a:cs typeface="Arial" panose="020B0604020202020204" pitchFamily="34" charset="0"/>
              </a:rPr>
              <a:t> </a:t>
            </a:r>
            <a:endParaRPr lang="en-US"/>
          </a:p>
        </p:txBody>
      </p:sp>
      <p:sp>
        <p:nvSpPr>
          <p:cNvPr id="8" name="Text Box 6">
            <a:extLst>
              <a:ext uri="{FF2B5EF4-FFF2-40B4-BE49-F238E27FC236}">
                <a16:creationId xmlns:a16="http://schemas.microsoft.com/office/drawing/2014/main" id="{E53CE4F5-7714-B4E4-3E89-98336EF607A4}"/>
              </a:ext>
            </a:extLst>
          </p:cNvPr>
          <p:cNvSpPr txBox="1">
            <a:spLocks noChangeArrowheads="1"/>
          </p:cNvSpPr>
          <p:nvPr/>
        </p:nvSpPr>
        <p:spPr bwMode="auto">
          <a:xfrm>
            <a:off x="355856" y="3465001"/>
            <a:ext cx="2336410"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just" fontAlgn="base">
              <a:spcBef>
                <a:spcPct val="50000"/>
              </a:spcBef>
              <a:spcAft>
                <a:spcPct val="0"/>
              </a:spcAft>
            </a:pPr>
            <a:r>
              <a:rPr lang="en-US" altLang="en-US" b="1" i="1">
                <a:solidFill>
                  <a:srgbClr val="0070C0"/>
                </a:solidFill>
                <a:cs typeface="Arial" panose="020B0604020202020204" pitchFamily="34" charset="0"/>
              </a:rPr>
              <a:t>Chứng minh:</a:t>
            </a:r>
            <a:endParaRPr lang="en-US" altLang="en-US">
              <a:cs typeface="Arial" panose="020B0604020202020204" pitchFamily="34" charset="0"/>
            </a:endParaRPr>
          </a:p>
        </p:txBody>
      </p:sp>
      <p:sp>
        <p:nvSpPr>
          <p:cNvPr id="11" name="TextBox 10">
            <a:extLst>
              <a:ext uri="{FF2B5EF4-FFF2-40B4-BE49-F238E27FC236}">
                <a16:creationId xmlns:a16="http://schemas.microsoft.com/office/drawing/2014/main" id="{1841C393-9A8A-C5B4-103E-46B4A07C32BC}"/>
              </a:ext>
            </a:extLst>
          </p:cNvPr>
          <p:cNvSpPr txBox="1"/>
          <p:nvPr/>
        </p:nvSpPr>
        <p:spPr>
          <a:xfrm>
            <a:off x="394598" y="3812679"/>
            <a:ext cx="7441810" cy="646331"/>
          </a:xfrm>
          <a:prstGeom prst="rect">
            <a:avLst/>
          </a:prstGeom>
          <a:noFill/>
        </p:spPr>
        <p:txBody>
          <a:bodyPr wrap="square">
            <a:spAutoFit/>
          </a:bodyPr>
          <a:lstStyle/>
          <a:p>
            <a:r>
              <a:rPr kumimoji="0" lang="en-US" altLang="en-US" sz="1800" b="0" i="0" u="none" strike="noStrike" kern="1200" cap="none" spc="0" normalizeH="0" baseline="0" noProof="0">
                <a:ln>
                  <a:noFill/>
                </a:ln>
                <a:solidFill>
                  <a:prstClr val="black"/>
                </a:solidFill>
                <a:effectLst/>
                <a:uLnTx/>
                <a:uFillTx/>
                <a:latin typeface="Arial"/>
                <a:cs typeface="Arial" panose="020B0604020202020204" pitchFamily="34" charset="0"/>
              </a:rPr>
              <a:t>Gọi a</a:t>
            </a:r>
            <a:r>
              <a:rPr kumimoji="0" lang="en-US" altLang="en-US" sz="1800" b="0" i="0" u="none" strike="noStrike" kern="1200" cap="none" spc="0" normalizeH="0" baseline="-25000" noProof="0">
                <a:ln>
                  <a:noFill/>
                </a:ln>
                <a:solidFill>
                  <a:prstClr val="black"/>
                </a:solidFill>
                <a:effectLst/>
                <a:uLnTx/>
                <a:uFillTx/>
                <a:latin typeface="Arial"/>
                <a:cs typeface="Arial" panose="020B0604020202020204" pitchFamily="34" charset="0"/>
              </a:rPr>
              <a:t>1</a:t>
            </a:r>
            <a:r>
              <a:rPr kumimoji="0" lang="en-US" altLang="en-US" sz="1800" b="0" i="0" u="none" strike="noStrike" kern="1200" cap="none" spc="0" normalizeH="0" noProof="0">
                <a:ln>
                  <a:noFill/>
                </a:ln>
                <a:solidFill>
                  <a:prstClr val="black"/>
                </a:solidFill>
                <a:effectLst/>
                <a:uLnTx/>
                <a:uFillTx/>
                <a:latin typeface="Arial"/>
                <a:cs typeface="Arial" panose="020B0604020202020204" pitchFamily="34" charset="0"/>
              </a:rPr>
              <a:t> và a</a:t>
            </a:r>
            <a:r>
              <a:rPr kumimoji="0" lang="en-US" altLang="en-US" sz="1800" b="0" i="0" u="none" strike="noStrike" kern="1200" cap="none" spc="0" normalizeH="0" baseline="-25000" noProof="0">
                <a:ln>
                  <a:noFill/>
                </a:ln>
                <a:solidFill>
                  <a:prstClr val="black"/>
                </a:solidFill>
                <a:effectLst/>
                <a:uLnTx/>
                <a:uFillTx/>
                <a:latin typeface="Arial"/>
                <a:cs typeface="Arial" panose="020B0604020202020204" pitchFamily="34" charset="0"/>
              </a:rPr>
              <a:t>2</a:t>
            </a:r>
            <a:r>
              <a:rPr kumimoji="0" lang="en-US" altLang="en-US" sz="1800" b="0" i="0" u="none" strike="noStrike" kern="1200" cap="none" spc="0" normalizeH="0" noProof="0">
                <a:ln>
                  <a:noFill/>
                </a:ln>
                <a:solidFill>
                  <a:prstClr val="black"/>
                </a:solidFill>
                <a:effectLst/>
                <a:uLnTx/>
                <a:uFillTx/>
                <a:latin typeface="Arial"/>
                <a:cs typeface="Arial" panose="020B0604020202020204" pitchFamily="34" charset="0"/>
              </a:rPr>
              <a:t> biên độ của véctơ sóng sáng nhận được sau bản Tuamalin thứ nhất và thứ hai thì ta có:</a:t>
            </a:r>
            <a:endParaRPr lang="en-US"/>
          </a:p>
        </p:txBody>
      </p:sp>
      <p:graphicFrame>
        <p:nvGraphicFramePr>
          <p:cNvPr id="12" name="Object 11">
            <a:extLst>
              <a:ext uri="{FF2B5EF4-FFF2-40B4-BE49-F238E27FC236}">
                <a16:creationId xmlns:a16="http://schemas.microsoft.com/office/drawing/2014/main" id="{534B94D1-6DCD-22BF-800D-1BF0273A81C6}"/>
              </a:ext>
            </a:extLst>
          </p:cNvPr>
          <p:cNvGraphicFramePr>
            <a:graphicFrameLocks noChangeAspect="1"/>
          </p:cNvGraphicFramePr>
          <p:nvPr>
            <p:extLst>
              <p:ext uri="{D42A27DB-BD31-4B8C-83A1-F6EECF244321}">
                <p14:modId xmlns:p14="http://schemas.microsoft.com/office/powerpoint/2010/main" val="538255545"/>
              </p:ext>
            </p:extLst>
          </p:nvPr>
        </p:nvGraphicFramePr>
        <p:xfrm>
          <a:off x="3418040" y="4081276"/>
          <a:ext cx="1394927" cy="404979"/>
        </p:xfrm>
        <a:graphic>
          <a:graphicData uri="http://schemas.openxmlformats.org/presentationml/2006/ole">
            <mc:AlternateContent xmlns:mc="http://schemas.openxmlformats.org/markup-compatibility/2006">
              <mc:Choice xmlns:v="urn:schemas-microsoft-com:vml" Requires="v">
                <p:oleObj name="Equation" r:id="rId5" imgW="787320" imgH="228600" progId="Equation.DSMT4">
                  <p:embed/>
                </p:oleObj>
              </mc:Choice>
              <mc:Fallback>
                <p:oleObj name="Equation" r:id="rId5" imgW="787320" imgH="228600" progId="Equation.DSMT4">
                  <p:embed/>
                  <p:pic>
                    <p:nvPicPr>
                      <p:cNvPr id="12" name="Object 11">
                        <a:extLst>
                          <a:ext uri="{FF2B5EF4-FFF2-40B4-BE49-F238E27FC236}">
                            <a16:creationId xmlns:a16="http://schemas.microsoft.com/office/drawing/2014/main" id="{534B94D1-6DCD-22BF-800D-1BF0273A81C6}"/>
                          </a:ext>
                        </a:extLst>
                      </p:cNvPr>
                      <p:cNvPicPr/>
                      <p:nvPr/>
                    </p:nvPicPr>
                    <p:blipFill>
                      <a:blip r:embed="rId6"/>
                      <a:stretch>
                        <a:fillRect/>
                      </a:stretch>
                    </p:blipFill>
                    <p:spPr>
                      <a:xfrm>
                        <a:off x="3418040" y="4081276"/>
                        <a:ext cx="1394927" cy="404979"/>
                      </a:xfrm>
                      <a:prstGeom prst="rect">
                        <a:avLst/>
                      </a:prstGeom>
                    </p:spPr>
                  </p:pic>
                </p:oleObj>
              </mc:Fallback>
            </mc:AlternateContent>
          </a:graphicData>
        </a:graphic>
      </p:graphicFrame>
      <p:sp>
        <p:nvSpPr>
          <p:cNvPr id="13" name="TextBox 12">
            <a:extLst>
              <a:ext uri="{FF2B5EF4-FFF2-40B4-BE49-F238E27FC236}">
                <a16:creationId xmlns:a16="http://schemas.microsoft.com/office/drawing/2014/main" id="{129F83E5-072C-E3EC-D1CA-36A878866178}"/>
              </a:ext>
            </a:extLst>
          </p:cNvPr>
          <p:cNvSpPr txBox="1"/>
          <p:nvPr/>
        </p:nvSpPr>
        <p:spPr>
          <a:xfrm>
            <a:off x="413589" y="4475908"/>
            <a:ext cx="10691800" cy="369332"/>
          </a:xfrm>
          <a:prstGeom prst="rect">
            <a:avLst/>
          </a:prstGeom>
          <a:noFill/>
        </p:spPr>
        <p:txBody>
          <a:bodyPr wrap="square">
            <a:spAutoFit/>
          </a:bodyPr>
          <a:lstStyle/>
          <a:p>
            <a:r>
              <a:rPr kumimoji="0" lang="en-US" altLang="en-US" sz="1800" b="0" i="0" u="none" strike="noStrike" kern="1200" cap="none" spc="0" normalizeH="0" baseline="0" noProof="0">
                <a:ln>
                  <a:noFill/>
                </a:ln>
                <a:solidFill>
                  <a:prstClr val="black"/>
                </a:solidFill>
                <a:effectLst/>
                <a:uLnTx/>
                <a:uFillTx/>
                <a:latin typeface="Arial"/>
                <a:cs typeface="Arial" panose="020B0604020202020204" pitchFamily="34" charset="0"/>
              </a:rPr>
              <a:t>Mặt khác cường độ sáng nhận được sau mỗi bản bằng bình phương biên độ của véctơ sóng sáng nên: </a:t>
            </a:r>
            <a:endParaRPr lang="en-US"/>
          </a:p>
        </p:txBody>
      </p:sp>
      <p:graphicFrame>
        <p:nvGraphicFramePr>
          <p:cNvPr id="14" name="Object 13">
            <a:extLst>
              <a:ext uri="{FF2B5EF4-FFF2-40B4-BE49-F238E27FC236}">
                <a16:creationId xmlns:a16="http://schemas.microsoft.com/office/drawing/2014/main" id="{220E0435-533A-6C37-EDBB-99BF33B45399}"/>
              </a:ext>
            </a:extLst>
          </p:cNvPr>
          <p:cNvGraphicFramePr>
            <a:graphicFrameLocks noChangeAspect="1"/>
          </p:cNvGraphicFramePr>
          <p:nvPr>
            <p:extLst>
              <p:ext uri="{D42A27DB-BD31-4B8C-83A1-F6EECF244321}">
                <p14:modId xmlns:p14="http://schemas.microsoft.com/office/powerpoint/2010/main" val="3536508893"/>
              </p:ext>
            </p:extLst>
          </p:nvPr>
        </p:nvGraphicFramePr>
        <p:xfrm>
          <a:off x="3714126" y="4844464"/>
          <a:ext cx="940693" cy="471002"/>
        </p:xfrm>
        <a:graphic>
          <a:graphicData uri="http://schemas.openxmlformats.org/presentationml/2006/ole">
            <mc:AlternateContent xmlns:mc="http://schemas.openxmlformats.org/markup-compatibility/2006">
              <mc:Choice xmlns:v="urn:schemas-microsoft-com:vml" Requires="v">
                <p:oleObj name="Equation" r:id="rId7" imgW="482400" imgH="241200" progId="Equation.DSMT4">
                  <p:embed/>
                </p:oleObj>
              </mc:Choice>
              <mc:Fallback>
                <p:oleObj name="Equation" r:id="rId7" imgW="482400" imgH="241200" progId="Equation.DSMT4">
                  <p:embed/>
                  <p:pic>
                    <p:nvPicPr>
                      <p:cNvPr id="14" name="Object 13">
                        <a:extLst>
                          <a:ext uri="{FF2B5EF4-FFF2-40B4-BE49-F238E27FC236}">
                            <a16:creationId xmlns:a16="http://schemas.microsoft.com/office/drawing/2014/main" id="{220E0435-533A-6C37-EDBB-99BF33B45399}"/>
                          </a:ext>
                        </a:extLst>
                      </p:cNvPr>
                      <p:cNvPicPr/>
                      <p:nvPr/>
                    </p:nvPicPr>
                    <p:blipFill>
                      <a:blip r:embed="rId8"/>
                      <a:stretch>
                        <a:fillRect/>
                      </a:stretch>
                    </p:blipFill>
                    <p:spPr>
                      <a:xfrm>
                        <a:off x="3714126" y="4844464"/>
                        <a:ext cx="940693" cy="471002"/>
                      </a:xfrm>
                      <a:prstGeom prst="rect">
                        <a:avLst/>
                      </a:prstGeom>
                    </p:spPr>
                  </p:pic>
                </p:oleObj>
              </mc:Fallback>
            </mc:AlternateContent>
          </a:graphicData>
        </a:graphic>
      </p:graphicFrame>
      <p:graphicFrame>
        <p:nvGraphicFramePr>
          <p:cNvPr id="15" name="Object 14">
            <a:extLst>
              <a:ext uri="{FF2B5EF4-FFF2-40B4-BE49-F238E27FC236}">
                <a16:creationId xmlns:a16="http://schemas.microsoft.com/office/drawing/2014/main" id="{A0D1FB21-FACD-84D8-E392-AEACCCABEF79}"/>
              </a:ext>
            </a:extLst>
          </p:cNvPr>
          <p:cNvGraphicFramePr>
            <a:graphicFrameLocks noChangeAspect="1"/>
          </p:cNvGraphicFramePr>
          <p:nvPr>
            <p:extLst>
              <p:ext uri="{D42A27DB-BD31-4B8C-83A1-F6EECF244321}">
                <p14:modId xmlns:p14="http://schemas.microsoft.com/office/powerpoint/2010/main" val="4119353899"/>
              </p:ext>
            </p:extLst>
          </p:nvPr>
        </p:nvGraphicFramePr>
        <p:xfrm>
          <a:off x="4857104" y="4848249"/>
          <a:ext cx="989948" cy="470226"/>
        </p:xfrm>
        <a:graphic>
          <a:graphicData uri="http://schemas.openxmlformats.org/presentationml/2006/ole">
            <mc:AlternateContent xmlns:mc="http://schemas.openxmlformats.org/markup-compatibility/2006">
              <mc:Choice xmlns:v="urn:schemas-microsoft-com:vml" Requires="v">
                <p:oleObj name="Equation" r:id="rId9" imgW="507960" imgH="241200" progId="Equation.DSMT4">
                  <p:embed/>
                </p:oleObj>
              </mc:Choice>
              <mc:Fallback>
                <p:oleObj name="Equation" r:id="rId9" imgW="507960" imgH="241200" progId="Equation.DSMT4">
                  <p:embed/>
                  <p:pic>
                    <p:nvPicPr>
                      <p:cNvPr id="15" name="Object 14">
                        <a:extLst>
                          <a:ext uri="{FF2B5EF4-FFF2-40B4-BE49-F238E27FC236}">
                            <a16:creationId xmlns:a16="http://schemas.microsoft.com/office/drawing/2014/main" id="{A0D1FB21-FACD-84D8-E392-AEACCCABEF79}"/>
                          </a:ext>
                        </a:extLst>
                      </p:cNvPr>
                      <p:cNvPicPr/>
                      <p:nvPr/>
                    </p:nvPicPr>
                    <p:blipFill>
                      <a:blip r:embed="rId10"/>
                      <a:stretch>
                        <a:fillRect/>
                      </a:stretch>
                    </p:blipFill>
                    <p:spPr>
                      <a:xfrm>
                        <a:off x="4857104" y="4848249"/>
                        <a:ext cx="989948" cy="470226"/>
                      </a:xfrm>
                      <a:prstGeom prst="rect">
                        <a:avLst/>
                      </a:prstGeom>
                    </p:spPr>
                  </p:pic>
                </p:oleObj>
              </mc:Fallback>
            </mc:AlternateContent>
          </a:graphicData>
        </a:graphic>
      </p:graphicFrame>
      <p:sp>
        <p:nvSpPr>
          <p:cNvPr id="16" name="TextBox 15">
            <a:extLst>
              <a:ext uri="{FF2B5EF4-FFF2-40B4-BE49-F238E27FC236}">
                <a16:creationId xmlns:a16="http://schemas.microsoft.com/office/drawing/2014/main" id="{3F854413-EDE2-FF79-3CAA-59DBD1490AF7}"/>
              </a:ext>
            </a:extLst>
          </p:cNvPr>
          <p:cNvSpPr txBox="1"/>
          <p:nvPr/>
        </p:nvSpPr>
        <p:spPr>
          <a:xfrm>
            <a:off x="532468" y="5538214"/>
            <a:ext cx="6121995" cy="369332"/>
          </a:xfrm>
          <a:prstGeom prst="rect">
            <a:avLst/>
          </a:prstGeom>
          <a:noFill/>
        </p:spPr>
        <p:txBody>
          <a:bodyPr wrap="square">
            <a:spAutoFit/>
          </a:bodyPr>
          <a:lstStyle/>
          <a:p>
            <a:r>
              <a:rPr kumimoji="0" lang="en-US" altLang="en-US" sz="1800" b="0" i="0" u="none" strike="noStrike" kern="1200" cap="none" spc="0" normalizeH="0" baseline="0" noProof="0">
                <a:ln>
                  <a:noFill/>
                </a:ln>
                <a:solidFill>
                  <a:prstClr val="black"/>
                </a:solidFill>
                <a:effectLst/>
                <a:uLnTx/>
                <a:uFillTx/>
                <a:latin typeface="Arial"/>
                <a:cs typeface="Arial" panose="020B0604020202020204" pitchFamily="34" charset="0"/>
              </a:rPr>
              <a:t>Suy ra:</a:t>
            </a:r>
            <a:endParaRPr lang="en-US"/>
          </a:p>
        </p:txBody>
      </p:sp>
      <p:graphicFrame>
        <p:nvGraphicFramePr>
          <p:cNvPr id="17" name="Object 16">
            <a:extLst>
              <a:ext uri="{FF2B5EF4-FFF2-40B4-BE49-F238E27FC236}">
                <a16:creationId xmlns:a16="http://schemas.microsoft.com/office/drawing/2014/main" id="{8FD316B3-EDAA-7DFC-B1E5-4A51F2C7989A}"/>
              </a:ext>
            </a:extLst>
          </p:cNvPr>
          <p:cNvGraphicFramePr>
            <a:graphicFrameLocks noChangeAspect="1"/>
          </p:cNvGraphicFramePr>
          <p:nvPr>
            <p:extLst>
              <p:ext uri="{D42A27DB-BD31-4B8C-83A1-F6EECF244321}">
                <p14:modId xmlns:p14="http://schemas.microsoft.com/office/powerpoint/2010/main" val="1240749292"/>
              </p:ext>
            </p:extLst>
          </p:nvPr>
        </p:nvGraphicFramePr>
        <p:xfrm>
          <a:off x="1415519" y="5423421"/>
          <a:ext cx="4954690" cy="598918"/>
        </p:xfrm>
        <a:graphic>
          <a:graphicData uri="http://schemas.openxmlformats.org/presentationml/2006/ole">
            <mc:AlternateContent xmlns:mc="http://schemas.openxmlformats.org/markup-compatibility/2006">
              <mc:Choice xmlns:v="urn:schemas-microsoft-com:vml" Requires="v">
                <p:oleObj name="Equation" r:id="rId11" imgW="2311200" imgH="279360" progId="Equation.DSMT4">
                  <p:embed/>
                </p:oleObj>
              </mc:Choice>
              <mc:Fallback>
                <p:oleObj name="Equation" r:id="rId11" imgW="2311200" imgH="279360" progId="Equation.DSMT4">
                  <p:embed/>
                  <p:pic>
                    <p:nvPicPr>
                      <p:cNvPr id="17" name="Object 16">
                        <a:extLst>
                          <a:ext uri="{FF2B5EF4-FFF2-40B4-BE49-F238E27FC236}">
                            <a16:creationId xmlns:a16="http://schemas.microsoft.com/office/drawing/2014/main" id="{8FD316B3-EDAA-7DFC-B1E5-4A51F2C7989A}"/>
                          </a:ext>
                        </a:extLst>
                      </p:cNvPr>
                      <p:cNvPicPr/>
                      <p:nvPr/>
                    </p:nvPicPr>
                    <p:blipFill>
                      <a:blip r:embed="rId12"/>
                      <a:stretch>
                        <a:fillRect/>
                      </a:stretch>
                    </p:blipFill>
                    <p:spPr>
                      <a:xfrm>
                        <a:off x="1415519" y="5423421"/>
                        <a:ext cx="4954690" cy="598918"/>
                      </a:xfrm>
                      <a:prstGeom prst="rect">
                        <a:avLst/>
                      </a:prstGeom>
                    </p:spPr>
                  </p:pic>
                </p:oleObj>
              </mc:Fallback>
            </mc:AlternateContent>
          </a:graphicData>
        </a:graphic>
      </p:graphicFrame>
      <p:sp>
        <p:nvSpPr>
          <p:cNvPr id="18" name="TextBox 17">
            <a:extLst>
              <a:ext uri="{FF2B5EF4-FFF2-40B4-BE49-F238E27FC236}">
                <a16:creationId xmlns:a16="http://schemas.microsoft.com/office/drawing/2014/main" id="{823F5DA3-072F-9C5E-C9A3-CD0E3C9F6134}"/>
              </a:ext>
            </a:extLst>
          </p:cNvPr>
          <p:cNvSpPr txBox="1"/>
          <p:nvPr/>
        </p:nvSpPr>
        <p:spPr>
          <a:xfrm>
            <a:off x="413589" y="6127285"/>
            <a:ext cx="7042522" cy="369332"/>
          </a:xfrm>
          <a:prstGeom prst="rect">
            <a:avLst/>
          </a:prstGeom>
          <a:noFill/>
        </p:spPr>
        <p:txBody>
          <a:bodyPr wrap="square">
            <a:spAutoFit/>
          </a:bodyPr>
          <a:lstStyle/>
          <a:p>
            <a:r>
              <a:rPr kumimoji="0" lang="en-US" altLang="en-US" sz="1800" b="0" i="0" u="none" strike="noStrike" kern="1200" cap="none" spc="0" normalizeH="0" baseline="0" noProof="0">
                <a:ln>
                  <a:noFill/>
                </a:ln>
                <a:solidFill>
                  <a:prstClr val="black"/>
                </a:solidFill>
                <a:effectLst/>
                <a:uLnTx/>
                <a:uFillTx/>
                <a:latin typeface="Arial"/>
                <a:cs typeface="Arial" panose="020B0604020202020204" pitchFamily="34" charset="0"/>
              </a:rPr>
              <a:t>Vậy cường độ sáng nhận được sau hai bản tỉ lệ với cos</a:t>
            </a:r>
            <a:r>
              <a:rPr kumimoji="0" lang="en-US" altLang="en-US" sz="1800" b="0" i="0" u="none" strike="noStrike" kern="1200" cap="none" spc="0" normalizeH="0" baseline="30000" noProof="0">
                <a:ln>
                  <a:noFill/>
                </a:ln>
                <a:solidFill>
                  <a:prstClr val="black"/>
                </a:solidFill>
                <a:effectLst/>
                <a:uLnTx/>
                <a:uFillTx/>
                <a:latin typeface="Arial"/>
                <a:cs typeface="Arial" panose="020B0604020202020204" pitchFamily="34" charset="0"/>
              </a:rPr>
              <a:t>2</a:t>
            </a:r>
            <a:r>
              <a:rPr kumimoji="0" lang="en-US" altLang="en-US" sz="1800" b="0" i="0" u="none" strike="noStrike" kern="1200" cap="none" spc="0" normalizeH="0" noProof="0">
                <a:ln>
                  <a:noFill/>
                </a:ln>
                <a:solidFill>
                  <a:prstClr val="black"/>
                </a:solidFill>
                <a:effectLst/>
                <a:uLnTx/>
                <a:uFillTx/>
                <a:latin typeface="Arial"/>
                <a:cs typeface="Arial" panose="020B0604020202020204" pitchFamily="34" charset="0"/>
                <a:sym typeface="Symbol" panose="05050102010706020507" pitchFamily="18" charset="2"/>
              </a:rPr>
              <a:t> (ĐPCM).</a:t>
            </a:r>
            <a:endParaRPr lang="en-US"/>
          </a:p>
        </p:txBody>
      </p:sp>
      <p:sp>
        <p:nvSpPr>
          <p:cNvPr id="20" name="TextBox 19">
            <a:extLst>
              <a:ext uri="{FF2B5EF4-FFF2-40B4-BE49-F238E27FC236}">
                <a16:creationId xmlns:a16="http://schemas.microsoft.com/office/drawing/2014/main" id="{A04C5BEB-C81E-9567-BC5B-27F8D0CC462C}"/>
              </a:ext>
            </a:extLst>
          </p:cNvPr>
          <p:cNvSpPr txBox="1"/>
          <p:nvPr/>
        </p:nvSpPr>
        <p:spPr>
          <a:xfrm>
            <a:off x="434790" y="746542"/>
            <a:ext cx="6096000" cy="369332"/>
          </a:xfrm>
          <a:prstGeom prst="rect">
            <a:avLst/>
          </a:prstGeom>
          <a:noFill/>
        </p:spPr>
        <p:txBody>
          <a:bodyPr wrap="square">
            <a:spAutoFit/>
          </a:bodyPr>
          <a:lstStyle/>
          <a:p>
            <a:r>
              <a:rPr lang="en-US" altLang="ko-KR" b="1" i="1" kern="0">
                <a:solidFill>
                  <a:srgbClr val="00B050"/>
                </a:solidFill>
              </a:rPr>
              <a:t>a) Định luật Malus về </a:t>
            </a:r>
            <a:r>
              <a:rPr kumimoji="0" lang="en-US" altLang="ko-KR" b="1" i="1" u="none" strike="noStrike" kern="0" cap="none" spc="0" normalizeH="0" baseline="0" noProof="0">
                <a:ln>
                  <a:noFill/>
                </a:ln>
                <a:solidFill>
                  <a:srgbClr val="00B050"/>
                </a:solidFill>
                <a:effectLst/>
                <a:uLnTx/>
                <a:uFillTx/>
              </a:rPr>
              <a:t>phân cực ánh sáng</a:t>
            </a:r>
            <a:endParaRPr lang="en-US" i="1">
              <a:solidFill>
                <a:srgbClr val="00B050"/>
              </a:solidFill>
            </a:endParaRPr>
          </a:p>
        </p:txBody>
      </p:sp>
    </p:spTree>
    <p:extLst>
      <p:ext uri="{BB962C8B-B14F-4D97-AF65-F5344CB8AC3E}">
        <p14:creationId xmlns:p14="http://schemas.microsoft.com/office/powerpoint/2010/main" val="3500227203"/>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4A03CE3-4F5E-5CC3-E181-4976E39D1D34}"/>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C6651A8D-D7B2-E48A-1CAC-124F7D4173A8}"/>
              </a:ext>
            </a:extLst>
          </p:cNvPr>
          <p:cNvSpPr txBox="1"/>
          <p:nvPr/>
        </p:nvSpPr>
        <p:spPr>
          <a:xfrm>
            <a:off x="170687" y="109513"/>
            <a:ext cx="11863773" cy="1200329"/>
          </a:xfrm>
          <a:prstGeom prst="rect">
            <a:avLst/>
          </a:prstGeom>
          <a:noFill/>
        </p:spPr>
        <p:txBody>
          <a:bodyPr wrap="square" rtlCol="0">
            <a:spAutoFit/>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kumimoji="0" lang="en-US" sz="1800" b="1" i="1" u="none" strike="noStrike" kern="1200" cap="none" spc="0" normalizeH="0" baseline="0" noProof="0">
                <a:ln>
                  <a:noFill/>
                </a:ln>
                <a:solidFill>
                  <a:srgbClr val="FF0000"/>
                </a:solidFill>
                <a:effectLst/>
                <a:uLnTx/>
                <a:uFillTx/>
                <a:latin typeface="Calibri" panose="020F0502020204030204"/>
                <a:ea typeface="+mn-ea"/>
                <a:cs typeface="+mn-cs"/>
              </a:rPr>
              <a:t>Bài tập 5.11. (Bài 11c - trang </a:t>
            </a:r>
            <a:r>
              <a:rPr lang="en-US" b="1" i="1">
                <a:solidFill>
                  <a:srgbClr val="FF0000"/>
                </a:solidFill>
                <a:latin typeface="Calibri" panose="020F0502020204030204"/>
              </a:rPr>
              <a:t>4). </a:t>
            </a:r>
            <a:r>
              <a:rPr kumimoji="0" lang="en-US" sz="1800" b="0" i="0" u="none" strike="noStrike" kern="1200" cap="none" spc="0" normalizeH="0" baseline="0" noProof="0">
                <a:ln>
                  <a:noFill/>
                </a:ln>
                <a:solidFill>
                  <a:prstClr val="black"/>
                </a:solidFill>
                <a:effectLst/>
                <a:uLnTx/>
                <a:uFillTx/>
                <a:latin typeface="Calibri" panose="020F0502020204030204"/>
                <a:ea typeface="+mn-ea"/>
                <a:cs typeface="+mn-cs"/>
                <a:sym typeface="Symbol" panose="05050102010706020507" pitchFamily="18" charset="2"/>
              </a:rPr>
              <a:t>Quang trục của kính phân cực và kính phân tích hợp với nhau một góc 30</a:t>
            </a:r>
            <a:r>
              <a:rPr kumimoji="0" lang="en-US" sz="1800" b="0" i="0" u="none" strike="noStrike" kern="1200" cap="none" spc="0" normalizeH="0" baseline="30000" noProof="0">
                <a:ln>
                  <a:noFill/>
                </a:ln>
                <a:solidFill>
                  <a:prstClr val="black"/>
                </a:solidFill>
                <a:effectLst/>
                <a:uLnTx/>
                <a:uFillTx/>
                <a:latin typeface="Calibri" panose="020F0502020204030204"/>
                <a:ea typeface="+mn-ea"/>
                <a:cs typeface="+mn-cs"/>
                <a:sym typeface="Symbol" panose="05050102010706020507" pitchFamily="18" charset="2"/>
              </a:rPr>
              <a:t>0</a:t>
            </a:r>
            <a:r>
              <a:rPr kumimoji="0" lang="en-US" sz="1800" b="0" i="0" u="none" strike="noStrike" kern="1200" cap="none" spc="0" normalizeH="0" noProof="0">
                <a:ln>
                  <a:noFill/>
                </a:ln>
                <a:solidFill>
                  <a:prstClr val="black"/>
                </a:solidFill>
                <a:effectLst/>
                <a:uLnTx/>
                <a:uFillTx/>
                <a:latin typeface="Calibri" panose="020F0502020204030204"/>
                <a:ea typeface="+mn-ea"/>
                <a:cs typeface="+mn-cs"/>
                <a:sym typeface="Symbol" panose="05050102010706020507" pitchFamily="18" charset="2"/>
              </a:rPr>
              <a:t>. Cho biết khi truyền qua mỗi kính năng lượng ánh sáng bị phản xạ và hấp thụ 5%. Hãy xác định:</a:t>
            </a:r>
          </a:p>
          <a:p>
            <a:pPr marL="0" marR="0" lvl="0" indent="0" algn="just" defTabSz="914400" rtl="0" eaLnBrk="1" fontAlgn="auto" latinLnBrk="0" hangingPunct="1">
              <a:lnSpc>
                <a:spcPct val="100000"/>
              </a:lnSpc>
              <a:spcBef>
                <a:spcPts val="0"/>
              </a:spcBef>
              <a:spcAft>
                <a:spcPts val="0"/>
              </a:spcAft>
              <a:buClrTx/>
              <a:buSzTx/>
              <a:buFontTx/>
              <a:buNone/>
              <a:tabLst/>
              <a:defRPr/>
            </a:pPr>
            <a:r>
              <a:rPr lang="en-US">
                <a:solidFill>
                  <a:prstClr val="black"/>
                </a:solidFill>
                <a:latin typeface="Calibri" panose="020F0502020204030204"/>
                <a:sym typeface="Symbol" panose="05050102010706020507" pitchFamily="18" charset="2"/>
              </a:rPr>
              <a:t>a) C</a:t>
            </a:r>
            <a:r>
              <a:rPr kumimoji="0" lang="en-US" sz="1800" b="0" i="0" u="none" strike="noStrike" kern="1200" cap="none" spc="0" normalizeH="0" baseline="0" noProof="0">
                <a:ln>
                  <a:noFill/>
                </a:ln>
                <a:solidFill>
                  <a:prstClr val="black"/>
                </a:solidFill>
                <a:effectLst/>
                <a:uLnTx/>
                <a:uFillTx/>
                <a:latin typeface="Calibri" panose="020F0502020204030204"/>
                <a:ea typeface="+mn-ea"/>
                <a:cs typeface="+mn-cs"/>
                <a:sym typeface="Symbol" panose="05050102010706020507" pitchFamily="18" charset="2"/>
              </a:rPr>
              <a:t>ường độ ánh sáng tự nhiên bị giảm bao nhiêu lần sau khi truyền qua kính phân cực.</a:t>
            </a:r>
          </a:p>
          <a:p>
            <a:pPr algn="just"/>
            <a:r>
              <a:rPr lang="en-US">
                <a:latin typeface="Calibri" panose="020F0502020204030204"/>
              </a:rPr>
              <a:t>b)</a:t>
            </a:r>
            <a:r>
              <a:rPr lang="en-US">
                <a:latin typeface="Calibri" panose="020F0502020204030204"/>
                <a:sym typeface="Symbol" panose="05050102010706020507" pitchFamily="18" charset="2"/>
              </a:rPr>
              <a:t> </a:t>
            </a:r>
            <a:r>
              <a:rPr lang="en-US">
                <a:solidFill>
                  <a:prstClr val="black"/>
                </a:solidFill>
                <a:latin typeface="Calibri" panose="020F0502020204030204"/>
                <a:sym typeface="Symbol" panose="05050102010706020507" pitchFamily="18" charset="2"/>
              </a:rPr>
              <a:t>C</a:t>
            </a:r>
            <a:r>
              <a:rPr kumimoji="0" lang="en-US" sz="1800" b="0" i="0" u="none" strike="noStrike" kern="1200" cap="none" spc="0" normalizeH="0" baseline="0" noProof="0">
                <a:ln>
                  <a:noFill/>
                </a:ln>
                <a:solidFill>
                  <a:prstClr val="black"/>
                </a:solidFill>
                <a:effectLst/>
                <a:uLnTx/>
                <a:uFillTx/>
                <a:latin typeface="Calibri" panose="020F0502020204030204"/>
                <a:ea typeface="+mn-ea"/>
                <a:cs typeface="+mn-cs"/>
                <a:sym typeface="Symbol" panose="05050102010706020507" pitchFamily="18" charset="2"/>
              </a:rPr>
              <a:t>ường độ ánh sáng tự nhiên bị giảm bao nhiêu lần sau khi truyền qua cả hai kính phân cực và kính phân tích?</a:t>
            </a:r>
            <a:r>
              <a:rPr lang="en-US">
                <a:latin typeface="Calibri" panose="020F0502020204030204"/>
                <a:sym typeface="Symbol" panose="05050102010706020507" pitchFamily="18" charset="2"/>
              </a:rPr>
              <a:t> </a:t>
            </a:r>
            <a:r>
              <a:rPr lang="en-US">
                <a:latin typeface="Calibri" panose="020F0502020204030204"/>
              </a:rPr>
              <a:t> </a:t>
            </a:r>
            <a:endParaRPr kumimoji="0" lang="en-US" sz="1800" u="none" strike="noStrike" kern="1200" cap="none" spc="0" normalizeH="0" baseline="0" noProof="0">
              <a:ln>
                <a:noFill/>
              </a:ln>
              <a:effectLst/>
              <a:uLnTx/>
              <a:uFillTx/>
              <a:latin typeface="Calibri" panose="020F0502020204030204"/>
              <a:ea typeface="+mn-ea"/>
              <a:cs typeface="+mn-cs"/>
            </a:endParaRPr>
          </a:p>
        </p:txBody>
      </p:sp>
      <p:sp>
        <p:nvSpPr>
          <p:cNvPr id="3" name="TextBox 2">
            <a:extLst>
              <a:ext uri="{FF2B5EF4-FFF2-40B4-BE49-F238E27FC236}">
                <a16:creationId xmlns:a16="http://schemas.microsoft.com/office/drawing/2014/main" id="{D8223D41-AF52-D5B3-8C08-4F2C29404D18}"/>
              </a:ext>
            </a:extLst>
          </p:cNvPr>
          <p:cNvSpPr txBox="1"/>
          <p:nvPr/>
        </p:nvSpPr>
        <p:spPr>
          <a:xfrm>
            <a:off x="5340665" y="1300877"/>
            <a:ext cx="1108903"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a:ln>
                  <a:noFill/>
                </a:ln>
                <a:solidFill>
                  <a:srgbClr val="FF0000"/>
                </a:solidFill>
                <a:effectLst/>
                <a:uLnTx/>
                <a:uFillTx/>
                <a:latin typeface="Calibri" panose="020F0502020204030204"/>
                <a:ea typeface="+mn-ea"/>
                <a:cs typeface="+mn-cs"/>
              </a:rPr>
              <a:t>LỜI GIẢI</a:t>
            </a:r>
          </a:p>
        </p:txBody>
      </p:sp>
      <p:sp>
        <p:nvSpPr>
          <p:cNvPr id="4" name="TextBox 3">
            <a:extLst>
              <a:ext uri="{FF2B5EF4-FFF2-40B4-BE49-F238E27FC236}">
                <a16:creationId xmlns:a16="http://schemas.microsoft.com/office/drawing/2014/main" id="{28DBFEDB-2038-CCC5-2BC3-1455FE3E106D}"/>
              </a:ext>
            </a:extLst>
          </p:cNvPr>
          <p:cNvSpPr txBox="1"/>
          <p:nvPr/>
        </p:nvSpPr>
        <p:spPr>
          <a:xfrm>
            <a:off x="170687" y="1670209"/>
            <a:ext cx="11863773" cy="646331"/>
          </a:xfrm>
          <a:prstGeom prst="rect">
            <a:avLst/>
          </a:prstGeom>
          <a:noFill/>
        </p:spPr>
        <p:txBody>
          <a:bodyPr wrap="square">
            <a:spAutoFit/>
          </a:bodyPr>
          <a:lstStyle/>
          <a:p>
            <a:pPr lvl="0">
              <a:defRPr/>
            </a:pPr>
            <a:r>
              <a:rPr kumimoji="0" lang="en-US" sz="1800" b="0" i="0" u="none" strike="noStrike" kern="1200" cap="none" spc="0" normalizeH="0" baseline="0" noProof="0">
                <a:ln>
                  <a:noFill/>
                </a:ln>
                <a:solidFill>
                  <a:prstClr val="black"/>
                </a:solidFill>
                <a:effectLst/>
                <a:uLnTx/>
                <a:uFillTx/>
                <a:latin typeface="Calibri" panose="020F0502020204030204"/>
                <a:ea typeface="+mn-ea"/>
                <a:cs typeface="+mn-cs"/>
              </a:rPr>
              <a:t>a) K</a:t>
            </a:r>
            <a:r>
              <a:rPr lang="en-US">
                <a:solidFill>
                  <a:prstClr val="black"/>
                </a:solidFill>
                <a:latin typeface="Calibri" panose="020F0502020204030204"/>
                <a:sym typeface="Symbol" panose="05050102010706020507" pitchFamily="18" charset="2"/>
              </a:rPr>
              <a:t>hi truyền qua mỗi kính năng lượng ánh sáng bị phản xạ và hấp thụ 5% nên cường độ sáng nhận được sau khi đi qua kính phân cực là:</a:t>
            </a: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aphicFrame>
        <p:nvGraphicFramePr>
          <p:cNvPr id="5" name="Object 4">
            <a:extLst>
              <a:ext uri="{FF2B5EF4-FFF2-40B4-BE49-F238E27FC236}">
                <a16:creationId xmlns:a16="http://schemas.microsoft.com/office/drawing/2014/main" id="{BC7FD5DC-887C-1D2C-AEF7-80E980531E8C}"/>
              </a:ext>
            </a:extLst>
          </p:cNvPr>
          <p:cNvGraphicFramePr>
            <a:graphicFrameLocks noChangeAspect="1"/>
          </p:cNvGraphicFramePr>
          <p:nvPr>
            <p:extLst>
              <p:ext uri="{D42A27DB-BD31-4B8C-83A1-F6EECF244321}">
                <p14:modId xmlns:p14="http://schemas.microsoft.com/office/powerpoint/2010/main" val="2690491948"/>
              </p:ext>
            </p:extLst>
          </p:nvPr>
        </p:nvGraphicFramePr>
        <p:xfrm>
          <a:off x="4616450" y="2075752"/>
          <a:ext cx="1446213" cy="736600"/>
        </p:xfrm>
        <a:graphic>
          <a:graphicData uri="http://schemas.openxmlformats.org/presentationml/2006/ole">
            <mc:AlternateContent xmlns:mc="http://schemas.openxmlformats.org/markup-compatibility/2006">
              <mc:Choice xmlns:v="urn:schemas-microsoft-com:vml" Requires="v">
                <p:oleObj name="Equation" r:id="rId2" imgW="774360" imgH="393480" progId="Equation.DSMT4">
                  <p:embed/>
                </p:oleObj>
              </mc:Choice>
              <mc:Fallback>
                <p:oleObj name="Equation" r:id="rId2" imgW="774360" imgH="393480" progId="Equation.DSMT4">
                  <p:embed/>
                  <p:pic>
                    <p:nvPicPr>
                      <p:cNvPr id="5" name="Object 4">
                        <a:extLst>
                          <a:ext uri="{FF2B5EF4-FFF2-40B4-BE49-F238E27FC236}">
                            <a16:creationId xmlns:a16="http://schemas.microsoft.com/office/drawing/2014/main" id="{BC7FD5DC-887C-1D2C-AEF7-80E980531E8C}"/>
                          </a:ext>
                        </a:extLst>
                      </p:cNvPr>
                      <p:cNvPicPr/>
                      <p:nvPr/>
                    </p:nvPicPr>
                    <p:blipFill>
                      <a:blip r:embed="rId3"/>
                      <a:stretch>
                        <a:fillRect/>
                      </a:stretch>
                    </p:blipFill>
                    <p:spPr>
                      <a:xfrm>
                        <a:off x="4616450" y="2075752"/>
                        <a:ext cx="1446213" cy="736600"/>
                      </a:xfrm>
                      <a:prstGeom prst="rect">
                        <a:avLst/>
                      </a:prstGeom>
                      <a:ln>
                        <a:noFill/>
                      </a:ln>
                    </p:spPr>
                  </p:pic>
                </p:oleObj>
              </mc:Fallback>
            </mc:AlternateContent>
          </a:graphicData>
        </a:graphic>
      </p:graphicFrame>
      <p:sp>
        <p:nvSpPr>
          <p:cNvPr id="7" name="TextBox 6">
            <a:extLst>
              <a:ext uri="{FF2B5EF4-FFF2-40B4-BE49-F238E27FC236}">
                <a16:creationId xmlns:a16="http://schemas.microsoft.com/office/drawing/2014/main" id="{7295EBEE-6425-D8E6-A70A-1E5735DAC0F2}"/>
              </a:ext>
            </a:extLst>
          </p:cNvPr>
          <p:cNvSpPr txBox="1"/>
          <p:nvPr/>
        </p:nvSpPr>
        <p:spPr>
          <a:xfrm>
            <a:off x="170687" y="2942465"/>
            <a:ext cx="11863773" cy="369332"/>
          </a:xfrm>
          <a:prstGeom prst="rect">
            <a:avLst/>
          </a:prstGeom>
          <a:noFill/>
        </p:spPr>
        <p:txBody>
          <a:bodyPr wrap="square">
            <a:spAutoFit/>
          </a:bodyPr>
          <a:lstStyle/>
          <a:p>
            <a:pPr lvl="0">
              <a:defRPr/>
            </a:pPr>
            <a:r>
              <a:rPr kumimoji="0" lang="en-US" sz="1800" b="0" i="0" u="none" strike="noStrike" kern="1200" cap="none" spc="0" normalizeH="0" baseline="0" noProof="0">
                <a:ln>
                  <a:noFill/>
                </a:ln>
                <a:solidFill>
                  <a:prstClr val="black"/>
                </a:solidFill>
                <a:effectLst/>
                <a:uLnTx/>
                <a:uFillTx/>
                <a:latin typeface="Calibri" panose="020F0502020204030204"/>
                <a:ea typeface="+mn-ea"/>
                <a:cs typeface="+mn-cs"/>
              </a:rPr>
              <a:t>Vậy</a:t>
            </a:r>
            <a:r>
              <a:rPr kumimoji="0" lang="en-US" sz="1800" b="0" i="0" u="none" strike="noStrike" kern="1200" cap="none" spc="0" normalizeH="0" noProof="0">
                <a:ln>
                  <a:noFill/>
                </a:ln>
                <a:solidFill>
                  <a:prstClr val="black"/>
                </a:solidFill>
                <a:effectLst/>
                <a:uLnTx/>
                <a:uFillTx/>
                <a:latin typeface="Calibri" panose="020F0502020204030204"/>
                <a:ea typeface="+mn-ea"/>
                <a:cs typeface="+mn-cs"/>
              </a:rPr>
              <a:t> </a:t>
            </a:r>
            <a:r>
              <a:rPr lang="en-US">
                <a:solidFill>
                  <a:prstClr val="black"/>
                </a:solidFill>
                <a:latin typeface="Calibri" panose="020F0502020204030204"/>
                <a:sym typeface="Symbol" panose="05050102010706020507" pitchFamily="18" charset="2"/>
              </a:rPr>
              <a:t>cường độ sáng khi đi qua kính phân cực giảm số lần là:</a:t>
            </a: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aphicFrame>
        <p:nvGraphicFramePr>
          <p:cNvPr id="8" name="Object 7">
            <a:extLst>
              <a:ext uri="{FF2B5EF4-FFF2-40B4-BE49-F238E27FC236}">
                <a16:creationId xmlns:a16="http://schemas.microsoft.com/office/drawing/2014/main" id="{83ADD622-64D3-DC5F-4A66-DCA38D6840B9}"/>
              </a:ext>
            </a:extLst>
          </p:cNvPr>
          <p:cNvGraphicFramePr>
            <a:graphicFrameLocks noChangeAspect="1"/>
          </p:cNvGraphicFramePr>
          <p:nvPr>
            <p:extLst>
              <p:ext uri="{D42A27DB-BD31-4B8C-83A1-F6EECF244321}">
                <p14:modId xmlns:p14="http://schemas.microsoft.com/office/powerpoint/2010/main" val="186915809"/>
              </p:ext>
            </p:extLst>
          </p:nvPr>
        </p:nvGraphicFramePr>
        <p:xfrm>
          <a:off x="5805297" y="2751201"/>
          <a:ext cx="2325688" cy="808038"/>
        </p:xfrm>
        <a:graphic>
          <a:graphicData uri="http://schemas.openxmlformats.org/presentationml/2006/ole">
            <mc:AlternateContent xmlns:mc="http://schemas.openxmlformats.org/markup-compatibility/2006">
              <mc:Choice xmlns:v="urn:schemas-microsoft-com:vml" Requires="v">
                <p:oleObj name="Equation" r:id="rId4" imgW="1244520" imgH="431640" progId="Equation.DSMT4">
                  <p:embed/>
                </p:oleObj>
              </mc:Choice>
              <mc:Fallback>
                <p:oleObj name="Equation" r:id="rId4" imgW="1244520" imgH="431640" progId="Equation.DSMT4">
                  <p:embed/>
                  <p:pic>
                    <p:nvPicPr>
                      <p:cNvPr id="8" name="Object 7">
                        <a:extLst>
                          <a:ext uri="{FF2B5EF4-FFF2-40B4-BE49-F238E27FC236}">
                            <a16:creationId xmlns:a16="http://schemas.microsoft.com/office/drawing/2014/main" id="{83ADD622-64D3-DC5F-4A66-DCA38D6840B9}"/>
                          </a:ext>
                        </a:extLst>
                      </p:cNvPr>
                      <p:cNvPicPr/>
                      <p:nvPr/>
                    </p:nvPicPr>
                    <p:blipFill>
                      <a:blip r:embed="rId5"/>
                      <a:stretch>
                        <a:fillRect/>
                      </a:stretch>
                    </p:blipFill>
                    <p:spPr>
                      <a:xfrm>
                        <a:off x="5805297" y="2751201"/>
                        <a:ext cx="2325688" cy="808038"/>
                      </a:xfrm>
                      <a:prstGeom prst="rect">
                        <a:avLst/>
                      </a:prstGeom>
                      <a:ln>
                        <a:noFill/>
                      </a:ln>
                    </p:spPr>
                  </p:pic>
                </p:oleObj>
              </mc:Fallback>
            </mc:AlternateContent>
          </a:graphicData>
        </a:graphic>
      </p:graphicFrame>
      <p:sp>
        <p:nvSpPr>
          <p:cNvPr id="11" name="TextBox 10">
            <a:extLst>
              <a:ext uri="{FF2B5EF4-FFF2-40B4-BE49-F238E27FC236}">
                <a16:creationId xmlns:a16="http://schemas.microsoft.com/office/drawing/2014/main" id="{5FEDB2ED-9172-E779-2149-85F41A271BB2}"/>
              </a:ext>
            </a:extLst>
          </p:cNvPr>
          <p:cNvSpPr txBox="1"/>
          <p:nvPr/>
        </p:nvSpPr>
        <p:spPr>
          <a:xfrm>
            <a:off x="170687" y="3622409"/>
            <a:ext cx="11863773" cy="369332"/>
          </a:xfrm>
          <a:prstGeom prst="rect">
            <a:avLst/>
          </a:prstGeom>
          <a:noFill/>
        </p:spPr>
        <p:txBody>
          <a:bodyPr wrap="square">
            <a:spAutoFit/>
          </a:bodyPr>
          <a:lstStyle/>
          <a:p>
            <a:pPr lvl="0">
              <a:defRPr/>
            </a:pPr>
            <a:r>
              <a:rPr lang="en-US">
                <a:solidFill>
                  <a:prstClr val="black"/>
                </a:solidFill>
                <a:latin typeface="Calibri" panose="020F0502020204030204"/>
              </a:rPr>
              <a:t>b</a:t>
            </a:r>
            <a:r>
              <a:rPr kumimoji="0" lang="en-US" sz="1800" b="0" i="0" u="none" strike="noStrike" kern="1200" cap="none" spc="0" normalizeH="0" baseline="0" noProof="0">
                <a:ln>
                  <a:noFill/>
                </a:ln>
                <a:solidFill>
                  <a:prstClr val="black"/>
                </a:solidFill>
                <a:effectLst/>
                <a:uLnTx/>
                <a:uFillTx/>
                <a:latin typeface="Calibri" panose="020F0502020204030204"/>
                <a:ea typeface="+mn-ea"/>
                <a:cs typeface="+mn-cs"/>
              </a:rPr>
              <a:t>) Theo định</a:t>
            </a:r>
            <a:r>
              <a:rPr kumimoji="0" lang="en-US" sz="1800" b="0" i="0" u="none" strike="noStrike" kern="1200" cap="none" spc="0" normalizeH="0" noProof="0">
                <a:ln>
                  <a:noFill/>
                </a:ln>
                <a:solidFill>
                  <a:prstClr val="black"/>
                </a:solidFill>
                <a:effectLst/>
                <a:uLnTx/>
                <a:uFillTx/>
                <a:latin typeface="Calibri" panose="020F0502020204030204"/>
                <a:ea typeface="+mn-ea"/>
                <a:cs typeface="+mn-cs"/>
              </a:rPr>
              <a:t> luật Malus, </a:t>
            </a:r>
            <a:r>
              <a:rPr lang="en-US">
                <a:solidFill>
                  <a:prstClr val="black"/>
                </a:solidFill>
                <a:latin typeface="Calibri" panose="020F0502020204030204"/>
                <a:sym typeface="Symbol" panose="05050102010706020507" pitchFamily="18" charset="2"/>
              </a:rPr>
              <a:t>cường độ sáng nhận được sau khi đi qua kính phân tích là:</a:t>
            </a: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aphicFrame>
        <p:nvGraphicFramePr>
          <p:cNvPr id="12" name="Object 11">
            <a:extLst>
              <a:ext uri="{FF2B5EF4-FFF2-40B4-BE49-F238E27FC236}">
                <a16:creationId xmlns:a16="http://schemas.microsoft.com/office/drawing/2014/main" id="{6253E14A-C17B-3341-9C23-0257756776AD}"/>
              </a:ext>
            </a:extLst>
          </p:cNvPr>
          <p:cNvGraphicFramePr>
            <a:graphicFrameLocks noChangeAspect="1"/>
          </p:cNvGraphicFramePr>
          <p:nvPr>
            <p:extLst>
              <p:ext uri="{D42A27DB-BD31-4B8C-83A1-F6EECF244321}">
                <p14:modId xmlns:p14="http://schemas.microsoft.com/office/powerpoint/2010/main" val="2623467507"/>
              </p:ext>
            </p:extLst>
          </p:nvPr>
        </p:nvGraphicFramePr>
        <p:xfrm>
          <a:off x="4116197" y="3991741"/>
          <a:ext cx="4460875" cy="782638"/>
        </p:xfrm>
        <a:graphic>
          <a:graphicData uri="http://schemas.openxmlformats.org/presentationml/2006/ole">
            <mc:AlternateContent xmlns:mc="http://schemas.openxmlformats.org/markup-compatibility/2006">
              <mc:Choice xmlns:v="urn:schemas-microsoft-com:vml" Requires="v">
                <p:oleObj name="Equation" r:id="rId6" imgW="2387520" imgH="419040" progId="Equation.DSMT4">
                  <p:embed/>
                </p:oleObj>
              </mc:Choice>
              <mc:Fallback>
                <p:oleObj name="Equation" r:id="rId6" imgW="2387520" imgH="419040" progId="Equation.DSMT4">
                  <p:embed/>
                  <p:pic>
                    <p:nvPicPr>
                      <p:cNvPr id="12" name="Object 11">
                        <a:extLst>
                          <a:ext uri="{FF2B5EF4-FFF2-40B4-BE49-F238E27FC236}">
                            <a16:creationId xmlns:a16="http://schemas.microsoft.com/office/drawing/2014/main" id="{6253E14A-C17B-3341-9C23-0257756776AD}"/>
                          </a:ext>
                        </a:extLst>
                      </p:cNvPr>
                      <p:cNvPicPr/>
                      <p:nvPr/>
                    </p:nvPicPr>
                    <p:blipFill>
                      <a:blip r:embed="rId7"/>
                      <a:stretch>
                        <a:fillRect/>
                      </a:stretch>
                    </p:blipFill>
                    <p:spPr>
                      <a:xfrm>
                        <a:off x="4116197" y="3991741"/>
                        <a:ext cx="4460875" cy="782638"/>
                      </a:xfrm>
                      <a:prstGeom prst="rect">
                        <a:avLst/>
                      </a:prstGeom>
                      <a:ln>
                        <a:noFill/>
                      </a:ln>
                    </p:spPr>
                  </p:pic>
                </p:oleObj>
              </mc:Fallback>
            </mc:AlternateContent>
          </a:graphicData>
        </a:graphic>
      </p:graphicFrame>
      <p:sp>
        <p:nvSpPr>
          <p:cNvPr id="13" name="TextBox 12">
            <a:extLst>
              <a:ext uri="{FF2B5EF4-FFF2-40B4-BE49-F238E27FC236}">
                <a16:creationId xmlns:a16="http://schemas.microsoft.com/office/drawing/2014/main" id="{AF417338-C15D-5173-7303-A8AE065B4FDE}"/>
              </a:ext>
            </a:extLst>
          </p:cNvPr>
          <p:cNvSpPr txBox="1"/>
          <p:nvPr/>
        </p:nvSpPr>
        <p:spPr>
          <a:xfrm>
            <a:off x="207483" y="4957374"/>
            <a:ext cx="11863773" cy="369332"/>
          </a:xfrm>
          <a:prstGeom prst="rect">
            <a:avLst/>
          </a:prstGeom>
          <a:noFill/>
        </p:spPr>
        <p:txBody>
          <a:bodyPr wrap="square">
            <a:spAutoFit/>
          </a:bodyPr>
          <a:lstStyle/>
          <a:p>
            <a:pPr lvl="0">
              <a:defRPr/>
            </a:pPr>
            <a:r>
              <a:rPr kumimoji="0" lang="en-US" sz="1800" b="0" i="0" u="none" strike="noStrike" kern="1200" cap="none" spc="0" normalizeH="0" baseline="0" noProof="0">
                <a:ln>
                  <a:noFill/>
                </a:ln>
                <a:solidFill>
                  <a:prstClr val="black"/>
                </a:solidFill>
                <a:effectLst/>
                <a:uLnTx/>
                <a:uFillTx/>
                <a:latin typeface="Calibri" panose="020F0502020204030204"/>
                <a:ea typeface="+mn-ea"/>
                <a:cs typeface="+mn-cs"/>
              </a:rPr>
              <a:t>Vậy</a:t>
            </a:r>
            <a:r>
              <a:rPr kumimoji="0" lang="en-US" sz="1800" b="0" i="0" u="none" strike="noStrike" kern="1200" cap="none" spc="0" normalizeH="0" noProof="0">
                <a:ln>
                  <a:noFill/>
                </a:ln>
                <a:solidFill>
                  <a:prstClr val="black"/>
                </a:solidFill>
                <a:effectLst/>
                <a:uLnTx/>
                <a:uFillTx/>
                <a:latin typeface="Calibri" panose="020F0502020204030204"/>
                <a:ea typeface="+mn-ea"/>
                <a:cs typeface="+mn-cs"/>
              </a:rPr>
              <a:t> </a:t>
            </a:r>
            <a:r>
              <a:rPr lang="en-US">
                <a:solidFill>
                  <a:prstClr val="black"/>
                </a:solidFill>
                <a:latin typeface="Calibri" panose="020F0502020204030204"/>
                <a:sym typeface="Symbol" panose="05050102010706020507" pitchFamily="18" charset="2"/>
              </a:rPr>
              <a:t>cường độ sáng khi đi qua cả kính phân cực và kính phân tích giảm số lần là:</a:t>
            </a: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aphicFrame>
        <p:nvGraphicFramePr>
          <p:cNvPr id="14" name="Object 13">
            <a:extLst>
              <a:ext uri="{FF2B5EF4-FFF2-40B4-BE49-F238E27FC236}">
                <a16:creationId xmlns:a16="http://schemas.microsoft.com/office/drawing/2014/main" id="{E7308636-225C-FD30-A9A7-57C3B18EB3FD}"/>
              </a:ext>
            </a:extLst>
          </p:cNvPr>
          <p:cNvGraphicFramePr>
            <a:graphicFrameLocks noChangeAspect="1"/>
          </p:cNvGraphicFramePr>
          <p:nvPr>
            <p:extLst>
              <p:ext uri="{D42A27DB-BD31-4B8C-83A1-F6EECF244321}">
                <p14:modId xmlns:p14="http://schemas.microsoft.com/office/powerpoint/2010/main" val="452955564"/>
              </p:ext>
            </p:extLst>
          </p:nvPr>
        </p:nvGraphicFramePr>
        <p:xfrm>
          <a:off x="7681595" y="4721352"/>
          <a:ext cx="3687763" cy="841375"/>
        </p:xfrm>
        <a:graphic>
          <a:graphicData uri="http://schemas.openxmlformats.org/presentationml/2006/ole">
            <mc:AlternateContent xmlns:mc="http://schemas.openxmlformats.org/markup-compatibility/2006">
              <mc:Choice xmlns:v="urn:schemas-microsoft-com:vml" Requires="v">
                <p:oleObj name="Equation" r:id="rId8" imgW="1892160" imgH="431640" progId="Equation.DSMT4">
                  <p:embed/>
                </p:oleObj>
              </mc:Choice>
              <mc:Fallback>
                <p:oleObj name="Equation" r:id="rId8" imgW="1892160" imgH="431640" progId="Equation.DSMT4">
                  <p:embed/>
                  <p:pic>
                    <p:nvPicPr>
                      <p:cNvPr id="14" name="Object 13">
                        <a:extLst>
                          <a:ext uri="{FF2B5EF4-FFF2-40B4-BE49-F238E27FC236}">
                            <a16:creationId xmlns:a16="http://schemas.microsoft.com/office/drawing/2014/main" id="{E7308636-225C-FD30-A9A7-57C3B18EB3FD}"/>
                          </a:ext>
                        </a:extLst>
                      </p:cNvPr>
                      <p:cNvPicPr/>
                      <p:nvPr/>
                    </p:nvPicPr>
                    <p:blipFill>
                      <a:blip r:embed="rId9"/>
                      <a:stretch>
                        <a:fillRect/>
                      </a:stretch>
                    </p:blipFill>
                    <p:spPr>
                      <a:xfrm>
                        <a:off x="7681595" y="4721352"/>
                        <a:ext cx="3687763" cy="841375"/>
                      </a:xfrm>
                      <a:prstGeom prst="rect">
                        <a:avLst/>
                      </a:prstGeom>
                    </p:spPr>
                  </p:pic>
                </p:oleObj>
              </mc:Fallback>
            </mc:AlternateContent>
          </a:graphicData>
        </a:graphic>
      </p:graphicFrame>
    </p:spTree>
    <p:extLst>
      <p:ext uri="{BB962C8B-B14F-4D97-AF65-F5344CB8AC3E}">
        <p14:creationId xmlns:p14="http://schemas.microsoft.com/office/powerpoint/2010/main" val="338973624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1000"/>
                                        <p:tgtEl>
                                          <p:spTgt spid="3"/>
                                        </p:tgtEl>
                                      </p:cBhvr>
                                    </p:animEffect>
                                    <p:anim calcmode="lin" valueType="num">
                                      <p:cBhvr>
                                        <p:cTn id="8" dur="1000" fill="hold"/>
                                        <p:tgtEl>
                                          <p:spTgt spid="3"/>
                                        </p:tgtEl>
                                        <p:attrNameLst>
                                          <p:attrName>ppt_x</p:attrName>
                                        </p:attrNameLst>
                                      </p:cBhvr>
                                      <p:tavLst>
                                        <p:tav tm="0">
                                          <p:val>
                                            <p:strVal val="#ppt_x"/>
                                          </p:val>
                                        </p:tav>
                                        <p:tav tm="100000">
                                          <p:val>
                                            <p:strVal val="#ppt_x"/>
                                          </p:val>
                                        </p:tav>
                                      </p:tavLst>
                                    </p:anim>
                                    <p:anim calcmode="lin" valueType="num">
                                      <p:cBhvr>
                                        <p:cTn id="9" dur="1000" fill="hold"/>
                                        <p:tgtEl>
                                          <p:spTgt spid="3"/>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4"/>
                                        </p:tgtEl>
                                        <p:attrNameLst>
                                          <p:attrName>style.visibility</p:attrName>
                                        </p:attrNameLst>
                                      </p:cBhvr>
                                      <p:to>
                                        <p:strVal val="visible"/>
                                      </p:to>
                                    </p:set>
                                    <p:animEffect transition="in" filter="fade">
                                      <p:cBhvr>
                                        <p:cTn id="14" dur="1000"/>
                                        <p:tgtEl>
                                          <p:spTgt spid="4"/>
                                        </p:tgtEl>
                                      </p:cBhvr>
                                    </p:animEffect>
                                    <p:anim calcmode="lin" valueType="num">
                                      <p:cBhvr>
                                        <p:cTn id="15" dur="1000" fill="hold"/>
                                        <p:tgtEl>
                                          <p:spTgt spid="4"/>
                                        </p:tgtEl>
                                        <p:attrNameLst>
                                          <p:attrName>ppt_x</p:attrName>
                                        </p:attrNameLst>
                                      </p:cBhvr>
                                      <p:tavLst>
                                        <p:tav tm="0">
                                          <p:val>
                                            <p:strVal val="#ppt_x"/>
                                          </p:val>
                                        </p:tav>
                                        <p:tav tm="100000">
                                          <p:val>
                                            <p:strVal val="#ppt_x"/>
                                          </p:val>
                                        </p:tav>
                                      </p:tavLst>
                                    </p:anim>
                                    <p:anim calcmode="lin" valueType="num">
                                      <p:cBhvr>
                                        <p:cTn id="16" dur="1000" fill="hold"/>
                                        <p:tgtEl>
                                          <p:spTgt spid="4"/>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nodeType="clickEffect">
                                  <p:stCondLst>
                                    <p:cond delay="0"/>
                                  </p:stCondLst>
                                  <p:childTnLst>
                                    <p:set>
                                      <p:cBhvr>
                                        <p:cTn id="20" dur="1" fill="hold">
                                          <p:stCondLst>
                                            <p:cond delay="0"/>
                                          </p:stCondLst>
                                        </p:cTn>
                                        <p:tgtEl>
                                          <p:spTgt spid="5"/>
                                        </p:tgtEl>
                                        <p:attrNameLst>
                                          <p:attrName>style.visibility</p:attrName>
                                        </p:attrNameLst>
                                      </p:cBhvr>
                                      <p:to>
                                        <p:strVal val="visible"/>
                                      </p:to>
                                    </p:set>
                                    <p:animEffect transition="in" filter="fade">
                                      <p:cBhvr>
                                        <p:cTn id="21" dur="1000"/>
                                        <p:tgtEl>
                                          <p:spTgt spid="5"/>
                                        </p:tgtEl>
                                      </p:cBhvr>
                                    </p:animEffect>
                                    <p:anim calcmode="lin" valueType="num">
                                      <p:cBhvr>
                                        <p:cTn id="22" dur="1000" fill="hold"/>
                                        <p:tgtEl>
                                          <p:spTgt spid="5"/>
                                        </p:tgtEl>
                                        <p:attrNameLst>
                                          <p:attrName>ppt_x</p:attrName>
                                        </p:attrNameLst>
                                      </p:cBhvr>
                                      <p:tavLst>
                                        <p:tav tm="0">
                                          <p:val>
                                            <p:strVal val="#ppt_x"/>
                                          </p:val>
                                        </p:tav>
                                        <p:tav tm="100000">
                                          <p:val>
                                            <p:strVal val="#ppt_x"/>
                                          </p:val>
                                        </p:tav>
                                      </p:tavLst>
                                    </p:anim>
                                    <p:anim calcmode="lin" valueType="num">
                                      <p:cBhvr>
                                        <p:cTn id="23" dur="1000" fill="hold"/>
                                        <p:tgtEl>
                                          <p:spTgt spid="5"/>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7"/>
                                        </p:tgtEl>
                                        <p:attrNameLst>
                                          <p:attrName>style.visibility</p:attrName>
                                        </p:attrNameLst>
                                      </p:cBhvr>
                                      <p:to>
                                        <p:strVal val="visible"/>
                                      </p:to>
                                    </p:set>
                                    <p:animEffect transition="in" filter="fade">
                                      <p:cBhvr>
                                        <p:cTn id="28" dur="1000"/>
                                        <p:tgtEl>
                                          <p:spTgt spid="7"/>
                                        </p:tgtEl>
                                      </p:cBhvr>
                                    </p:animEffect>
                                    <p:anim calcmode="lin" valueType="num">
                                      <p:cBhvr>
                                        <p:cTn id="29" dur="1000" fill="hold"/>
                                        <p:tgtEl>
                                          <p:spTgt spid="7"/>
                                        </p:tgtEl>
                                        <p:attrNameLst>
                                          <p:attrName>ppt_x</p:attrName>
                                        </p:attrNameLst>
                                      </p:cBhvr>
                                      <p:tavLst>
                                        <p:tav tm="0">
                                          <p:val>
                                            <p:strVal val="#ppt_x"/>
                                          </p:val>
                                        </p:tav>
                                        <p:tav tm="100000">
                                          <p:val>
                                            <p:strVal val="#ppt_x"/>
                                          </p:val>
                                        </p:tav>
                                      </p:tavLst>
                                    </p:anim>
                                    <p:anim calcmode="lin" valueType="num">
                                      <p:cBhvr>
                                        <p:cTn id="30"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nodeType="clickEffect">
                                  <p:stCondLst>
                                    <p:cond delay="0"/>
                                  </p:stCondLst>
                                  <p:childTnLst>
                                    <p:set>
                                      <p:cBhvr>
                                        <p:cTn id="34" dur="1" fill="hold">
                                          <p:stCondLst>
                                            <p:cond delay="0"/>
                                          </p:stCondLst>
                                        </p:cTn>
                                        <p:tgtEl>
                                          <p:spTgt spid="8"/>
                                        </p:tgtEl>
                                        <p:attrNameLst>
                                          <p:attrName>style.visibility</p:attrName>
                                        </p:attrNameLst>
                                      </p:cBhvr>
                                      <p:to>
                                        <p:strVal val="visible"/>
                                      </p:to>
                                    </p:set>
                                    <p:animEffect transition="in" filter="fade">
                                      <p:cBhvr>
                                        <p:cTn id="35" dur="1000"/>
                                        <p:tgtEl>
                                          <p:spTgt spid="8"/>
                                        </p:tgtEl>
                                      </p:cBhvr>
                                    </p:animEffect>
                                    <p:anim calcmode="lin" valueType="num">
                                      <p:cBhvr>
                                        <p:cTn id="36" dur="1000" fill="hold"/>
                                        <p:tgtEl>
                                          <p:spTgt spid="8"/>
                                        </p:tgtEl>
                                        <p:attrNameLst>
                                          <p:attrName>ppt_x</p:attrName>
                                        </p:attrNameLst>
                                      </p:cBhvr>
                                      <p:tavLst>
                                        <p:tav tm="0">
                                          <p:val>
                                            <p:strVal val="#ppt_x"/>
                                          </p:val>
                                        </p:tav>
                                        <p:tav tm="100000">
                                          <p:val>
                                            <p:strVal val="#ppt_x"/>
                                          </p:val>
                                        </p:tav>
                                      </p:tavLst>
                                    </p:anim>
                                    <p:anim calcmode="lin" valueType="num">
                                      <p:cBhvr>
                                        <p:cTn id="37"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42" presetClass="entr" presetSubtype="0" fill="hold" grpId="0" nodeType="clickEffect">
                                  <p:stCondLst>
                                    <p:cond delay="0"/>
                                  </p:stCondLst>
                                  <p:childTnLst>
                                    <p:set>
                                      <p:cBhvr>
                                        <p:cTn id="41" dur="1" fill="hold">
                                          <p:stCondLst>
                                            <p:cond delay="0"/>
                                          </p:stCondLst>
                                        </p:cTn>
                                        <p:tgtEl>
                                          <p:spTgt spid="11"/>
                                        </p:tgtEl>
                                        <p:attrNameLst>
                                          <p:attrName>style.visibility</p:attrName>
                                        </p:attrNameLst>
                                      </p:cBhvr>
                                      <p:to>
                                        <p:strVal val="visible"/>
                                      </p:to>
                                    </p:set>
                                    <p:animEffect transition="in" filter="fade">
                                      <p:cBhvr>
                                        <p:cTn id="42" dur="1000"/>
                                        <p:tgtEl>
                                          <p:spTgt spid="11"/>
                                        </p:tgtEl>
                                      </p:cBhvr>
                                    </p:animEffect>
                                    <p:anim calcmode="lin" valueType="num">
                                      <p:cBhvr>
                                        <p:cTn id="43" dur="1000" fill="hold"/>
                                        <p:tgtEl>
                                          <p:spTgt spid="11"/>
                                        </p:tgtEl>
                                        <p:attrNameLst>
                                          <p:attrName>ppt_x</p:attrName>
                                        </p:attrNameLst>
                                      </p:cBhvr>
                                      <p:tavLst>
                                        <p:tav tm="0">
                                          <p:val>
                                            <p:strVal val="#ppt_x"/>
                                          </p:val>
                                        </p:tav>
                                        <p:tav tm="100000">
                                          <p:val>
                                            <p:strVal val="#ppt_x"/>
                                          </p:val>
                                        </p:tav>
                                      </p:tavLst>
                                    </p:anim>
                                    <p:anim calcmode="lin" valueType="num">
                                      <p:cBhvr>
                                        <p:cTn id="44" dur="1000" fill="hold"/>
                                        <p:tgtEl>
                                          <p:spTgt spid="11"/>
                                        </p:tgtEl>
                                        <p:attrNameLst>
                                          <p:attrName>ppt_y</p:attrName>
                                        </p:attrNameLst>
                                      </p:cBhvr>
                                      <p:tavLst>
                                        <p:tav tm="0">
                                          <p:val>
                                            <p:strVal val="#ppt_y+.1"/>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42" presetClass="entr" presetSubtype="0" fill="hold" nodeType="clickEffect">
                                  <p:stCondLst>
                                    <p:cond delay="0"/>
                                  </p:stCondLst>
                                  <p:childTnLst>
                                    <p:set>
                                      <p:cBhvr>
                                        <p:cTn id="48" dur="1" fill="hold">
                                          <p:stCondLst>
                                            <p:cond delay="0"/>
                                          </p:stCondLst>
                                        </p:cTn>
                                        <p:tgtEl>
                                          <p:spTgt spid="12"/>
                                        </p:tgtEl>
                                        <p:attrNameLst>
                                          <p:attrName>style.visibility</p:attrName>
                                        </p:attrNameLst>
                                      </p:cBhvr>
                                      <p:to>
                                        <p:strVal val="visible"/>
                                      </p:to>
                                    </p:set>
                                    <p:animEffect transition="in" filter="fade">
                                      <p:cBhvr>
                                        <p:cTn id="49" dur="1000"/>
                                        <p:tgtEl>
                                          <p:spTgt spid="12"/>
                                        </p:tgtEl>
                                      </p:cBhvr>
                                    </p:animEffect>
                                    <p:anim calcmode="lin" valueType="num">
                                      <p:cBhvr>
                                        <p:cTn id="50" dur="1000" fill="hold"/>
                                        <p:tgtEl>
                                          <p:spTgt spid="12"/>
                                        </p:tgtEl>
                                        <p:attrNameLst>
                                          <p:attrName>ppt_x</p:attrName>
                                        </p:attrNameLst>
                                      </p:cBhvr>
                                      <p:tavLst>
                                        <p:tav tm="0">
                                          <p:val>
                                            <p:strVal val="#ppt_x"/>
                                          </p:val>
                                        </p:tav>
                                        <p:tav tm="100000">
                                          <p:val>
                                            <p:strVal val="#ppt_x"/>
                                          </p:val>
                                        </p:tav>
                                      </p:tavLst>
                                    </p:anim>
                                    <p:anim calcmode="lin" valueType="num">
                                      <p:cBhvr>
                                        <p:cTn id="51" dur="1000" fill="hold"/>
                                        <p:tgtEl>
                                          <p:spTgt spid="12"/>
                                        </p:tgtEl>
                                        <p:attrNameLst>
                                          <p:attrName>ppt_y</p:attrName>
                                        </p:attrNameLst>
                                      </p:cBhvr>
                                      <p:tavLst>
                                        <p:tav tm="0">
                                          <p:val>
                                            <p:strVal val="#ppt_y+.1"/>
                                          </p:val>
                                        </p:tav>
                                        <p:tav tm="100000">
                                          <p:val>
                                            <p:strVal val="#ppt_y"/>
                                          </p:val>
                                        </p:tav>
                                      </p:tavLst>
                                    </p:anim>
                                  </p:childTnLst>
                                </p:cTn>
                              </p:par>
                            </p:childTnLst>
                          </p:cTn>
                        </p:par>
                      </p:childTnLst>
                    </p:cTn>
                  </p:par>
                  <p:par>
                    <p:cTn id="52" fill="hold">
                      <p:stCondLst>
                        <p:cond delay="indefinite"/>
                      </p:stCondLst>
                      <p:childTnLst>
                        <p:par>
                          <p:cTn id="53" fill="hold">
                            <p:stCondLst>
                              <p:cond delay="0"/>
                            </p:stCondLst>
                            <p:childTnLst>
                              <p:par>
                                <p:cTn id="54" presetID="42" presetClass="entr" presetSubtype="0" fill="hold" grpId="0" nodeType="clickEffect">
                                  <p:stCondLst>
                                    <p:cond delay="0"/>
                                  </p:stCondLst>
                                  <p:childTnLst>
                                    <p:set>
                                      <p:cBhvr>
                                        <p:cTn id="55" dur="1" fill="hold">
                                          <p:stCondLst>
                                            <p:cond delay="0"/>
                                          </p:stCondLst>
                                        </p:cTn>
                                        <p:tgtEl>
                                          <p:spTgt spid="13"/>
                                        </p:tgtEl>
                                        <p:attrNameLst>
                                          <p:attrName>style.visibility</p:attrName>
                                        </p:attrNameLst>
                                      </p:cBhvr>
                                      <p:to>
                                        <p:strVal val="visible"/>
                                      </p:to>
                                    </p:set>
                                    <p:animEffect transition="in" filter="fade">
                                      <p:cBhvr>
                                        <p:cTn id="56" dur="1000"/>
                                        <p:tgtEl>
                                          <p:spTgt spid="13"/>
                                        </p:tgtEl>
                                      </p:cBhvr>
                                    </p:animEffect>
                                    <p:anim calcmode="lin" valueType="num">
                                      <p:cBhvr>
                                        <p:cTn id="57" dur="1000" fill="hold"/>
                                        <p:tgtEl>
                                          <p:spTgt spid="13"/>
                                        </p:tgtEl>
                                        <p:attrNameLst>
                                          <p:attrName>ppt_x</p:attrName>
                                        </p:attrNameLst>
                                      </p:cBhvr>
                                      <p:tavLst>
                                        <p:tav tm="0">
                                          <p:val>
                                            <p:strVal val="#ppt_x"/>
                                          </p:val>
                                        </p:tav>
                                        <p:tav tm="100000">
                                          <p:val>
                                            <p:strVal val="#ppt_x"/>
                                          </p:val>
                                        </p:tav>
                                      </p:tavLst>
                                    </p:anim>
                                    <p:anim calcmode="lin" valueType="num">
                                      <p:cBhvr>
                                        <p:cTn id="58" dur="1000" fill="hold"/>
                                        <p:tgtEl>
                                          <p:spTgt spid="13"/>
                                        </p:tgtEl>
                                        <p:attrNameLst>
                                          <p:attrName>ppt_y</p:attrName>
                                        </p:attrNameLst>
                                      </p:cBhvr>
                                      <p:tavLst>
                                        <p:tav tm="0">
                                          <p:val>
                                            <p:strVal val="#ppt_y+.1"/>
                                          </p:val>
                                        </p:tav>
                                        <p:tav tm="100000">
                                          <p:val>
                                            <p:strVal val="#ppt_y"/>
                                          </p:val>
                                        </p:tav>
                                      </p:tavLst>
                                    </p:anim>
                                  </p:childTnLst>
                                </p:cTn>
                              </p:par>
                            </p:childTnLst>
                          </p:cTn>
                        </p:par>
                      </p:childTnLst>
                    </p:cTn>
                  </p:par>
                  <p:par>
                    <p:cTn id="59" fill="hold">
                      <p:stCondLst>
                        <p:cond delay="indefinite"/>
                      </p:stCondLst>
                      <p:childTnLst>
                        <p:par>
                          <p:cTn id="60" fill="hold">
                            <p:stCondLst>
                              <p:cond delay="0"/>
                            </p:stCondLst>
                            <p:childTnLst>
                              <p:par>
                                <p:cTn id="61" presetID="42" presetClass="entr" presetSubtype="0" fill="hold" nodeType="clickEffect">
                                  <p:stCondLst>
                                    <p:cond delay="0"/>
                                  </p:stCondLst>
                                  <p:childTnLst>
                                    <p:set>
                                      <p:cBhvr>
                                        <p:cTn id="62" dur="1" fill="hold">
                                          <p:stCondLst>
                                            <p:cond delay="0"/>
                                          </p:stCondLst>
                                        </p:cTn>
                                        <p:tgtEl>
                                          <p:spTgt spid="14"/>
                                        </p:tgtEl>
                                        <p:attrNameLst>
                                          <p:attrName>style.visibility</p:attrName>
                                        </p:attrNameLst>
                                      </p:cBhvr>
                                      <p:to>
                                        <p:strVal val="visible"/>
                                      </p:to>
                                    </p:set>
                                    <p:animEffect transition="in" filter="fade">
                                      <p:cBhvr>
                                        <p:cTn id="63" dur="1000"/>
                                        <p:tgtEl>
                                          <p:spTgt spid="14"/>
                                        </p:tgtEl>
                                      </p:cBhvr>
                                    </p:animEffect>
                                    <p:anim calcmode="lin" valueType="num">
                                      <p:cBhvr>
                                        <p:cTn id="64" dur="1000" fill="hold"/>
                                        <p:tgtEl>
                                          <p:spTgt spid="14"/>
                                        </p:tgtEl>
                                        <p:attrNameLst>
                                          <p:attrName>ppt_x</p:attrName>
                                        </p:attrNameLst>
                                      </p:cBhvr>
                                      <p:tavLst>
                                        <p:tav tm="0">
                                          <p:val>
                                            <p:strVal val="#ppt_x"/>
                                          </p:val>
                                        </p:tav>
                                        <p:tav tm="100000">
                                          <p:val>
                                            <p:strVal val="#ppt_x"/>
                                          </p:val>
                                        </p:tav>
                                      </p:tavLst>
                                    </p:anim>
                                    <p:anim calcmode="lin" valueType="num">
                                      <p:cBhvr>
                                        <p:cTn id="65" dur="1000" fill="hold"/>
                                        <p:tgtEl>
                                          <p:spTgt spid="1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4" grpId="0"/>
      <p:bldP spid="7" grpId="0"/>
      <p:bldP spid="11" grpId="0"/>
      <p:bldP spid="13" grpId="0"/>
    </p:bld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7D92683-CE7A-EF20-CF9E-297BFA75BAE2}"/>
            </a:ext>
          </a:extLst>
        </p:cNvPr>
        <p:cNvGrpSpPr/>
        <p:nvPr/>
      </p:nvGrpSpPr>
      <p:grpSpPr>
        <a:xfrm>
          <a:off x="0" y="0"/>
          <a:ext cx="0" cy="0"/>
          <a:chOff x="0" y="0"/>
          <a:chExt cx="0" cy="0"/>
        </a:xfrm>
      </p:grpSpPr>
      <p:pic>
        <p:nvPicPr>
          <p:cNvPr id="4098" name="Picture 2" descr="Physics Tutorial: Polarization">
            <a:extLst>
              <a:ext uri="{FF2B5EF4-FFF2-40B4-BE49-F238E27FC236}">
                <a16:creationId xmlns:a16="http://schemas.microsoft.com/office/drawing/2014/main" id="{F3803A5D-81A2-1EB7-7E63-285C85EFB7A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328680" y="2599045"/>
            <a:ext cx="3556293" cy="4137611"/>
          </a:xfrm>
          <a:prstGeom prst="rect">
            <a:avLst/>
          </a:prstGeom>
          <a:noFill/>
          <a:extLst>
            <a:ext uri="{909E8E84-426E-40DD-AFC4-6F175D3DCCD1}">
              <a14:hiddenFill xmlns:a14="http://schemas.microsoft.com/office/drawing/2010/main">
                <a:solidFill>
                  <a:srgbClr val="FFFFFF"/>
                </a:solidFill>
              </a14:hiddenFill>
            </a:ext>
          </a:extLst>
        </p:spPr>
      </p:pic>
      <p:sp>
        <p:nvSpPr>
          <p:cNvPr id="2" name="TextBox 1">
            <a:extLst>
              <a:ext uri="{FF2B5EF4-FFF2-40B4-BE49-F238E27FC236}">
                <a16:creationId xmlns:a16="http://schemas.microsoft.com/office/drawing/2014/main" id="{AB649E45-8F15-BC0D-97BE-4DD77D5FC450}"/>
              </a:ext>
            </a:extLst>
          </p:cNvPr>
          <p:cNvSpPr txBox="1"/>
          <p:nvPr/>
        </p:nvSpPr>
        <p:spPr>
          <a:xfrm>
            <a:off x="307027" y="121344"/>
            <a:ext cx="11577946"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ko-KR" sz="1800" b="1" i="0" u="none" strike="noStrike" kern="0" cap="none" spc="0" normalizeH="0" baseline="0" noProof="0">
                <a:ln>
                  <a:noFill/>
                </a:ln>
                <a:solidFill>
                  <a:srgbClr val="FF0000"/>
                </a:solidFill>
                <a:effectLst/>
                <a:uLnTx/>
                <a:uFillTx/>
                <a:latin typeface="Arial"/>
                <a:cs typeface="+mn-cs"/>
              </a:rPr>
              <a:t>5.3.3. Định luật Malus về phân cực ánh sáng. Phân cực do phản xạ và khúc xạ</a:t>
            </a:r>
            <a:endParaRPr kumimoji="0" lang="en-US" altLang="ko-KR" sz="1800" b="1" i="0" u="none" strike="noStrike" kern="0" cap="none" spc="0" normalizeH="0" baseline="0" noProof="0" dirty="0">
              <a:ln>
                <a:noFill/>
              </a:ln>
              <a:solidFill>
                <a:srgbClr val="FF0000"/>
              </a:solidFill>
              <a:effectLst/>
              <a:uLnTx/>
              <a:uFillTx/>
              <a:latin typeface="Arial"/>
              <a:cs typeface="+mn-cs"/>
            </a:endParaRPr>
          </a:p>
        </p:txBody>
      </p:sp>
      <p:sp>
        <p:nvSpPr>
          <p:cNvPr id="20" name="TextBox 19">
            <a:extLst>
              <a:ext uri="{FF2B5EF4-FFF2-40B4-BE49-F238E27FC236}">
                <a16:creationId xmlns:a16="http://schemas.microsoft.com/office/drawing/2014/main" id="{F0B28F4F-2988-94A8-6399-E74FFF7008AF}"/>
              </a:ext>
            </a:extLst>
          </p:cNvPr>
          <p:cNvSpPr txBox="1"/>
          <p:nvPr/>
        </p:nvSpPr>
        <p:spPr>
          <a:xfrm>
            <a:off x="323238" y="490676"/>
            <a:ext cx="6096000" cy="369332"/>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ko-KR" sz="1800" b="1" i="1" u="none" strike="noStrike" kern="0" cap="none" spc="0" normalizeH="0" baseline="0" noProof="0">
                <a:ln>
                  <a:noFill/>
                </a:ln>
                <a:solidFill>
                  <a:srgbClr val="00B050"/>
                </a:solidFill>
                <a:effectLst/>
                <a:uLnTx/>
                <a:uFillTx/>
                <a:latin typeface="Arial"/>
                <a:cs typeface="+mn-cs"/>
              </a:rPr>
              <a:t>b) Phân cực do phản xạ và khúc xạ</a:t>
            </a:r>
            <a:endParaRPr kumimoji="0" lang="en-US" sz="1800" b="0" i="1" u="none" strike="noStrike" kern="1200" cap="none" spc="0" normalizeH="0" baseline="0" noProof="0">
              <a:ln>
                <a:noFill/>
              </a:ln>
              <a:solidFill>
                <a:srgbClr val="00B050"/>
              </a:solidFill>
              <a:effectLst/>
              <a:uLnTx/>
              <a:uFillTx/>
              <a:latin typeface="Arial"/>
              <a:cs typeface="+mn-cs"/>
            </a:endParaRPr>
          </a:p>
        </p:txBody>
      </p:sp>
      <p:pic>
        <p:nvPicPr>
          <p:cNvPr id="6" name="Picture 5">
            <a:extLst>
              <a:ext uri="{FF2B5EF4-FFF2-40B4-BE49-F238E27FC236}">
                <a16:creationId xmlns:a16="http://schemas.microsoft.com/office/drawing/2014/main" id="{CA5CB845-4472-0356-288C-306958C007B4}"/>
              </a:ext>
            </a:extLst>
          </p:cNvPr>
          <p:cNvPicPr>
            <a:picLocks noChangeAspect="1"/>
          </p:cNvPicPr>
          <p:nvPr/>
        </p:nvPicPr>
        <p:blipFill>
          <a:blip r:embed="rId3"/>
          <a:stretch>
            <a:fillRect/>
          </a:stretch>
        </p:blipFill>
        <p:spPr>
          <a:xfrm>
            <a:off x="8408358" y="490676"/>
            <a:ext cx="3673914" cy="2288668"/>
          </a:xfrm>
          <a:prstGeom prst="rect">
            <a:avLst/>
          </a:prstGeom>
        </p:spPr>
      </p:pic>
      <p:pic>
        <p:nvPicPr>
          <p:cNvPr id="10" name="Picture 9">
            <a:extLst>
              <a:ext uri="{FF2B5EF4-FFF2-40B4-BE49-F238E27FC236}">
                <a16:creationId xmlns:a16="http://schemas.microsoft.com/office/drawing/2014/main" id="{C42A0465-6CD8-C2FD-4E91-0C9F93F0ADE9}"/>
              </a:ext>
            </a:extLst>
          </p:cNvPr>
          <p:cNvPicPr>
            <a:picLocks noChangeAspect="1"/>
          </p:cNvPicPr>
          <p:nvPr/>
        </p:nvPicPr>
        <p:blipFill>
          <a:blip r:embed="rId4"/>
          <a:stretch>
            <a:fillRect/>
          </a:stretch>
        </p:blipFill>
        <p:spPr>
          <a:xfrm>
            <a:off x="4513682" y="490676"/>
            <a:ext cx="4008411" cy="3776736"/>
          </a:xfrm>
          <a:prstGeom prst="rect">
            <a:avLst/>
          </a:prstGeom>
        </p:spPr>
      </p:pic>
      <p:sp>
        <p:nvSpPr>
          <p:cNvPr id="19" name="Rectangle 18">
            <a:extLst>
              <a:ext uri="{FF2B5EF4-FFF2-40B4-BE49-F238E27FC236}">
                <a16:creationId xmlns:a16="http://schemas.microsoft.com/office/drawing/2014/main" id="{A3752408-4D32-2406-FAC4-C866E4CB650D}"/>
              </a:ext>
            </a:extLst>
          </p:cNvPr>
          <p:cNvSpPr/>
          <p:nvPr/>
        </p:nvSpPr>
        <p:spPr>
          <a:xfrm>
            <a:off x="283399" y="1195473"/>
            <a:ext cx="4190444" cy="1631216"/>
          </a:xfrm>
          <a:prstGeom prst="rect">
            <a:avLst/>
          </a:prstGeom>
        </p:spPr>
        <p:txBody>
          <a:bodyPr wrap="square">
            <a:spAutoFit/>
          </a:bodyPr>
          <a:lstStyle/>
          <a:p>
            <a:pPr algn="just"/>
            <a:r>
              <a:rPr lang="en-US" sz="2000" dirty="0" err="1">
                <a:solidFill>
                  <a:prstClr val="black"/>
                </a:solidFill>
              </a:rPr>
              <a:t>Khi</a:t>
            </a:r>
            <a:r>
              <a:rPr lang="en-US" sz="2000" dirty="0">
                <a:solidFill>
                  <a:prstClr val="black"/>
                </a:solidFill>
              </a:rPr>
              <a:t> </a:t>
            </a:r>
            <a:r>
              <a:rPr lang="en-US" sz="2000" dirty="0" err="1">
                <a:solidFill>
                  <a:prstClr val="black"/>
                </a:solidFill>
              </a:rPr>
              <a:t>cho</a:t>
            </a:r>
            <a:r>
              <a:rPr lang="en-US" sz="2000" dirty="0">
                <a:solidFill>
                  <a:prstClr val="black"/>
                </a:solidFill>
              </a:rPr>
              <a:t> </a:t>
            </a:r>
            <a:r>
              <a:rPr lang="en-US" sz="2000" dirty="0" err="1">
                <a:solidFill>
                  <a:prstClr val="black"/>
                </a:solidFill>
              </a:rPr>
              <a:t>một</a:t>
            </a:r>
            <a:r>
              <a:rPr lang="en-US" sz="2000" dirty="0">
                <a:solidFill>
                  <a:prstClr val="black"/>
                </a:solidFill>
              </a:rPr>
              <a:t> </a:t>
            </a:r>
            <a:r>
              <a:rPr lang="en-US" sz="2000" dirty="0" err="1">
                <a:solidFill>
                  <a:prstClr val="black"/>
                </a:solidFill>
              </a:rPr>
              <a:t>chùm</a:t>
            </a:r>
            <a:r>
              <a:rPr lang="en-US" sz="2000" dirty="0">
                <a:solidFill>
                  <a:prstClr val="black"/>
                </a:solidFill>
              </a:rPr>
              <a:t> </a:t>
            </a:r>
            <a:r>
              <a:rPr lang="en-US" sz="2000" dirty="0" err="1">
                <a:solidFill>
                  <a:prstClr val="black"/>
                </a:solidFill>
              </a:rPr>
              <a:t>tia</a:t>
            </a:r>
            <a:r>
              <a:rPr lang="en-US" sz="2000" dirty="0">
                <a:solidFill>
                  <a:prstClr val="black"/>
                </a:solidFill>
              </a:rPr>
              <a:t> </a:t>
            </a:r>
            <a:r>
              <a:rPr lang="en-US" sz="2000" dirty="0" err="1">
                <a:solidFill>
                  <a:prstClr val="black"/>
                </a:solidFill>
              </a:rPr>
              <a:t>sáng</a:t>
            </a:r>
            <a:r>
              <a:rPr lang="en-US" sz="2000" dirty="0">
                <a:solidFill>
                  <a:prstClr val="black"/>
                </a:solidFill>
              </a:rPr>
              <a:t> </a:t>
            </a:r>
            <a:r>
              <a:rPr lang="en-US" sz="2000" dirty="0" err="1">
                <a:solidFill>
                  <a:prstClr val="black"/>
                </a:solidFill>
              </a:rPr>
              <a:t>tự</a:t>
            </a:r>
            <a:r>
              <a:rPr lang="en-US" sz="2000" dirty="0">
                <a:solidFill>
                  <a:prstClr val="black"/>
                </a:solidFill>
              </a:rPr>
              <a:t> </a:t>
            </a:r>
            <a:r>
              <a:rPr lang="en-US" sz="2000" dirty="0" err="1">
                <a:solidFill>
                  <a:prstClr val="black"/>
                </a:solidFill>
              </a:rPr>
              <a:t>nhiên</a:t>
            </a:r>
            <a:r>
              <a:rPr lang="en-US" sz="2000" dirty="0">
                <a:solidFill>
                  <a:prstClr val="black"/>
                </a:solidFill>
              </a:rPr>
              <a:t>  </a:t>
            </a:r>
            <a:r>
              <a:rPr lang="en-US" sz="2000" dirty="0" err="1">
                <a:solidFill>
                  <a:prstClr val="black"/>
                </a:solidFill>
              </a:rPr>
              <a:t>chiếu</a:t>
            </a:r>
            <a:r>
              <a:rPr lang="en-US" sz="2000" dirty="0">
                <a:solidFill>
                  <a:prstClr val="black"/>
                </a:solidFill>
              </a:rPr>
              <a:t> </a:t>
            </a:r>
            <a:r>
              <a:rPr lang="en-US" sz="2000" dirty="0" err="1">
                <a:solidFill>
                  <a:prstClr val="black"/>
                </a:solidFill>
              </a:rPr>
              <a:t>tới</a:t>
            </a:r>
            <a:r>
              <a:rPr lang="en-US" sz="2000" dirty="0">
                <a:solidFill>
                  <a:prstClr val="black"/>
                </a:solidFill>
              </a:rPr>
              <a:t> </a:t>
            </a:r>
            <a:r>
              <a:rPr lang="en-US" sz="2000" dirty="0" err="1">
                <a:solidFill>
                  <a:prstClr val="black"/>
                </a:solidFill>
              </a:rPr>
              <a:t>mặt</a:t>
            </a:r>
            <a:r>
              <a:rPr lang="en-US" sz="2000" dirty="0">
                <a:solidFill>
                  <a:prstClr val="black"/>
                </a:solidFill>
              </a:rPr>
              <a:t> </a:t>
            </a:r>
            <a:r>
              <a:rPr lang="en-US" sz="2000" dirty="0" err="1">
                <a:solidFill>
                  <a:prstClr val="black"/>
                </a:solidFill>
              </a:rPr>
              <a:t>phân</a:t>
            </a:r>
            <a:r>
              <a:rPr lang="en-US" sz="2000" dirty="0">
                <a:solidFill>
                  <a:prstClr val="black"/>
                </a:solidFill>
              </a:rPr>
              <a:t> </a:t>
            </a:r>
            <a:r>
              <a:rPr lang="en-US" sz="2000" dirty="0" err="1">
                <a:solidFill>
                  <a:prstClr val="black"/>
                </a:solidFill>
              </a:rPr>
              <a:t>cách</a:t>
            </a:r>
            <a:r>
              <a:rPr lang="en-US" sz="2000" dirty="0">
                <a:solidFill>
                  <a:prstClr val="black"/>
                </a:solidFill>
              </a:rPr>
              <a:t> </a:t>
            </a:r>
            <a:r>
              <a:rPr lang="en-US" sz="2000" dirty="0" err="1">
                <a:solidFill>
                  <a:prstClr val="black"/>
                </a:solidFill>
              </a:rPr>
              <a:t>giữa</a:t>
            </a:r>
            <a:r>
              <a:rPr lang="en-US" sz="2000" dirty="0">
                <a:solidFill>
                  <a:prstClr val="black"/>
                </a:solidFill>
              </a:rPr>
              <a:t> </a:t>
            </a:r>
            <a:r>
              <a:rPr lang="en-US" sz="2000" dirty="0" err="1">
                <a:solidFill>
                  <a:prstClr val="black"/>
                </a:solidFill>
              </a:rPr>
              <a:t>hai</a:t>
            </a:r>
            <a:r>
              <a:rPr lang="en-US" sz="2000" dirty="0">
                <a:solidFill>
                  <a:prstClr val="black"/>
                </a:solidFill>
              </a:rPr>
              <a:t> </a:t>
            </a:r>
            <a:r>
              <a:rPr lang="en-US" sz="2000" dirty="0" err="1">
                <a:solidFill>
                  <a:prstClr val="black"/>
                </a:solidFill>
              </a:rPr>
              <a:t>môi</a:t>
            </a:r>
            <a:r>
              <a:rPr lang="en-US" sz="2000" dirty="0">
                <a:solidFill>
                  <a:prstClr val="black"/>
                </a:solidFill>
              </a:rPr>
              <a:t> </a:t>
            </a:r>
            <a:r>
              <a:rPr lang="en-US" sz="2000" dirty="0" err="1">
                <a:solidFill>
                  <a:prstClr val="black"/>
                </a:solidFill>
              </a:rPr>
              <a:t>trường</a:t>
            </a:r>
            <a:r>
              <a:rPr lang="en-US" sz="2000" dirty="0">
                <a:solidFill>
                  <a:prstClr val="black"/>
                </a:solidFill>
              </a:rPr>
              <a:t> </a:t>
            </a:r>
            <a:r>
              <a:rPr lang="en-US" sz="2000" dirty="0" err="1">
                <a:solidFill>
                  <a:prstClr val="black"/>
                </a:solidFill>
              </a:rPr>
              <a:t>dưới</a:t>
            </a:r>
            <a:r>
              <a:rPr lang="en-US" sz="2000" dirty="0">
                <a:solidFill>
                  <a:prstClr val="black"/>
                </a:solidFill>
              </a:rPr>
              <a:t> </a:t>
            </a:r>
            <a:r>
              <a:rPr lang="en-US" sz="2000" dirty="0" err="1">
                <a:solidFill>
                  <a:prstClr val="black"/>
                </a:solidFill>
              </a:rPr>
              <a:t>góc</a:t>
            </a:r>
            <a:r>
              <a:rPr lang="en-US" sz="2000" dirty="0">
                <a:solidFill>
                  <a:prstClr val="black"/>
                </a:solidFill>
              </a:rPr>
              <a:t> </a:t>
            </a:r>
            <a:r>
              <a:rPr lang="en-US" sz="2000" dirty="0" err="1">
                <a:solidFill>
                  <a:prstClr val="black"/>
                </a:solidFill>
              </a:rPr>
              <a:t>tới</a:t>
            </a:r>
            <a:r>
              <a:rPr lang="en-US" sz="2000" dirty="0">
                <a:solidFill>
                  <a:prstClr val="black"/>
                </a:solidFill>
              </a:rPr>
              <a:t> i </a:t>
            </a:r>
            <a:r>
              <a:rPr lang="en-US" sz="2000" dirty="0" err="1">
                <a:solidFill>
                  <a:prstClr val="black"/>
                </a:solidFill>
              </a:rPr>
              <a:t>thì</a:t>
            </a:r>
            <a:r>
              <a:rPr lang="en-US" sz="2000" dirty="0">
                <a:solidFill>
                  <a:prstClr val="black"/>
                </a:solidFill>
              </a:rPr>
              <a:t> </a:t>
            </a:r>
            <a:r>
              <a:rPr lang="en-US" sz="2000" dirty="0" err="1">
                <a:solidFill>
                  <a:prstClr val="black"/>
                </a:solidFill>
              </a:rPr>
              <a:t>tia</a:t>
            </a:r>
            <a:r>
              <a:rPr lang="en-US" sz="2000" dirty="0">
                <a:solidFill>
                  <a:prstClr val="black"/>
                </a:solidFill>
              </a:rPr>
              <a:t> </a:t>
            </a:r>
            <a:r>
              <a:rPr lang="en-US" sz="2000" dirty="0" err="1">
                <a:solidFill>
                  <a:prstClr val="black"/>
                </a:solidFill>
              </a:rPr>
              <a:t>phản</a:t>
            </a:r>
            <a:r>
              <a:rPr lang="en-US" sz="2000" dirty="0">
                <a:solidFill>
                  <a:prstClr val="black"/>
                </a:solidFill>
              </a:rPr>
              <a:t> </a:t>
            </a:r>
            <a:r>
              <a:rPr lang="en-US" sz="2000" dirty="0" err="1">
                <a:solidFill>
                  <a:prstClr val="black"/>
                </a:solidFill>
              </a:rPr>
              <a:t>xạ</a:t>
            </a:r>
            <a:r>
              <a:rPr lang="en-US" sz="2000" dirty="0">
                <a:solidFill>
                  <a:prstClr val="black"/>
                </a:solidFill>
              </a:rPr>
              <a:t> </a:t>
            </a:r>
            <a:r>
              <a:rPr lang="en-US" sz="2000" dirty="0" err="1">
                <a:solidFill>
                  <a:prstClr val="black"/>
                </a:solidFill>
              </a:rPr>
              <a:t>và</a:t>
            </a:r>
            <a:r>
              <a:rPr lang="en-US" sz="2000" dirty="0">
                <a:solidFill>
                  <a:prstClr val="black"/>
                </a:solidFill>
              </a:rPr>
              <a:t> </a:t>
            </a:r>
            <a:r>
              <a:rPr lang="en-US" sz="2000" dirty="0" err="1">
                <a:solidFill>
                  <a:prstClr val="black"/>
                </a:solidFill>
              </a:rPr>
              <a:t>khúc</a:t>
            </a:r>
            <a:r>
              <a:rPr lang="en-US" sz="2000" dirty="0">
                <a:solidFill>
                  <a:prstClr val="black"/>
                </a:solidFill>
              </a:rPr>
              <a:t> </a:t>
            </a:r>
            <a:r>
              <a:rPr lang="en-US" sz="2000" dirty="0" err="1">
                <a:solidFill>
                  <a:prstClr val="black"/>
                </a:solidFill>
              </a:rPr>
              <a:t>xạ</a:t>
            </a:r>
            <a:r>
              <a:rPr lang="en-US" sz="2000" dirty="0">
                <a:solidFill>
                  <a:prstClr val="black"/>
                </a:solidFill>
              </a:rPr>
              <a:t> </a:t>
            </a:r>
            <a:r>
              <a:rPr lang="en-US" sz="2000" dirty="0" err="1">
                <a:solidFill>
                  <a:prstClr val="black"/>
                </a:solidFill>
              </a:rPr>
              <a:t>đều</a:t>
            </a:r>
            <a:r>
              <a:rPr lang="en-US" sz="2000" dirty="0">
                <a:solidFill>
                  <a:prstClr val="black"/>
                </a:solidFill>
              </a:rPr>
              <a:t> </a:t>
            </a:r>
            <a:r>
              <a:rPr lang="en-US" sz="2000" dirty="0" err="1">
                <a:solidFill>
                  <a:prstClr val="black"/>
                </a:solidFill>
              </a:rPr>
              <a:t>thành</a:t>
            </a:r>
            <a:r>
              <a:rPr lang="en-US" sz="2000" dirty="0">
                <a:solidFill>
                  <a:prstClr val="black"/>
                </a:solidFill>
              </a:rPr>
              <a:t> </a:t>
            </a:r>
            <a:r>
              <a:rPr lang="en-US" sz="2000" dirty="0" err="1">
                <a:solidFill>
                  <a:prstClr val="black"/>
                </a:solidFill>
              </a:rPr>
              <a:t>ánh</a:t>
            </a:r>
            <a:r>
              <a:rPr lang="en-US" sz="2000" dirty="0">
                <a:solidFill>
                  <a:prstClr val="black"/>
                </a:solidFill>
              </a:rPr>
              <a:t> </a:t>
            </a:r>
            <a:r>
              <a:rPr lang="en-US" sz="2000" dirty="0" err="1">
                <a:solidFill>
                  <a:prstClr val="black"/>
                </a:solidFill>
              </a:rPr>
              <a:t>sáng</a:t>
            </a:r>
            <a:r>
              <a:rPr lang="en-US" sz="2000" dirty="0">
                <a:solidFill>
                  <a:prstClr val="black"/>
                </a:solidFill>
              </a:rPr>
              <a:t> </a:t>
            </a:r>
            <a:r>
              <a:rPr lang="en-US" sz="2000" dirty="0" err="1">
                <a:solidFill>
                  <a:srgbClr val="FF0000"/>
                </a:solidFill>
              </a:rPr>
              <a:t>phân</a:t>
            </a:r>
            <a:r>
              <a:rPr lang="en-US" sz="2000" dirty="0">
                <a:solidFill>
                  <a:srgbClr val="FF0000"/>
                </a:solidFill>
              </a:rPr>
              <a:t> </a:t>
            </a:r>
            <a:r>
              <a:rPr lang="en-US" sz="2000" dirty="0" err="1">
                <a:solidFill>
                  <a:srgbClr val="FF0000"/>
                </a:solidFill>
              </a:rPr>
              <a:t>cực</a:t>
            </a:r>
            <a:r>
              <a:rPr lang="en-US" sz="2000" dirty="0">
                <a:solidFill>
                  <a:srgbClr val="FF0000"/>
                </a:solidFill>
              </a:rPr>
              <a:t> </a:t>
            </a:r>
            <a:r>
              <a:rPr lang="en-US" sz="2000" dirty="0" err="1">
                <a:solidFill>
                  <a:srgbClr val="FF0000"/>
                </a:solidFill>
              </a:rPr>
              <a:t>một</a:t>
            </a:r>
            <a:r>
              <a:rPr lang="en-US" sz="2000" dirty="0">
                <a:solidFill>
                  <a:srgbClr val="FF0000"/>
                </a:solidFill>
              </a:rPr>
              <a:t> </a:t>
            </a:r>
            <a:r>
              <a:rPr lang="en-US" sz="2000" dirty="0" err="1">
                <a:solidFill>
                  <a:srgbClr val="FF0000"/>
                </a:solidFill>
              </a:rPr>
              <a:t>phần</a:t>
            </a:r>
            <a:endParaRPr lang="en-US" sz="2000" dirty="0">
              <a:solidFill>
                <a:srgbClr val="FF0000"/>
              </a:solidFill>
            </a:endParaRPr>
          </a:p>
        </p:txBody>
      </p:sp>
      <p:sp>
        <p:nvSpPr>
          <p:cNvPr id="21" name="Rectangle 20">
            <a:extLst>
              <a:ext uri="{FF2B5EF4-FFF2-40B4-BE49-F238E27FC236}">
                <a16:creationId xmlns:a16="http://schemas.microsoft.com/office/drawing/2014/main" id="{1E4031B5-7197-3F47-AC0B-F008B1B37E17}"/>
              </a:ext>
            </a:extLst>
          </p:cNvPr>
          <p:cNvSpPr/>
          <p:nvPr/>
        </p:nvSpPr>
        <p:spPr>
          <a:xfrm>
            <a:off x="307027" y="3206064"/>
            <a:ext cx="4190445" cy="1323439"/>
          </a:xfrm>
          <a:prstGeom prst="rect">
            <a:avLst/>
          </a:prstGeom>
          <a:solidFill>
            <a:schemeClr val="accent3">
              <a:lumMod val="60000"/>
              <a:lumOff val="40000"/>
            </a:schemeClr>
          </a:solidFill>
        </p:spPr>
        <p:txBody>
          <a:bodyPr wrap="square">
            <a:spAutoFit/>
          </a:bodyPr>
          <a:lstStyle/>
          <a:p>
            <a:pPr algn="just"/>
            <a:r>
              <a:rPr lang="en-US" sz="2000" i="1" dirty="0" err="1"/>
              <a:t>Khi</a:t>
            </a:r>
            <a:r>
              <a:rPr lang="en-US" sz="2000" i="1" dirty="0"/>
              <a:t> </a:t>
            </a:r>
            <a:r>
              <a:rPr lang="en-US" sz="2000" i="1" dirty="0" err="1"/>
              <a:t>thay</a:t>
            </a:r>
            <a:r>
              <a:rPr lang="en-US" sz="2000" i="1" dirty="0"/>
              <a:t> </a:t>
            </a:r>
            <a:r>
              <a:rPr lang="en-US" sz="2000" i="1" dirty="0" err="1"/>
              <a:t>đổi</a:t>
            </a:r>
            <a:r>
              <a:rPr lang="en-US" sz="2000" i="1" dirty="0"/>
              <a:t> </a:t>
            </a:r>
            <a:r>
              <a:rPr lang="en-US" sz="2000" i="1" dirty="0" err="1"/>
              <a:t>góc</a:t>
            </a:r>
            <a:r>
              <a:rPr lang="en-US" sz="2000" i="1" dirty="0"/>
              <a:t> </a:t>
            </a:r>
            <a:r>
              <a:rPr lang="en-US" sz="2000" i="1" dirty="0" err="1"/>
              <a:t>tới</a:t>
            </a:r>
            <a:r>
              <a:rPr lang="en-US" sz="2000" i="1" dirty="0"/>
              <a:t> </a:t>
            </a:r>
            <a:r>
              <a:rPr lang="en-US" sz="2000" i="1" dirty="0" err="1"/>
              <a:t>sao</a:t>
            </a:r>
            <a:r>
              <a:rPr lang="en-US" sz="2000" i="1" dirty="0"/>
              <a:t> </a:t>
            </a:r>
            <a:r>
              <a:rPr lang="en-US" sz="2000" i="1" err="1"/>
              <a:t>cho</a:t>
            </a:r>
            <a:r>
              <a:rPr lang="en-US" sz="2000" i="1"/>
              <a:t>             tgi </a:t>
            </a:r>
            <a:r>
              <a:rPr lang="en-US" sz="2000" i="1" dirty="0"/>
              <a:t>= </a:t>
            </a:r>
            <a:r>
              <a:rPr lang="en-US" sz="2000" i="1" dirty="0" err="1"/>
              <a:t>n</a:t>
            </a:r>
            <a:r>
              <a:rPr lang="en-US" sz="2000" i="1" baseline="-25000" dirty="0" err="1"/>
              <a:t>kx</a:t>
            </a:r>
            <a:r>
              <a:rPr lang="en-US" sz="2000" i="1" baseline="-25000" dirty="0"/>
              <a:t>/</a:t>
            </a:r>
            <a:r>
              <a:rPr lang="en-US" sz="2000" i="1" dirty="0" err="1"/>
              <a:t>n</a:t>
            </a:r>
            <a:r>
              <a:rPr lang="en-US" sz="2000" i="1" baseline="-25000" dirty="0" err="1"/>
              <a:t>t</a:t>
            </a:r>
            <a:r>
              <a:rPr lang="en-US" sz="2000" i="1" baseline="-25000" dirty="0"/>
              <a:t> </a:t>
            </a:r>
            <a:r>
              <a:rPr lang="en-US" sz="2000" i="1" dirty="0" err="1"/>
              <a:t>thì</a:t>
            </a:r>
            <a:r>
              <a:rPr lang="en-US" sz="2000" i="1" dirty="0"/>
              <a:t> </a:t>
            </a:r>
            <a:r>
              <a:rPr lang="en-US" sz="2000" i="1" dirty="0" err="1"/>
              <a:t>tia</a:t>
            </a:r>
            <a:r>
              <a:rPr lang="en-US" sz="2000" i="1" dirty="0"/>
              <a:t> </a:t>
            </a:r>
            <a:r>
              <a:rPr lang="en-US" sz="2000" i="1" dirty="0" err="1"/>
              <a:t>phản</a:t>
            </a:r>
            <a:r>
              <a:rPr lang="en-US" sz="2000" i="1" dirty="0"/>
              <a:t> </a:t>
            </a:r>
            <a:r>
              <a:rPr lang="en-US" sz="2000" i="1" dirty="0" err="1"/>
              <a:t>xạ</a:t>
            </a:r>
            <a:r>
              <a:rPr lang="en-US" sz="2000" i="1" dirty="0"/>
              <a:t> </a:t>
            </a:r>
            <a:r>
              <a:rPr lang="en-US" sz="2000" i="1" dirty="0" err="1"/>
              <a:t>phân</a:t>
            </a:r>
            <a:r>
              <a:rPr lang="en-US" sz="2000" i="1" dirty="0"/>
              <a:t>  </a:t>
            </a:r>
            <a:r>
              <a:rPr lang="en-US" sz="2000" i="1" dirty="0" err="1"/>
              <a:t>cực</a:t>
            </a:r>
            <a:r>
              <a:rPr lang="en-US" sz="2000" i="1" dirty="0"/>
              <a:t> </a:t>
            </a:r>
            <a:r>
              <a:rPr lang="en-US" sz="2000" i="1" dirty="0" err="1"/>
              <a:t>toàn</a:t>
            </a:r>
            <a:r>
              <a:rPr lang="en-US" sz="2000" i="1" dirty="0"/>
              <a:t> </a:t>
            </a:r>
            <a:r>
              <a:rPr lang="en-US" sz="2000" i="1" dirty="0" err="1"/>
              <a:t>phần</a:t>
            </a:r>
            <a:r>
              <a:rPr lang="en-US" sz="2000" i="1" dirty="0"/>
              <a:t>. </a:t>
            </a:r>
            <a:r>
              <a:rPr lang="en-US" sz="2000" i="1" dirty="0" err="1"/>
              <a:t>Góc</a:t>
            </a:r>
            <a:r>
              <a:rPr lang="en-US" sz="2000" i="1" dirty="0"/>
              <a:t> </a:t>
            </a:r>
            <a:r>
              <a:rPr lang="en-US" sz="2000" i="1" dirty="0" err="1"/>
              <a:t>tới</a:t>
            </a:r>
            <a:r>
              <a:rPr lang="en-US" sz="2000" i="1" dirty="0"/>
              <a:t> </a:t>
            </a:r>
            <a:r>
              <a:rPr lang="en-US" sz="2000" i="1" dirty="0" err="1"/>
              <a:t>đó</a:t>
            </a:r>
            <a:r>
              <a:rPr lang="en-US" sz="2000" i="1" dirty="0"/>
              <a:t> </a:t>
            </a:r>
            <a:r>
              <a:rPr lang="en-US" sz="2000" i="1" dirty="0" err="1"/>
              <a:t>gọi</a:t>
            </a:r>
            <a:r>
              <a:rPr lang="en-US" sz="2000" i="1" dirty="0"/>
              <a:t> </a:t>
            </a:r>
            <a:r>
              <a:rPr lang="en-US" sz="2000" i="1" dirty="0" err="1"/>
              <a:t>là</a:t>
            </a:r>
            <a:r>
              <a:rPr lang="en-US" sz="2000" i="1" dirty="0"/>
              <a:t> </a:t>
            </a:r>
            <a:r>
              <a:rPr lang="en-US" sz="2000" i="1" dirty="0" err="1"/>
              <a:t>góc</a:t>
            </a:r>
            <a:r>
              <a:rPr lang="en-US" sz="2000" i="1" dirty="0"/>
              <a:t> </a:t>
            </a:r>
            <a:r>
              <a:rPr lang="en-US" sz="2000" i="1" dirty="0" err="1"/>
              <a:t>tới</a:t>
            </a:r>
            <a:r>
              <a:rPr lang="en-US" sz="2000" i="1" dirty="0"/>
              <a:t> Brewster </a:t>
            </a:r>
          </a:p>
        </p:txBody>
      </p:sp>
      <p:graphicFrame>
        <p:nvGraphicFramePr>
          <p:cNvPr id="22" name="Object 21">
            <a:extLst>
              <a:ext uri="{FF2B5EF4-FFF2-40B4-BE49-F238E27FC236}">
                <a16:creationId xmlns:a16="http://schemas.microsoft.com/office/drawing/2014/main" id="{5AF18301-A299-053F-7340-1FC9969FA09A}"/>
              </a:ext>
            </a:extLst>
          </p:cNvPr>
          <p:cNvGraphicFramePr>
            <a:graphicFrameLocks noChangeAspect="1"/>
          </p:cNvGraphicFramePr>
          <p:nvPr>
            <p:extLst>
              <p:ext uri="{D42A27DB-BD31-4B8C-83A1-F6EECF244321}">
                <p14:modId xmlns:p14="http://schemas.microsoft.com/office/powerpoint/2010/main" val="1813184977"/>
              </p:ext>
            </p:extLst>
          </p:nvPr>
        </p:nvGraphicFramePr>
        <p:xfrm>
          <a:off x="1947397" y="4908878"/>
          <a:ext cx="1614487" cy="914400"/>
        </p:xfrm>
        <a:graphic>
          <a:graphicData uri="http://schemas.openxmlformats.org/presentationml/2006/ole">
            <mc:AlternateContent xmlns:mc="http://schemas.openxmlformats.org/markup-compatibility/2006">
              <mc:Choice xmlns:v="urn:schemas-microsoft-com:vml" Requires="v">
                <p:oleObj name="Equation" r:id="rId5" imgW="761760" imgH="431640" progId="Equation.3">
                  <p:embed/>
                </p:oleObj>
              </mc:Choice>
              <mc:Fallback>
                <p:oleObj name="Equation" r:id="rId5" imgW="761760" imgH="431640" progId="Equation.3">
                  <p:embed/>
                  <p:pic>
                    <p:nvPicPr>
                      <p:cNvPr id="22" name="Object 21">
                        <a:extLst>
                          <a:ext uri="{FF2B5EF4-FFF2-40B4-BE49-F238E27FC236}">
                            <a16:creationId xmlns:a16="http://schemas.microsoft.com/office/drawing/2014/main" id="{5AF18301-A299-053F-7340-1FC9969FA09A}"/>
                          </a:ext>
                        </a:extLst>
                      </p:cNvPr>
                      <p:cNvPicPr/>
                      <p:nvPr/>
                    </p:nvPicPr>
                    <p:blipFill>
                      <a:blip r:embed="rId6"/>
                      <a:stretch>
                        <a:fillRect/>
                      </a:stretch>
                    </p:blipFill>
                    <p:spPr>
                      <a:xfrm>
                        <a:off x="1947397" y="4908878"/>
                        <a:ext cx="1614487" cy="914400"/>
                      </a:xfrm>
                      <a:prstGeom prst="rect">
                        <a:avLst/>
                      </a:prstGeom>
                    </p:spPr>
                  </p:pic>
                </p:oleObj>
              </mc:Fallback>
            </mc:AlternateContent>
          </a:graphicData>
        </a:graphic>
      </p:graphicFrame>
    </p:spTree>
    <p:extLst>
      <p:ext uri="{BB962C8B-B14F-4D97-AF65-F5344CB8AC3E}">
        <p14:creationId xmlns:p14="http://schemas.microsoft.com/office/powerpoint/2010/main" val="351191737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19"/>
                                        </p:tgtEl>
                                        <p:attrNameLst>
                                          <p:attrName>style.visibility</p:attrName>
                                        </p:attrNameLst>
                                      </p:cBhvr>
                                      <p:to>
                                        <p:strVal val="visible"/>
                                      </p:to>
                                    </p:set>
                                    <p:animEffect transition="in" filter="wipe(down)">
                                      <p:cBhvr>
                                        <p:cTn id="7" dur="500"/>
                                        <p:tgtEl>
                                          <p:spTgt spid="19"/>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grpId="0" nodeType="clickEffect">
                                  <p:stCondLst>
                                    <p:cond delay="0"/>
                                  </p:stCondLst>
                                  <p:childTnLst>
                                    <p:set>
                                      <p:cBhvr>
                                        <p:cTn id="11" dur="1" fill="hold">
                                          <p:stCondLst>
                                            <p:cond delay="0"/>
                                          </p:stCondLst>
                                        </p:cTn>
                                        <p:tgtEl>
                                          <p:spTgt spid="21"/>
                                        </p:tgtEl>
                                        <p:attrNameLst>
                                          <p:attrName>style.visibility</p:attrName>
                                        </p:attrNameLst>
                                      </p:cBhvr>
                                      <p:to>
                                        <p:strVal val="visible"/>
                                      </p:to>
                                    </p:set>
                                    <p:animEffect transition="in" filter="wipe(down)">
                                      <p:cBhvr>
                                        <p:cTn id="12" dur="500"/>
                                        <p:tgtEl>
                                          <p:spTgt spid="21"/>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4" fill="hold" nodeType="clickEffect">
                                  <p:stCondLst>
                                    <p:cond delay="0"/>
                                  </p:stCondLst>
                                  <p:childTnLst>
                                    <p:set>
                                      <p:cBhvr>
                                        <p:cTn id="16" dur="1" fill="hold">
                                          <p:stCondLst>
                                            <p:cond delay="0"/>
                                          </p:stCondLst>
                                        </p:cTn>
                                        <p:tgtEl>
                                          <p:spTgt spid="22"/>
                                        </p:tgtEl>
                                        <p:attrNameLst>
                                          <p:attrName>style.visibility</p:attrName>
                                        </p:attrNameLst>
                                      </p:cBhvr>
                                      <p:to>
                                        <p:strVal val="visible"/>
                                      </p:to>
                                    </p:set>
                                    <p:animEffect transition="in" filter="wipe(down)">
                                      <p:cBhvr>
                                        <p:cTn id="17" dur="500"/>
                                        <p:tgtEl>
                                          <p:spTgt spid="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 grpId="0"/>
      <p:bldP spid="21" grpId="0" animBg="1"/>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 name="Picture 9">
            <a:extLst>
              <a:ext uri="{FF2B5EF4-FFF2-40B4-BE49-F238E27FC236}">
                <a16:creationId xmlns:a16="http://schemas.microsoft.com/office/drawing/2014/main" id="{5A8285DD-3E68-C24F-9CCC-32FB6643C960}"/>
              </a:ext>
            </a:extLst>
          </p:cNvPr>
          <p:cNvPicPr>
            <a:picLocks noChangeAspect="1"/>
          </p:cNvPicPr>
          <p:nvPr/>
        </p:nvPicPr>
        <p:blipFill>
          <a:blip r:embed="rId2"/>
          <a:stretch>
            <a:fillRect/>
          </a:stretch>
        </p:blipFill>
        <p:spPr>
          <a:xfrm>
            <a:off x="5998464" y="3956545"/>
            <a:ext cx="5982170" cy="2432063"/>
          </a:xfrm>
          <a:prstGeom prst="rect">
            <a:avLst/>
          </a:prstGeom>
        </p:spPr>
      </p:pic>
      <p:pic>
        <p:nvPicPr>
          <p:cNvPr id="5" name="Picture 4">
            <a:extLst>
              <a:ext uri="{FF2B5EF4-FFF2-40B4-BE49-F238E27FC236}">
                <a16:creationId xmlns:a16="http://schemas.microsoft.com/office/drawing/2014/main" id="{FA8FD39F-B352-9FBA-4AA0-C72FECA53C40}"/>
              </a:ext>
            </a:extLst>
          </p:cNvPr>
          <p:cNvPicPr>
            <a:picLocks noChangeAspect="1"/>
          </p:cNvPicPr>
          <p:nvPr/>
        </p:nvPicPr>
        <p:blipFill>
          <a:blip r:embed="rId3"/>
          <a:stretch>
            <a:fillRect/>
          </a:stretch>
        </p:blipFill>
        <p:spPr>
          <a:xfrm>
            <a:off x="277660" y="733444"/>
            <a:ext cx="3568299" cy="1767371"/>
          </a:xfrm>
          <a:prstGeom prst="rect">
            <a:avLst/>
          </a:prstGeom>
        </p:spPr>
      </p:pic>
      <p:sp>
        <p:nvSpPr>
          <p:cNvPr id="2" name="TextBox 1">
            <a:extLst>
              <a:ext uri="{FF2B5EF4-FFF2-40B4-BE49-F238E27FC236}">
                <a16:creationId xmlns:a16="http://schemas.microsoft.com/office/drawing/2014/main" id="{2DBE6040-5163-37BC-015F-473AB33B263D}"/>
              </a:ext>
            </a:extLst>
          </p:cNvPr>
          <p:cNvSpPr txBox="1"/>
          <p:nvPr/>
        </p:nvSpPr>
        <p:spPr>
          <a:xfrm>
            <a:off x="185107" y="255456"/>
            <a:ext cx="6130349"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ko-KR" sz="1800" b="1" i="0" u="none" strike="noStrike" kern="0" cap="none" spc="0" normalizeH="0" baseline="0" noProof="0">
                <a:ln>
                  <a:noFill/>
                </a:ln>
                <a:solidFill>
                  <a:srgbClr val="FF0000"/>
                </a:solidFill>
                <a:effectLst/>
                <a:uLnTx/>
                <a:uFillTx/>
                <a:latin typeface="Arial"/>
                <a:cs typeface="+mn-cs"/>
              </a:rPr>
              <a:t>5.3.4. Ứng dụng của hiện tượng phân cực ánh sáng</a:t>
            </a:r>
            <a:endParaRPr kumimoji="0" lang="en-US" altLang="ko-KR" sz="1800" b="1" i="0" u="none" strike="noStrike" kern="0" cap="none" spc="0" normalizeH="0" baseline="0" noProof="0" dirty="0">
              <a:ln>
                <a:noFill/>
              </a:ln>
              <a:solidFill>
                <a:srgbClr val="FF0000"/>
              </a:solidFill>
              <a:effectLst/>
              <a:uLnTx/>
              <a:uFillTx/>
              <a:latin typeface="Arial"/>
              <a:cs typeface="+mn-cs"/>
            </a:endParaRPr>
          </a:p>
        </p:txBody>
      </p:sp>
      <p:sp>
        <p:nvSpPr>
          <p:cNvPr id="4" name="TextBox 3">
            <a:extLst>
              <a:ext uri="{FF2B5EF4-FFF2-40B4-BE49-F238E27FC236}">
                <a16:creationId xmlns:a16="http://schemas.microsoft.com/office/drawing/2014/main" id="{0679A527-09A5-5C7B-254D-FA1CBC6B9380}"/>
              </a:ext>
            </a:extLst>
          </p:cNvPr>
          <p:cNvSpPr txBox="1"/>
          <p:nvPr/>
        </p:nvSpPr>
        <p:spPr>
          <a:xfrm>
            <a:off x="4023341" y="872483"/>
            <a:ext cx="2474995" cy="1754326"/>
          </a:xfrm>
          <a:prstGeom prst="rect">
            <a:avLst/>
          </a:prstGeom>
          <a:noFill/>
        </p:spPr>
        <p:txBody>
          <a:bodyPr wrap="square">
            <a:spAutoFit/>
          </a:bodyPr>
          <a:lstStyle/>
          <a:p>
            <a:pPr algn="just"/>
            <a:r>
              <a:rPr lang="en-US">
                <a:sym typeface="Wingdings" panose="05000000000000000000" pitchFamily="2" charset="2"/>
              </a:rPr>
              <a:t> </a:t>
            </a:r>
            <a:r>
              <a:rPr lang="en-US"/>
              <a:t>Kính mắt phân cực: </a:t>
            </a:r>
            <a:r>
              <a:rPr lang="vi-VN"/>
              <a:t>Giảm độ chói từ ánh sáng phản xạ (mặt nước, mặt đường,...), giúp nhìn rõ hơn trong điều kiện nắng gắt.</a:t>
            </a:r>
            <a:endParaRPr lang="en-US"/>
          </a:p>
        </p:txBody>
      </p:sp>
      <p:sp>
        <p:nvSpPr>
          <p:cNvPr id="7" name="TextBox 6">
            <a:extLst>
              <a:ext uri="{FF2B5EF4-FFF2-40B4-BE49-F238E27FC236}">
                <a16:creationId xmlns:a16="http://schemas.microsoft.com/office/drawing/2014/main" id="{6814A505-AF55-B038-1B47-40CC041DAA8C}"/>
              </a:ext>
            </a:extLst>
          </p:cNvPr>
          <p:cNvSpPr txBox="1"/>
          <p:nvPr/>
        </p:nvSpPr>
        <p:spPr>
          <a:xfrm>
            <a:off x="6939475" y="3310214"/>
            <a:ext cx="4821848" cy="646331"/>
          </a:xfrm>
          <a:prstGeom prst="rect">
            <a:avLst/>
          </a:prstGeom>
          <a:noFill/>
        </p:spPr>
        <p:txBody>
          <a:bodyPr wrap="square">
            <a:spAutoFit/>
          </a:bodyPr>
          <a:lstStyle/>
          <a:p>
            <a:r>
              <a:rPr lang="en-US">
                <a:sym typeface="Wingdings" panose="05000000000000000000" pitchFamily="2" charset="2"/>
              </a:rPr>
              <a:t> </a:t>
            </a:r>
            <a:r>
              <a:rPr lang="en-US"/>
              <a:t>Màn hình LCD: Dựa vào các bộ lọc phân cực để điều khiển ánh sáng hiển thị hình ảnh.</a:t>
            </a:r>
          </a:p>
        </p:txBody>
      </p:sp>
      <p:pic>
        <p:nvPicPr>
          <p:cNvPr id="9" name="Picture 8">
            <a:extLst>
              <a:ext uri="{FF2B5EF4-FFF2-40B4-BE49-F238E27FC236}">
                <a16:creationId xmlns:a16="http://schemas.microsoft.com/office/drawing/2014/main" id="{93D3E18C-EB20-3748-D273-F0075AB45419}"/>
              </a:ext>
            </a:extLst>
          </p:cNvPr>
          <p:cNvPicPr>
            <a:picLocks noChangeAspect="1"/>
          </p:cNvPicPr>
          <p:nvPr/>
        </p:nvPicPr>
        <p:blipFill>
          <a:blip r:embed="rId4"/>
          <a:stretch>
            <a:fillRect/>
          </a:stretch>
        </p:blipFill>
        <p:spPr>
          <a:xfrm>
            <a:off x="7283072" y="255456"/>
            <a:ext cx="4329720" cy="2770487"/>
          </a:xfrm>
          <a:prstGeom prst="rect">
            <a:avLst/>
          </a:prstGeom>
        </p:spPr>
      </p:pic>
      <p:pic>
        <p:nvPicPr>
          <p:cNvPr id="11" name="Picture 10">
            <a:extLst>
              <a:ext uri="{FF2B5EF4-FFF2-40B4-BE49-F238E27FC236}">
                <a16:creationId xmlns:a16="http://schemas.microsoft.com/office/drawing/2014/main" id="{8FC9824C-2CA2-512D-801F-D809C1479C38}"/>
              </a:ext>
            </a:extLst>
          </p:cNvPr>
          <p:cNvPicPr>
            <a:picLocks noChangeAspect="1"/>
          </p:cNvPicPr>
          <p:nvPr/>
        </p:nvPicPr>
        <p:blipFill>
          <a:blip r:embed="rId5"/>
          <a:stretch>
            <a:fillRect/>
          </a:stretch>
        </p:blipFill>
        <p:spPr>
          <a:xfrm>
            <a:off x="813179" y="2609471"/>
            <a:ext cx="4095750" cy="3067050"/>
          </a:xfrm>
          <a:prstGeom prst="rect">
            <a:avLst/>
          </a:prstGeom>
        </p:spPr>
      </p:pic>
      <p:sp>
        <p:nvSpPr>
          <p:cNvPr id="13" name="TextBox 12">
            <a:extLst>
              <a:ext uri="{FF2B5EF4-FFF2-40B4-BE49-F238E27FC236}">
                <a16:creationId xmlns:a16="http://schemas.microsoft.com/office/drawing/2014/main" id="{BAB09CAC-866C-9A89-1467-D7A7F856BDAB}"/>
              </a:ext>
            </a:extLst>
          </p:cNvPr>
          <p:cNvSpPr txBox="1"/>
          <p:nvPr/>
        </p:nvSpPr>
        <p:spPr>
          <a:xfrm>
            <a:off x="277660" y="5785177"/>
            <a:ext cx="5335994" cy="646331"/>
          </a:xfrm>
          <a:prstGeom prst="rect">
            <a:avLst/>
          </a:prstGeom>
          <a:noFill/>
        </p:spPr>
        <p:txBody>
          <a:bodyPr wrap="square">
            <a:spAutoFit/>
          </a:bodyPr>
          <a:lstStyle/>
          <a:p>
            <a:pPr algn="ctr"/>
            <a:r>
              <a:rPr lang="en-US">
                <a:sym typeface="Wingdings" panose="05000000000000000000" pitchFamily="2" charset="2"/>
              </a:rPr>
              <a:t> K</a:t>
            </a:r>
            <a:r>
              <a:rPr lang="en-US"/>
              <a:t>ính 3D: Mỗi mắt nhận ánh sáng phân cực khác nhau để tạo hiệu ứng không gian 3 chiều.</a:t>
            </a:r>
          </a:p>
        </p:txBody>
      </p:sp>
    </p:spTree>
    <p:extLst>
      <p:ext uri="{BB962C8B-B14F-4D97-AF65-F5344CB8AC3E}">
        <p14:creationId xmlns:p14="http://schemas.microsoft.com/office/powerpoint/2010/main" val="3295711321"/>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8B80D7AB-AD8E-63FD-CCC5-1C5FB126C64D}"/>
              </a:ext>
            </a:extLst>
          </p:cNvPr>
          <p:cNvSpPr txBox="1"/>
          <p:nvPr/>
        </p:nvSpPr>
        <p:spPr>
          <a:xfrm>
            <a:off x="185107" y="255456"/>
            <a:ext cx="6130349"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ko-KR" sz="1800" b="1" i="0" u="none" strike="noStrike" kern="0" cap="none" spc="0" normalizeH="0" baseline="0" noProof="0">
                <a:ln>
                  <a:noFill/>
                </a:ln>
                <a:solidFill>
                  <a:srgbClr val="FF0000"/>
                </a:solidFill>
                <a:effectLst/>
                <a:uLnTx/>
                <a:uFillTx/>
                <a:latin typeface="Arial"/>
                <a:cs typeface="+mn-cs"/>
              </a:rPr>
              <a:t>5.3.4. Ứng dụng của hiện tượng phân cực ánh sáng</a:t>
            </a:r>
            <a:endParaRPr kumimoji="0" lang="en-US" altLang="ko-KR" sz="1800" b="1" i="0" u="none" strike="noStrike" kern="0" cap="none" spc="0" normalizeH="0" baseline="0" noProof="0" dirty="0">
              <a:ln>
                <a:noFill/>
              </a:ln>
              <a:solidFill>
                <a:srgbClr val="FF0000"/>
              </a:solidFill>
              <a:effectLst/>
              <a:uLnTx/>
              <a:uFillTx/>
              <a:latin typeface="Arial"/>
              <a:cs typeface="+mn-cs"/>
            </a:endParaRPr>
          </a:p>
        </p:txBody>
      </p:sp>
      <p:pic>
        <p:nvPicPr>
          <p:cNvPr id="3" name="Picture 2">
            <a:extLst>
              <a:ext uri="{FF2B5EF4-FFF2-40B4-BE49-F238E27FC236}">
                <a16:creationId xmlns:a16="http://schemas.microsoft.com/office/drawing/2014/main" id="{4A2351FB-8DCE-7C52-3251-27EB9AD86221}"/>
              </a:ext>
            </a:extLst>
          </p:cNvPr>
          <p:cNvPicPr>
            <a:picLocks noChangeAspect="1"/>
          </p:cNvPicPr>
          <p:nvPr/>
        </p:nvPicPr>
        <p:blipFill>
          <a:blip r:embed="rId2"/>
          <a:stretch>
            <a:fillRect/>
          </a:stretch>
        </p:blipFill>
        <p:spPr>
          <a:xfrm>
            <a:off x="699104" y="788098"/>
            <a:ext cx="4714143" cy="3410611"/>
          </a:xfrm>
          <a:prstGeom prst="rect">
            <a:avLst/>
          </a:prstGeom>
        </p:spPr>
      </p:pic>
      <p:sp>
        <p:nvSpPr>
          <p:cNvPr id="6" name="TextBox 5">
            <a:extLst>
              <a:ext uri="{FF2B5EF4-FFF2-40B4-BE49-F238E27FC236}">
                <a16:creationId xmlns:a16="http://schemas.microsoft.com/office/drawing/2014/main" id="{F373869A-0CE7-00EC-E515-1D43288C091F}"/>
              </a:ext>
            </a:extLst>
          </p:cNvPr>
          <p:cNvSpPr txBox="1"/>
          <p:nvPr/>
        </p:nvSpPr>
        <p:spPr>
          <a:xfrm>
            <a:off x="581199" y="4342296"/>
            <a:ext cx="4949951" cy="1200329"/>
          </a:xfrm>
          <a:prstGeom prst="rect">
            <a:avLst/>
          </a:prstGeom>
          <a:noFill/>
        </p:spPr>
        <p:txBody>
          <a:bodyPr wrap="square">
            <a:spAutoFit/>
          </a:bodyPr>
          <a:lstStyle/>
          <a:p>
            <a:r>
              <a:rPr lang="en-US">
                <a:sym typeface="Wingdings" panose="05000000000000000000" pitchFamily="2" charset="2"/>
              </a:rPr>
              <a:t> </a:t>
            </a:r>
            <a:r>
              <a:rPr lang="en-US"/>
              <a:t>Kiểm tra ứng suất trong vật liệu trong suốt: S</a:t>
            </a:r>
            <a:r>
              <a:rPr lang="vi-VN"/>
              <a:t>ử dụng ánh sáng phân cực để phát hiện các ứng suất bên trong vật liệu như thủy tinh, nhựa – gọi là hiện tượng quang đàn hồi.</a:t>
            </a:r>
            <a:r>
              <a:rPr lang="en-US"/>
              <a:t>	</a:t>
            </a:r>
          </a:p>
        </p:txBody>
      </p:sp>
      <p:sp>
        <p:nvSpPr>
          <p:cNvPr id="9" name="TextBox 8">
            <a:extLst>
              <a:ext uri="{FF2B5EF4-FFF2-40B4-BE49-F238E27FC236}">
                <a16:creationId xmlns:a16="http://schemas.microsoft.com/office/drawing/2014/main" id="{7AD6AEDD-C7F7-01E4-4DB9-B1477EAF04DF}"/>
              </a:ext>
            </a:extLst>
          </p:cNvPr>
          <p:cNvSpPr txBox="1"/>
          <p:nvPr/>
        </p:nvSpPr>
        <p:spPr>
          <a:xfrm>
            <a:off x="6644640" y="255456"/>
            <a:ext cx="5242560" cy="923330"/>
          </a:xfrm>
          <a:prstGeom prst="rect">
            <a:avLst/>
          </a:prstGeom>
          <a:noFill/>
        </p:spPr>
        <p:txBody>
          <a:bodyPr wrap="square">
            <a:spAutoFit/>
          </a:bodyPr>
          <a:lstStyle/>
          <a:p>
            <a:r>
              <a:rPr lang="en-US">
                <a:sym typeface="Wingdings" panose="05000000000000000000" pitchFamily="2" charset="2"/>
              </a:rPr>
              <a:t> Kính h</a:t>
            </a:r>
            <a:r>
              <a:rPr lang="en-US"/>
              <a:t>iển vi phân cực: Gi</a:t>
            </a:r>
            <a:r>
              <a:rPr lang="vi-VN"/>
              <a:t>úp quan sát các tinh thể lưỡng chiết hoặc mẫu vật có đặc tính phân cực, ứng dụng nhiều trong địa chất và sinh học.</a:t>
            </a:r>
            <a:endParaRPr lang="en-US"/>
          </a:p>
        </p:txBody>
      </p:sp>
      <p:pic>
        <p:nvPicPr>
          <p:cNvPr id="10" name="Picture 9">
            <a:extLst>
              <a:ext uri="{FF2B5EF4-FFF2-40B4-BE49-F238E27FC236}">
                <a16:creationId xmlns:a16="http://schemas.microsoft.com/office/drawing/2014/main" id="{1BF8212F-8039-9B90-96FB-1DC33C71FF95}"/>
              </a:ext>
            </a:extLst>
          </p:cNvPr>
          <p:cNvPicPr>
            <a:picLocks noChangeAspect="1"/>
          </p:cNvPicPr>
          <p:nvPr/>
        </p:nvPicPr>
        <p:blipFill>
          <a:blip r:embed="rId3"/>
          <a:stretch>
            <a:fillRect/>
          </a:stretch>
        </p:blipFill>
        <p:spPr>
          <a:xfrm>
            <a:off x="7632192" y="1304544"/>
            <a:ext cx="3647147" cy="5021988"/>
          </a:xfrm>
          <a:prstGeom prst="rect">
            <a:avLst/>
          </a:prstGeom>
        </p:spPr>
      </p:pic>
    </p:spTree>
    <p:extLst>
      <p:ext uri="{BB962C8B-B14F-4D97-AF65-F5344CB8AC3E}">
        <p14:creationId xmlns:p14="http://schemas.microsoft.com/office/powerpoint/2010/main" val="1672229786"/>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B930763-9F1B-A69C-D7C9-BCB5E4926C86}"/>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32648E3A-7FE3-3879-0198-22D250527EA0}"/>
              </a:ext>
            </a:extLst>
          </p:cNvPr>
          <p:cNvSpPr txBox="1"/>
          <p:nvPr/>
        </p:nvSpPr>
        <p:spPr>
          <a:xfrm>
            <a:off x="170687" y="109513"/>
            <a:ext cx="11863773" cy="1477328"/>
          </a:xfrm>
          <a:prstGeom prst="rect">
            <a:avLst/>
          </a:prstGeom>
          <a:noFill/>
        </p:spPr>
        <p:txBody>
          <a:bodyPr wrap="square" rtlCol="0">
            <a:spAutoFit/>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kumimoji="0" lang="en-US" sz="1800" b="1" i="1" u="none" strike="noStrike" kern="1200" cap="none" spc="0" normalizeH="0" baseline="0" noProof="0">
                <a:ln>
                  <a:noFill/>
                </a:ln>
                <a:solidFill>
                  <a:srgbClr val="FF0000"/>
                </a:solidFill>
                <a:effectLst/>
                <a:uLnTx/>
                <a:uFillTx/>
                <a:latin typeface="Calibri" panose="020F0502020204030204"/>
                <a:ea typeface="+mn-ea"/>
                <a:cs typeface="+mn-cs"/>
              </a:rPr>
              <a:t>Bài tập 5.12. (Bài 12c trang </a:t>
            </a:r>
            <a:r>
              <a:rPr lang="en-US" b="1" i="1">
                <a:solidFill>
                  <a:srgbClr val="FF0000"/>
                </a:solidFill>
                <a:latin typeface="Calibri" panose="020F0502020204030204"/>
              </a:rPr>
              <a:t>4 + 5). </a:t>
            </a:r>
            <a:r>
              <a:rPr kumimoji="0" lang="en-US" sz="1800" b="0" i="0" u="none" strike="noStrike" kern="1200" cap="none" spc="0" normalizeH="0" baseline="0" noProof="0">
                <a:ln>
                  <a:noFill/>
                </a:ln>
                <a:solidFill>
                  <a:prstClr val="black"/>
                </a:solidFill>
                <a:effectLst/>
                <a:uLnTx/>
                <a:uFillTx/>
                <a:latin typeface="Calibri" panose="020F0502020204030204"/>
                <a:ea typeface="+mn-ea"/>
                <a:cs typeface="+mn-cs"/>
                <a:sym typeface="Symbol" panose="05050102010706020507" pitchFamily="18" charset="2"/>
              </a:rPr>
              <a:t>Một chùm sáng sau khi truyền qua một chất lỏng đựng trong một bình thủy tinh, phản xạ trên đáy bình. Tia phản xạ bị phân cực toàn phần khi góc tới trên đáy bình bằng 42</a:t>
            </a:r>
            <a:r>
              <a:rPr kumimoji="0" lang="en-US" sz="1800" b="0" i="0" u="none" strike="noStrike" kern="1200" cap="none" spc="0" normalizeH="0" baseline="30000" noProof="0">
                <a:ln>
                  <a:noFill/>
                </a:ln>
                <a:solidFill>
                  <a:prstClr val="black"/>
                </a:solidFill>
                <a:effectLst/>
                <a:uLnTx/>
                <a:uFillTx/>
                <a:latin typeface="Calibri" panose="020F0502020204030204"/>
                <a:ea typeface="+mn-ea"/>
                <a:cs typeface="+mn-cs"/>
                <a:sym typeface="Symbol" panose="05050102010706020507" pitchFamily="18" charset="2"/>
              </a:rPr>
              <a:t>0</a:t>
            </a:r>
            <a:r>
              <a:rPr kumimoji="0" lang="en-US" sz="1800" b="0" i="0" u="none" strike="noStrike" kern="1200" cap="none" spc="0" normalizeH="0" noProof="0">
                <a:ln>
                  <a:noFill/>
                </a:ln>
                <a:solidFill>
                  <a:prstClr val="black"/>
                </a:solidFill>
                <a:effectLst/>
                <a:uLnTx/>
                <a:uFillTx/>
                <a:latin typeface="Calibri" panose="020F0502020204030204"/>
                <a:ea typeface="+mn-ea"/>
                <a:cs typeface="+mn-cs"/>
                <a:sym typeface="Symbol" panose="05050102010706020507" pitchFamily="18" charset="2"/>
              </a:rPr>
              <a:t>37’, chiết su</a:t>
            </a:r>
            <a:r>
              <a:rPr lang="en-US" noProof="0">
                <a:solidFill>
                  <a:prstClr val="black"/>
                </a:solidFill>
                <a:latin typeface="Calibri" panose="020F0502020204030204"/>
                <a:sym typeface="Symbol" panose="05050102010706020507" pitchFamily="18" charset="2"/>
              </a:rPr>
              <a:t>ấ</a:t>
            </a:r>
            <a:r>
              <a:rPr kumimoji="0" lang="en-US" sz="1800" b="0" i="0" u="none" strike="noStrike" kern="1200" cap="none" spc="0" normalizeH="0" noProof="0">
                <a:ln>
                  <a:noFill/>
                </a:ln>
                <a:solidFill>
                  <a:prstClr val="black"/>
                </a:solidFill>
                <a:effectLst/>
                <a:uLnTx/>
                <a:uFillTx/>
                <a:latin typeface="Calibri" panose="020F0502020204030204"/>
                <a:ea typeface="+mn-ea"/>
                <a:cs typeface="+mn-cs"/>
                <a:sym typeface="Symbol" panose="05050102010706020507" pitchFamily="18" charset="2"/>
              </a:rPr>
              <a:t>t của bình thủy tinh n = 1,5. Tính:</a:t>
            </a:r>
          </a:p>
          <a:p>
            <a:pPr marL="0" marR="0" lvl="0" indent="0" algn="just" defTabSz="914400" rtl="0" eaLnBrk="1" fontAlgn="auto" latinLnBrk="0" hangingPunct="1">
              <a:lnSpc>
                <a:spcPct val="100000"/>
              </a:lnSpc>
              <a:spcBef>
                <a:spcPts val="0"/>
              </a:spcBef>
              <a:spcAft>
                <a:spcPts val="0"/>
              </a:spcAft>
              <a:buClrTx/>
              <a:buSzTx/>
              <a:buFontTx/>
              <a:buNone/>
              <a:tabLst/>
              <a:defRPr/>
            </a:pPr>
            <a:r>
              <a:rPr lang="en-US">
                <a:solidFill>
                  <a:prstClr val="black"/>
                </a:solidFill>
                <a:latin typeface="Calibri" panose="020F0502020204030204"/>
                <a:sym typeface="Symbol" panose="05050102010706020507" pitchFamily="18" charset="2"/>
              </a:rPr>
              <a:t>a) Chiết suất của chất lỏng</a:t>
            </a:r>
            <a:r>
              <a:rPr kumimoji="0" lang="en-US" sz="1800" b="0" i="0" u="none" strike="noStrike" kern="1200" cap="none" spc="0" normalizeH="0" baseline="0" noProof="0">
                <a:ln>
                  <a:noFill/>
                </a:ln>
                <a:solidFill>
                  <a:prstClr val="black"/>
                </a:solidFill>
                <a:effectLst/>
                <a:uLnTx/>
                <a:uFillTx/>
                <a:latin typeface="Calibri" panose="020F0502020204030204"/>
                <a:ea typeface="+mn-ea"/>
                <a:cs typeface="+mn-cs"/>
                <a:sym typeface="Symbol" panose="05050102010706020507" pitchFamily="18" charset="2"/>
              </a:rPr>
              <a:t>.</a:t>
            </a:r>
          </a:p>
          <a:p>
            <a:pPr algn="just"/>
            <a:r>
              <a:rPr lang="en-US">
                <a:latin typeface="Calibri" panose="020F0502020204030204"/>
              </a:rPr>
              <a:t>b)</a:t>
            </a:r>
            <a:r>
              <a:rPr lang="en-US">
                <a:latin typeface="Calibri" panose="020F0502020204030204"/>
                <a:sym typeface="Symbol" panose="05050102010706020507" pitchFamily="18" charset="2"/>
              </a:rPr>
              <a:t> </a:t>
            </a:r>
            <a:r>
              <a:rPr lang="en-US">
                <a:solidFill>
                  <a:prstClr val="black"/>
                </a:solidFill>
                <a:latin typeface="Calibri" panose="020F0502020204030204"/>
                <a:sym typeface="Symbol" panose="05050102010706020507" pitchFamily="18" charset="2"/>
              </a:rPr>
              <a:t>Góc tới trên đáy bình để xảy ra hiện tượng phản xạ toàn phần.</a:t>
            </a:r>
            <a:endParaRPr kumimoji="0" lang="en-US" sz="1800" u="none" strike="noStrike" kern="1200" cap="none" spc="0" normalizeH="0" baseline="0" noProof="0">
              <a:ln>
                <a:noFill/>
              </a:ln>
              <a:effectLst/>
              <a:uLnTx/>
              <a:uFillTx/>
              <a:latin typeface="Calibri" panose="020F0502020204030204"/>
              <a:ea typeface="+mn-ea"/>
              <a:cs typeface="+mn-cs"/>
            </a:endParaRPr>
          </a:p>
        </p:txBody>
      </p:sp>
      <p:sp>
        <p:nvSpPr>
          <p:cNvPr id="3" name="TextBox 2">
            <a:extLst>
              <a:ext uri="{FF2B5EF4-FFF2-40B4-BE49-F238E27FC236}">
                <a16:creationId xmlns:a16="http://schemas.microsoft.com/office/drawing/2014/main" id="{4F2C7EFC-4121-B078-EC5B-B952AAD6505D}"/>
              </a:ext>
            </a:extLst>
          </p:cNvPr>
          <p:cNvSpPr txBox="1"/>
          <p:nvPr/>
        </p:nvSpPr>
        <p:spPr>
          <a:xfrm>
            <a:off x="5340665" y="1483757"/>
            <a:ext cx="1510670"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a:ln>
                  <a:noFill/>
                </a:ln>
                <a:solidFill>
                  <a:srgbClr val="FF0000"/>
                </a:solidFill>
                <a:effectLst/>
                <a:uLnTx/>
                <a:uFillTx/>
                <a:latin typeface="Calibri" panose="020F0502020204030204"/>
                <a:ea typeface="+mn-ea"/>
                <a:cs typeface="+mn-cs"/>
              </a:rPr>
              <a:t>LỜI GIẢI</a:t>
            </a:r>
          </a:p>
        </p:txBody>
      </p:sp>
      <p:sp>
        <p:nvSpPr>
          <p:cNvPr id="4" name="TextBox 3">
            <a:extLst>
              <a:ext uri="{FF2B5EF4-FFF2-40B4-BE49-F238E27FC236}">
                <a16:creationId xmlns:a16="http://schemas.microsoft.com/office/drawing/2014/main" id="{F5EF078E-2535-EB05-21F4-3BE1C7DE8B23}"/>
              </a:ext>
            </a:extLst>
          </p:cNvPr>
          <p:cNvSpPr txBox="1"/>
          <p:nvPr/>
        </p:nvSpPr>
        <p:spPr>
          <a:xfrm>
            <a:off x="174022" y="1853089"/>
            <a:ext cx="10213562" cy="369332"/>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prstClr val="black"/>
                </a:solidFill>
                <a:effectLst/>
                <a:uLnTx/>
                <a:uFillTx/>
                <a:latin typeface="Calibri" panose="020F0502020204030204"/>
                <a:ea typeface="+mn-ea"/>
                <a:cs typeface="+mn-cs"/>
              </a:rPr>
              <a:t>a) Khi tia phản</a:t>
            </a:r>
            <a:r>
              <a:rPr kumimoji="0" lang="en-US" sz="1800" b="0" i="0" u="none" strike="noStrike" kern="1200" cap="none" spc="0" normalizeH="0" noProof="0">
                <a:ln>
                  <a:noFill/>
                </a:ln>
                <a:solidFill>
                  <a:prstClr val="black"/>
                </a:solidFill>
                <a:effectLst/>
                <a:uLnTx/>
                <a:uFillTx/>
                <a:latin typeface="Calibri" panose="020F0502020204030204"/>
                <a:ea typeface="+mn-ea"/>
                <a:cs typeface="+mn-cs"/>
              </a:rPr>
              <a:t> xạ bị phân cực toàn phần thí góc tới chính là góc </a:t>
            </a:r>
            <a:r>
              <a:rPr kumimoji="0" lang="en-US" sz="1800" b="0" i="0" u="none" strike="noStrike" kern="1200" cap="none" spc="0" normalizeH="0" baseline="0" noProof="0">
                <a:ln>
                  <a:noFill/>
                </a:ln>
                <a:solidFill>
                  <a:prstClr val="black"/>
                </a:solidFill>
                <a:effectLst/>
                <a:uLnTx/>
                <a:uFillTx/>
                <a:latin typeface="Calibri" panose="020F0502020204030204"/>
                <a:ea typeface="+mn-ea"/>
                <a:cs typeface="+mn-cs"/>
              </a:rPr>
              <a:t>tới Brewster</a:t>
            </a:r>
            <a:r>
              <a:rPr lang="en-US">
                <a:solidFill>
                  <a:prstClr val="black"/>
                </a:solidFill>
                <a:latin typeface="Calibri" panose="020F0502020204030204"/>
              </a:rPr>
              <a:t>:  </a:t>
            </a:r>
            <a:r>
              <a:rPr lang="en-US" i="1">
                <a:solidFill>
                  <a:prstClr val="black"/>
                </a:solidFill>
                <a:latin typeface="Calibri" panose="020F0502020204030204"/>
              </a:rPr>
              <a:t>i</a:t>
            </a:r>
            <a:r>
              <a:rPr lang="en-US" i="1" baseline="-25000">
                <a:solidFill>
                  <a:prstClr val="black"/>
                </a:solidFill>
                <a:latin typeface="Calibri" panose="020F0502020204030204"/>
              </a:rPr>
              <a:t>B</a:t>
            </a:r>
            <a:r>
              <a:rPr lang="en-US" i="1">
                <a:solidFill>
                  <a:prstClr val="black"/>
                </a:solidFill>
                <a:latin typeface="Calibri" panose="020F0502020204030204"/>
              </a:rPr>
              <a:t> = 42</a:t>
            </a:r>
            <a:r>
              <a:rPr lang="en-US" i="1" baseline="30000">
                <a:solidFill>
                  <a:prstClr val="black"/>
                </a:solidFill>
                <a:latin typeface="Calibri" panose="020F0502020204030204"/>
              </a:rPr>
              <a:t>0</a:t>
            </a:r>
            <a:r>
              <a:rPr lang="en-US" i="1">
                <a:solidFill>
                  <a:prstClr val="black"/>
                </a:solidFill>
                <a:latin typeface="Calibri" panose="020F0502020204030204"/>
              </a:rPr>
              <a:t>37’</a:t>
            </a:r>
            <a:r>
              <a:rPr kumimoji="0" lang="en-US" sz="1800" b="0" i="0" u="none" strike="noStrike" kern="1200" cap="none" spc="0" normalizeH="0" noProof="0">
                <a:ln>
                  <a:noFill/>
                </a:ln>
                <a:solidFill>
                  <a:prstClr val="black"/>
                </a:solidFill>
                <a:effectLst/>
                <a:uLnTx/>
                <a:uFillTx/>
                <a:latin typeface="Calibri" panose="020F0502020204030204"/>
                <a:ea typeface="+mn-ea"/>
                <a:cs typeface="+mn-cs"/>
              </a:rPr>
              <a:t> </a:t>
            </a: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aphicFrame>
        <p:nvGraphicFramePr>
          <p:cNvPr id="5" name="Object 4">
            <a:extLst>
              <a:ext uri="{FF2B5EF4-FFF2-40B4-BE49-F238E27FC236}">
                <a16:creationId xmlns:a16="http://schemas.microsoft.com/office/drawing/2014/main" id="{1D7A024E-2F81-0878-F1A8-BA2CB8600ED8}"/>
              </a:ext>
            </a:extLst>
          </p:cNvPr>
          <p:cNvGraphicFramePr>
            <a:graphicFrameLocks noChangeAspect="1"/>
          </p:cNvGraphicFramePr>
          <p:nvPr>
            <p:extLst>
              <p:ext uri="{D42A27DB-BD31-4B8C-83A1-F6EECF244321}">
                <p14:modId xmlns:p14="http://schemas.microsoft.com/office/powerpoint/2010/main" val="1278375099"/>
              </p:ext>
            </p:extLst>
          </p:nvPr>
        </p:nvGraphicFramePr>
        <p:xfrm>
          <a:off x="928768" y="2234312"/>
          <a:ext cx="1209386" cy="733136"/>
        </p:xfrm>
        <a:graphic>
          <a:graphicData uri="http://schemas.openxmlformats.org/presentationml/2006/ole">
            <mc:AlternateContent xmlns:mc="http://schemas.openxmlformats.org/markup-compatibility/2006">
              <mc:Choice xmlns:v="urn:schemas-microsoft-com:vml" Requires="v">
                <p:oleObj name="Equation" r:id="rId2" imgW="711000" imgH="431640" progId="Equation.DSMT4">
                  <p:embed/>
                </p:oleObj>
              </mc:Choice>
              <mc:Fallback>
                <p:oleObj name="Equation" r:id="rId2" imgW="711000" imgH="431640" progId="Equation.DSMT4">
                  <p:embed/>
                  <p:pic>
                    <p:nvPicPr>
                      <p:cNvPr id="5" name="Object 4">
                        <a:extLst>
                          <a:ext uri="{FF2B5EF4-FFF2-40B4-BE49-F238E27FC236}">
                            <a16:creationId xmlns:a16="http://schemas.microsoft.com/office/drawing/2014/main" id="{1D7A024E-2F81-0878-F1A8-BA2CB8600ED8}"/>
                          </a:ext>
                        </a:extLst>
                      </p:cNvPr>
                      <p:cNvPicPr/>
                      <p:nvPr/>
                    </p:nvPicPr>
                    <p:blipFill>
                      <a:blip r:embed="rId3"/>
                      <a:stretch>
                        <a:fillRect/>
                      </a:stretch>
                    </p:blipFill>
                    <p:spPr>
                      <a:xfrm>
                        <a:off x="928768" y="2234312"/>
                        <a:ext cx="1209386" cy="733136"/>
                      </a:xfrm>
                      <a:prstGeom prst="rect">
                        <a:avLst/>
                      </a:prstGeom>
                      <a:ln>
                        <a:noFill/>
                      </a:ln>
                    </p:spPr>
                  </p:pic>
                </p:oleObj>
              </mc:Fallback>
            </mc:AlternateContent>
          </a:graphicData>
        </a:graphic>
      </p:graphicFrame>
      <p:sp>
        <p:nvSpPr>
          <p:cNvPr id="6" name="TextBox 5">
            <a:extLst>
              <a:ext uri="{FF2B5EF4-FFF2-40B4-BE49-F238E27FC236}">
                <a16:creationId xmlns:a16="http://schemas.microsoft.com/office/drawing/2014/main" id="{56132EE5-C9D3-4588-CD63-6F42DFA6FDFF}"/>
              </a:ext>
            </a:extLst>
          </p:cNvPr>
          <p:cNvSpPr txBox="1"/>
          <p:nvPr/>
        </p:nvSpPr>
        <p:spPr>
          <a:xfrm>
            <a:off x="174022" y="2355255"/>
            <a:ext cx="10213562" cy="369332"/>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prstClr val="black"/>
                </a:solidFill>
                <a:effectLst/>
                <a:uLnTx/>
                <a:uFillTx/>
                <a:latin typeface="Calibri" panose="020F0502020204030204"/>
                <a:ea typeface="+mn-ea"/>
                <a:cs typeface="+mn-cs"/>
              </a:rPr>
              <a:t>Ta có:</a:t>
            </a:r>
          </a:p>
        </p:txBody>
      </p:sp>
      <p:sp>
        <p:nvSpPr>
          <p:cNvPr id="7" name="TextBox 6">
            <a:extLst>
              <a:ext uri="{FF2B5EF4-FFF2-40B4-BE49-F238E27FC236}">
                <a16:creationId xmlns:a16="http://schemas.microsoft.com/office/drawing/2014/main" id="{0DAF3AC8-BF1F-7CD5-1D0B-DC9BB4BC21BF}"/>
              </a:ext>
            </a:extLst>
          </p:cNvPr>
          <p:cNvSpPr txBox="1"/>
          <p:nvPr/>
        </p:nvSpPr>
        <p:spPr>
          <a:xfrm>
            <a:off x="170688" y="2845530"/>
            <a:ext cx="11863772" cy="646331"/>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prstClr val="black"/>
                </a:solidFill>
                <a:effectLst/>
                <a:uLnTx/>
                <a:uFillTx/>
                <a:latin typeface="Calibri" panose="020F0502020204030204"/>
                <a:ea typeface="+mn-ea"/>
                <a:cs typeface="+mn-cs"/>
              </a:rPr>
              <a:t>Môi</a:t>
            </a:r>
            <a:r>
              <a:rPr kumimoji="0" lang="en-US" sz="1800" b="0" i="0" u="none" strike="noStrike" kern="1200" cap="none" spc="0" normalizeH="0" noProof="0">
                <a:ln>
                  <a:noFill/>
                </a:ln>
                <a:solidFill>
                  <a:prstClr val="black"/>
                </a:solidFill>
                <a:effectLst/>
                <a:uLnTx/>
                <a:uFillTx/>
                <a:latin typeface="Calibri" panose="020F0502020204030204"/>
                <a:ea typeface="+mn-ea"/>
                <a:cs typeface="+mn-cs"/>
              </a:rPr>
              <a:t> trường chất lỏng là môi trường chứa tia tới có chiết suất n</a:t>
            </a:r>
            <a:r>
              <a:rPr kumimoji="0" lang="en-US" sz="1800" b="0" i="0" u="none" strike="noStrike" kern="1200" cap="none" spc="0" normalizeH="0" baseline="-25000" noProof="0">
                <a:ln>
                  <a:noFill/>
                </a:ln>
                <a:solidFill>
                  <a:prstClr val="black"/>
                </a:solidFill>
                <a:effectLst/>
                <a:uLnTx/>
                <a:uFillTx/>
                <a:latin typeface="Calibri" panose="020F0502020204030204"/>
                <a:ea typeface="+mn-ea"/>
                <a:cs typeface="+mn-cs"/>
              </a:rPr>
              <a:t>t</a:t>
            </a:r>
            <a:r>
              <a:rPr kumimoji="0" lang="en-US" sz="1800" b="0" i="0" u="none" strike="noStrike" kern="1200" cap="none" spc="0" normalizeH="0" noProof="0">
                <a:ln>
                  <a:noFill/>
                </a:ln>
                <a:solidFill>
                  <a:prstClr val="black"/>
                </a:solidFill>
                <a:effectLst/>
                <a:uLnTx/>
                <a:uFillTx/>
                <a:latin typeface="Calibri" panose="020F0502020204030204"/>
                <a:ea typeface="+mn-ea"/>
                <a:cs typeface="+mn-cs"/>
              </a:rPr>
              <a:t> còn môi trường chứa tia khúc xạ là bình thủy tinh có chiết suất n</a:t>
            </a:r>
            <a:r>
              <a:rPr kumimoji="0" lang="en-US" sz="1800" b="0" i="0" u="none" strike="noStrike" kern="1200" cap="none" spc="0" normalizeH="0" baseline="-25000" noProof="0">
                <a:ln>
                  <a:noFill/>
                </a:ln>
                <a:solidFill>
                  <a:prstClr val="black"/>
                </a:solidFill>
                <a:effectLst/>
                <a:uLnTx/>
                <a:uFillTx/>
                <a:latin typeface="Calibri" panose="020F0502020204030204"/>
                <a:ea typeface="+mn-ea"/>
                <a:cs typeface="+mn-cs"/>
              </a:rPr>
              <a:t>kx</a:t>
            </a:r>
            <a:r>
              <a:rPr kumimoji="0" lang="en-US" sz="1800" b="0" i="0" u="none" strike="noStrike" kern="1200" cap="none" spc="0" normalizeH="0" noProof="0">
                <a:ln>
                  <a:noFill/>
                </a:ln>
                <a:solidFill>
                  <a:prstClr val="black"/>
                </a:solidFill>
                <a:effectLst/>
                <a:uLnTx/>
                <a:uFillTx/>
                <a:latin typeface="Calibri" panose="020F0502020204030204"/>
                <a:ea typeface="+mn-ea"/>
                <a:cs typeface="+mn-cs"/>
              </a:rPr>
              <a:t> = n = 1,5</a:t>
            </a: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aphicFrame>
        <p:nvGraphicFramePr>
          <p:cNvPr id="9" name="Object 8">
            <a:extLst>
              <a:ext uri="{FF2B5EF4-FFF2-40B4-BE49-F238E27FC236}">
                <a16:creationId xmlns:a16="http://schemas.microsoft.com/office/drawing/2014/main" id="{A08AE9A3-4DB4-115F-34B4-F5D0A36383BA}"/>
              </a:ext>
            </a:extLst>
          </p:cNvPr>
          <p:cNvGraphicFramePr>
            <a:graphicFrameLocks noChangeAspect="1"/>
          </p:cNvGraphicFramePr>
          <p:nvPr>
            <p:extLst>
              <p:ext uri="{D42A27DB-BD31-4B8C-83A1-F6EECF244321}">
                <p14:modId xmlns:p14="http://schemas.microsoft.com/office/powerpoint/2010/main" val="3020032177"/>
              </p:ext>
            </p:extLst>
          </p:nvPr>
        </p:nvGraphicFramePr>
        <p:xfrm>
          <a:off x="801243" y="3429000"/>
          <a:ext cx="1684338" cy="731838"/>
        </p:xfrm>
        <a:graphic>
          <a:graphicData uri="http://schemas.openxmlformats.org/presentationml/2006/ole">
            <mc:AlternateContent xmlns:mc="http://schemas.openxmlformats.org/markup-compatibility/2006">
              <mc:Choice xmlns:v="urn:schemas-microsoft-com:vml" Requires="v">
                <p:oleObj name="Equation" r:id="rId4" imgW="990360" imgH="431640" progId="Equation.DSMT4">
                  <p:embed/>
                </p:oleObj>
              </mc:Choice>
              <mc:Fallback>
                <p:oleObj name="Equation" r:id="rId4" imgW="990360" imgH="431640" progId="Equation.DSMT4">
                  <p:embed/>
                  <p:pic>
                    <p:nvPicPr>
                      <p:cNvPr id="9" name="Object 8">
                        <a:extLst>
                          <a:ext uri="{FF2B5EF4-FFF2-40B4-BE49-F238E27FC236}">
                            <a16:creationId xmlns:a16="http://schemas.microsoft.com/office/drawing/2014/main" id="{A08AE9A3-4DB4-115F-34B4-F5D0A36383BA}"/>
                          </a:ext>
                        </a:extLst>
                      </p:cNvPr>
                      <p:cNvPicPr/>
                      <p:nvPr/>
                    </p:nvPicPr>
                    <p:blipFill>
                      <a:blip r:embed="rId5"/>
                      <a:stretch>
                        <a:fillRect/>
                      </a:stretch>
                    </p:blipFill>
                    <p:spPr>
                      <a:xfrm>
                        <a:off x="801243" y="3429000"/>
                        <a:ext cx="1684338" cy="731838"/>
                      </a:xfrm>
                      <a:prstGeom prst="rect">
                        <a:avLst/>
                      </a:prstGeom>
                      <a:ln>
                        <a:noFill/>
                      </a:ln>
                    </p:spPr>
                  </p:pic>
                </p:oleObj>
              </mc:Fallback>
            </mc:AlternateContent>
          </a:graphicData>
        </a:graphic>
      </p:graphicFrame>
      <p:sp>
        <p:nvSpPr>
          <p:cNvPr id="10" name="TextBox 9">
            <a:extLst>
              <a:ext uri="{FF2B5EF4-FFF2-40B4-BE49-F238E27FC236}">
                <a16:creationId xmlns:a16="http://schemas.microsoft.com/office/drawing/2014/main" id="{EE14EE4D-7FF3-7B6A-8739-1EEE170993B5}"/>
              </a:ext>
            </a:extLst>
          </p:cNvPr>
          <p:cNvSpPr txBox="1"/>
          <p:nvPr/>
        </p:nvSpPr>
        <p:spPr>
          <a:xfrm>
            <a:off x="233884" y="3590557"/>
            <a:ext cx="10213562" cy="369332"/>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prstClr val="black"/>
                </a:solidFill>
                <a:effectLst/>
                <a:uLnTx/>
                <a:uFillTx/>
                <a:latin typeface="Calibri" panose="020F0502020204030204"/>
                <a:ea typeface="+mn-ea"/>
                <a:cs typeface="+mn-cs"/>
              </a:rPr>
              <a:t>Vậy:</a:t>
            </a:r>
          </a:p>
        </p:txBody>
      </p:sp>
      <p:sp>
        <p:nvSpPr>
          <p:cNvPr id="12" name="TextBox 11">
            <a:extLst>
              <a:ext uri="{FF2B5EF4-FFF2-40B4-BE49-F238E27FC236}">
                <a16:creationId xmlns:a16="http://schemas.microsoft.com/office/drawing/2014/main" id="{315D9E2C-76E5-11E9-A9F6-5654057A275A}"/>
              </a:ext>
            </a:extLst>
          </p:cNvPr>
          <p:cNvSpPr txBox="1"/>
          <p:nvPr/>
        </p:nvSpPr>
        <p:spPr>
          <a:xfrm>
            <a:off x="2758440" y="3572282"/>
            <a:ext cx="6199632" cy="369332"/>
          </a:xfrm>
          <a:prstGeom prst="rect">
            <a:avLst/>
          </a:prstGeom>
          <a:noFill/>
        </p:spPr>
        <p:txBody>
          <a:bodyPr wrap="square">
            <a:spAutoFit/>
          </a:bodyPr>
          <a:lstStyle/>
          <a:p>
            <a:r>
              <a:rPr lang="en-US">
                <a:solidFill>
                  <a:prstClr val="black"/>
                </a:solidFill>
                <a:latin typeface="Calibri" panose="020F0502020204030204"/>
                <a:sym typeface="Symbol" panose="05050102010706020507" pitchFamily="18" charset="2"/>
              </a:rPr>
              <a:t> Chiết suất của chất lỏng là:</a:t>
            </a:r>
            <a:endParaRPr lang="en-US"/>
          </a:p>
        </p:txBody>
      </p:sp>
      <p:graphicFrame>
        <p:nvGraphicFramePr>
          <p:cNvPr id="13" name="Object 12">
            <a:extLst>
              <a:ext uri="{FF2B5EF4-FFF2-40B4-BE49-F238E27FC236}">
                <a16:creationId xmlns:a16="http://schemas.microsoft.com/office/drawing/2014/main" id="{684FC37B-0174-6A95-994D-3EF90FFE50EC}"/>
              </a:ext>
            </a:extLst>
          </p:cNvPr>
          <p:cNvGraphicFramePr>
            <a:graphicFrameLocks noChangeAspect="1"/>
          </p:cNvGraphicFramePr>
          <p:nvPr>
            <p:extLst>
              <p:ext uri="{D42A27DB-BD31-4B8C-83A1-F6EECF244321}">
                <p14:modId xmlns:p14="http://schemas.microsoft.com/office/powerpoint/2010/main" val="1781888090"/>
              </p:ext>
            </p:extLst>
          </p:nvPr>
        </p:nvGraphicFramePr>
        <p:xfrm>
          <a:off x="5689693" y="3400245"/>
          <a:ext cx="2384875" cy="697465"/>
        </p:xfrm>
        <a:graphic>
          <a:graphicData uri="http://schemas.openxmlformats.org/presentationml/2006/ole">
            <mc:AlternateContent xmlns:mc="http://schemas.openxmlformats.org/markup-compatibility/2006">
              <mc:Choice xmlns:v="urn:schemas-microsoft-com:vml" Requires="v">
                <p:oleObj name="Equation" r:id="rId6" imgW="1346040" imgH="393480" progId="Equation.DSMT4">
                  <p:embed/>
                </p:oleObj>
              </mc:Choice>
              <mc:Fallback>
                <p:oleObj name="Equation" r:id="rId6" imgW="1346040" imgH="393480" progId="Equation.DSMT4">
                  <p:embed/>
                  <p:pic>
                    <p:nvPicPr>
                      <p:cNvPr id="13" name="Object 12">
                        <a:extLst>
                          <a:ext uri="{FF2B5EF4-FFF2-40B4-BE49-F238E27FC236}">
                            <a16:creationId xmlns:a16="http://schemas.microsoft.com/office/drawing/2014/main" id="{684FC37B-0174-6A95-994D-3EF90FFE50EC}"/>
                          </a:ext>
                        </a:extLst>
                      </p:cNvPr>
                      <p:cNvPicPr/>
                      <p:nvPr/>
                    </p:nvPicPr>
                    <p:blipFill>
                      <a:blip r:embed="rId7"/>
                      <a:stretch>
                        <a:fillRect/>
                      </a:stretch>
                    </p:blipFill>
                    <p:spPr>
                      <a:xfrm>
                        <a:off x="5689693" y="3400245"/>
                        <a:ext cx="2384875" cy="697465"/>
                      </a:xfrm>
                      <a:prstGeom prst="rect">
                        <a:avLst/>
                      </a:prstGeom>
                    </p:spPr>
                  </p:pic>
                </p:oleObj>
              </mc:Fallback>
            </mc:AlternateContent>
          </a:graphicData>
        </a:graphic>
      </p:graphicFrame>
      <p:sp>
        <p:nvSpPr>
          <p:cNvPr id="14" name="TextBox 13">
            <a:extLst>
              <a:ext uri="{FF2B5EF4-FFF2-40B4-BE49-F238E27FC236}">
                <a16:creationId xmlns:a16="http://schemas.microsoft.com/office/drawing/2014/main" id="{910FB523-0997-CA44-1FA1-21F8B6C44AAB}"/>
              </a:ext>
            </a:extLst>
          </p:cNvPr>
          <p:cNvSpPr txBox="1"/>
          <p:nvPr/>
        </p:nvSpPr>
        <p:spPr>
          <a:xfrm>
            <a:off x="233884" y="4216144"/>
            <a:ext cx="10213562" cy="369332"/>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prstClr val="black"/>
                </a:solidFill>
                <a:effectLst/>
                <a:uLnTx/>
                <a:uFillTx/>
                <a:latin typeface="Calibri" panose="020F0502020204030204"/>
                <a:ea typeface="+mn-ea"/>
                <a:cs typeface="+mn-cs"/>
              </a:rPr>
              <a:t>b) Gọi</a:t>
            </a:r>
            <a:r>
              <a:rPr kumimoji="0" lang="en-US" sz="1800" b="0" i="0" u="none" strike="noStrike" kern="1200" cap="none" spc="0" normalizeH="0" noProof="0">
                <a:ln>
                  <a:noFill/>
                </a:ln>
                <a:solidFill>
                  <a:prstClr val="black"/>
                </a:solidFill>
                <a:effectLst/>
                <a:uLnTx/>
                <a:uFillTx/>
                <a:latin typeface="Calibri" panose="020F0502020204030204"/>
                <a:ea typeface="+mn-ea"/>
                <a:cs typeface="+mn-cs"/>
              </a:rPr>
              <a:t> góc tới trên đáy bình để xảy ra phản xạ toàn phần là</a:t>
            </a:r>
            <a:r>
              <a:rPr lang="en-US">
                <a:solidFill>
                  <a:prstClr val="black"/>
                </a:solidFill>
                <a:latin typeface="Calibri" panose="020F0502020204030204"/>
              </a:rPr>
              <a:t> </a:t>
            </a:r>
            <a:r>
              <a:rPr lang="en-US" i="1">
                <a:solidFill>
                  <a:prstClr val="black"/>
                </a:solidFill>
                <a:latin typeface="Calibri" panose="020F0502020204030204"/>
              </a:rPr>
              <a:t>i</a:t>
            </a:r>
            <a:r>
              <a:rPr lang="en-US" i="1" baseline="-25000">
                <a:solidFill>
                  <a:prstClr val="black"/>
                </a:solidFill>
                <a:latin typeface="Calibri" panose="020F0502020204030204"/>
              </a:rPr>
              <a:t>gh</a:t>
            </a:r>
            <a:r>
              <a:rPr lang="en-US" i="1">
                <a:solidFill>
                  <a:prstClr val="black"/>
                </a:solidFill>
                <a:latin typeface="Calibri" panose="020F0502020204030204"/>
              </a:rPr>
              <a:t> </a:t>
            </a:r>
            <a:r>
              <a:rPr lang="en-US">
                <a:solidFill>
                  <a:prstClr val="black"/>
                </a:solidFill>
                <a:latin typeface="Calibri" panose="020F0502020204030204"/>
              </a:rPr>
              <a:t>thì ta có:</a:t>
            </a: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aphicFrame>
        <p:nvGraphicFramePr>
          <p:cNvPr id="15" name="Object 14">
            <a:extLst>
              <a:ext uri="{FF2B5EF4-FFF2-40B4-BE49-F238E27FC236}">
                <a16:creationId xmlns:a16="http://schemas.microsoft.com/office/drawing/2014/main" id="{61C31202-7D5C-7BF2-BC76-19570599AD84}"/>
              </a:ext>
            </a:extLst>
          </p:cNvPr>
          <p:cNvGraphicFramePr>
            <a:graphicFrameLocks noChangeAspect="1"/>
          </p:cNvGraphicFramePr>
          <p:nvPr>
            <p:extLst>
              <p:ext uri="{D42A27DB-BD31-4B8C-83A1-F6EECF244321}">
                <p14:modId xmlns:p14="http://schemas.microsoft.com/office/powerpoint/2010/main" val="2211208481"/>
              </p:ext>
            </p:extLst>
          </p:nvPr>
        </p:nvGraphicFramePr>
        <p:xfrm>
          <a:off x="4554830" y="4703910"/>
          <a:ext cx="3082340" cy="764961"/>
        </p:xfrm>
        <a:graphic>
          <a:graphicData uri="http://schemas.openxmlformats.org/presentationml/2006/ole">
            <mc:AlternateContent xmlns:mc="http://schemas.openxmlformats.org/markup-compatibility/2006">
              <mc:Choice xmlns:v="urn:schemas-microsoft-com:vml" Requires="v">
                <p:oleObj name="Equation" r:id="rId8" imgW="1739880" imgH="431640" progId="Equation.DSMT4">
                  <p:embed/>
                </p:oleObj>
              </mc:Choice>
              <mc:Fallback>
                <p:oleObj name="Equation" r:id="rId8" imgW="1739880" imgH="431640" progId="Equation.DSMT4">
                  <p:embed/>
                  <p:pic>
                    <p:nvPicPr>
                      <p:cNvPr id="15" name="Object 14">
                        <a:extLst>
                          <a:ext uri="{FF2B5EF4-FFF2-40B4-BE49-F238E27FC236}">
                            <a16:creationId xmlns:a16="http://schemas.microsoft.com/office/drawing/2014/main" id="{61C31202-7D5C-7BF2-BC76-19570599AD84}"/>
                          </a:ext>
                        </a:extLst>
                      </p:cNvPr>
                      <p:cNvPicPr/>
                      <p:nvPr/>
                    </p:nvPicPr>
                    <p:blipFill>
                      <a:blip r:embed="rId9"/>
                      <a:stretch>
                        <a:fillRect/>
                      </a:stretch>
                    </p:blipFill>
                    <p:spPr>
                      <a:xfrm>
                        <a:off x="4554830" y="4703910"/>
                        <a:ext cx="3082340" cy="764961"/>
                      </a:xfrm>
                      <a:prstGeom prst="rect">
                        <a:avLst/>
                      </a:prstGeom>
                    </p:spPr>
                  </p:pic>
                </p:oleObj>
              </mc:Fallback>
            </mc:AlternateContent>
          </a:graphicData>
        </a:graphic>
      </p:graphicFrame>
      <p:sp>
        <p:nvSpPr>
          <p:cNvPr id="16" name="TextBox 15">
            <a:extLst>
              <a:ext uri="{FF2B5EF4-FFF2-40B4-BE49-F238E27FC236}">
                <a16:creationId xmlns:a16="http://schemas.microsoft.com/office/drawing/2014/main" id="{72086F0F-412F-96A6-A0F9-9BA26ECD2F0D}"/>
              </a:ext>
            </a:extLst>
          </p:cNvPr>
          <p:cNvSpPr txBox="1"/>
          <p:nvPr/>
        </p:nvSpPr>
        <p:spPr>
          <a:xfrm>
            <a:off x="2362200" y="5751371"/>
            <a:ext cx="6199632" cy="369332"/>
          </a:xfrm>
          <a:prstGeom prst="rect">
            <a:avLst/>
          </a:prstGeom>
          <a:noFill/>
        </p:spPr>
        <p:txBody>
          <a:bodyPr wrap="square">
            <a:spAutoFit/>
          </a:bodyPr>
          <a:lstStyle/>
          <a:p>
            <a:r>
              <a:rPr lang="en-US">
                <a:solidFill>
                  <a:prstClr val="black"/>
                </a:solidFill>
                <a:latin typeface="Calibri" panose="020F0502020204030204"/>
                <a:sym typeface="Symbol" panose="05050102010706020507" pitchFamily="18" charset="2"/>
              </a:rPr>
              <a:t> Góc tới giới hạn là:</a:t>
            </a:r>
            <a:endParaRPr lang="en-US"/>
          </a:p>
        </p:txBody>
      </p:sp>
      <p:graphicFrame>
        <p:nvGraphicFramePr>
          <p:cNvPr id="17" name="Object 16">
            <a:extLst>
              <a:ext uri="{FF2B5EF4-FFF2-40B4-BE49-F238E27FC236}">
                <a16:creationId xmlns:a16="http://schemas.microsoft.com/office/drawing/2014/main" id="{C4EA2886-869F-282E-EC55-92D52C6E1B6E}"/>
              </a:ext>
            </a:extLst>
          </p:cNvPr>
          <p:cNvGraphicFramePr>
            <a:graphicFrameLocks noChangeAspect="1"/>
          </p:cNvGraphicFramePr>
          <p:nvPr>
            <p:extLst>
              <p:ext uri="{D42A27DB-BD31-4B8C-83A1-F6EECF244321}">
                <p14:modId xmlns:p14="http://schemas.microsoft.com/office/powerpoint/2010/main" val="1393157750"/>
              </p:ext>
            </p:extLst>
          </p:nvPr>
        </p:nvGraphicFramePr>
        <p:xfrm>
          <a:off x="4576064" y="5532438"/>
          <a:ext cx="2990850" cy="809625"/>
        </p:xfrm>
        <a:graphic>
          <a:graphicData uri="http://schemas.openxmlformats.org/presentationml/2006/ole">
            <mc:AlternateContent xmlns:mc="http://schemas.openxmlformats.org/markup-compatibility/2006">
              <mc:Choice xmlns:v="urn:schemas-microsoft-com:vml" Requires="v">
                <p:oleObj name="Equation" r:id="rId10" imgW="1688760" imgH="457200" progId="Equation.DSMT4">
                  <p:embed/>
                </p:oleObj>
              </mc:Choice>
              <mc:Fallback>
                <p:oleObj name="Equation" r:id="rId10" imgW="1688760" imgH="457200" progId="Equation.DSMT4">
                  <p:embed/>
                  <p:pic>
                    <p:nvPicPr>
                      <p:cNvPr id="17" name="Object 16">
                        <a:extLst>
                          <a:ext uri="{FF2B5EF4-FFF2-40B4-BE49-F238E27FC236}">
                            <a16:creationId xmlns:a16="http://schemas.microsoft.com/office/drawing/2014/main" id="{C4EA2886-869F-282E-EC55-92D52C6E1B6E}"/>
                          </a:ext>
                        </a:extLst>
                      </p:cNvPr>
                      <p:cNvPicPr/>
                      <p:nvPr/>
                    </p:nvPicPr>
                    <p:blipFill>
                      <a:blip r:embed="rId11"/>
                      <a:stretch>
                        <a:fillRect/>
                      </a:stretch>
                    </p:blipFill>
                    <p:spPr>
                      <a:xfrm>
                        <a:off x="4576064" y="5532438"/>
                        <a:ext cx="2990850" cy="809625"/>
                      </a:xfrm>
                      <a:prstGeom prst="rect">
                        <a:avLst/>
                      </a:prstGeom>
                    </p:spPr>
                  </p:pic>
                </p:oleObj>
              </mc:Fallback>
            </mc:AlternateContent>
          </a:graphicData>
        </a:graphic>
      </p:graphicFrame>
    </p:spTree>
    <p:extLst>
      <p:ext uri="{BB962C8B-B14F-4D97-AF65-F5344CB8AC3E}">
        <p14:creationId xmlns:p14="http://schemas.microsoft.com/office/powerpoint/2010/main" val="208020913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1000"/>
                                        <p:tgtEl>
                                          <p:spTgt spid="3"/>
                                        </p:tgtEl>
                                      </p:cBhvr>
                                    </p:animEffect>
                                    <p:anim calcmode="lin" valueType="num">
                                      <p:cBhvr>
                                        <p:cTn id="8" dur="1000" fill="hold"/>
                                        <p:tgtEl>
                                          <p:spTgt spid="3"/>
                                        </p:tgtEl>
                                        <p:attrNameLst>
                                          <p:attrName>ppt_x</p:attrName>
                                        </p:attrNameLst>
                                      </p:cBhvr>
                                      <p:tavLst>
                                        <p:tav tm="0">
                                          <p:val>
                                            <p:strVal val="#ppt_x"/>
                                          </p:val>
                                        </p:tav>
                                        <p:tav tm="100000">
                                          <p:val>
                                            <p:strVal val="#ppt_x"/>
                                          </p:val>
                                        </p:tav>
                                      </p:tavLst>
                                    </p:anim>
                                    <p:anim calcmode="lin" valueType="num">
                                      <p:cBhvr>
                                        <p:cTn id="9" dur="1000" fill="hold"/>
                                        <p:tgtEl>
                                          <p:spTgt spid="3"/>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4"/>
                                        </p:tgtEl>
                                        <p:attrNameLst>
                                          <p:attrName>style.visibility</p:attrName>
                                        </p:attrNameLst>
                                      </p:cBhvr>
                                      <p:to>
                                        <p:strVal val="visible"/>
                                      </p:to>
                                    </p:set>
                                    <p:animEffect transition="in" filter="fade">
                                      <p:cBhvr>
                                        <p:cTn id="14" dur="1000"/>
                                        <p:tgtEl>
                                          <p:spTgt spid="4"/>
                                        </p:tgtEl>
                                      </p:cBhvr>
                                    </p:animEffect>
                                    <p:anim calcmode="lin" valueType="num">
                                      <p:cBhvr>
                                        <p:cTn id="15" dur="1000" fill="hold"/>
                                        <p:tgtEl>
                                          <p:spTgt spid="4"/>
                                        </p:tgtEl>
                                        <p:attrNameLst>
                                          <p:attrName>ppt_x</p:attrName>
                                        </p:attrNameLst>
                                      </p:cBhvr>
                                      <p:tavLst>
                                        <p:tav tm="0">
                                          <p:val>
                                            <p:strVal val="#ppt_x"/>
                                          </p:val>
                                        </p:tav>
                                        <p:tav tm="100000">
                                          <p:val>
                                            <p:strVal val="#ppt_x"/>
                                          </p:val>
                                        </p:tav>
                                      </p:tavLst>
                                    </p:anim>
                                    <p:anim calcmode="lin" valueType="num">
                                      <p:cBhvr>
                                        <p:cTn id="16" dur="1000" fill="hold"/>
                                        <p:tgtEl>
                                          <p:spTgt spid="4"/>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6"/>
                                        </p:tgtEl>
                                        <p:attrNameLst>
                                          <p:attrName>style.visibility</p:attrName>
                                        </p:attrNameLst>
                                      </p:cBhvr>
                                      <p:to>
                                        <p:strVal val="visible"/>
                                      </p:to>
                                    </p:set>
                                    <p:animEffect transition="in" filter="fade">
                                      <p:cBhvr>
                                        <p:cTn id="21" dur="1000"/>
                                        <p:tgtEl>
                                          <p:spTgt spid="6"/>
                                        </p:tgtEl>
                                      </p:cBhvr>
                                    </p:animEffect>
                                    <p:anim calcmode="lin" valueType="num">
                                      <p:cBhvr>
                                        <p:cTn id="22" dur="1000" fill="hold"/>
                                        <p:tgtEl>
                                          <p:spTgt spid="6"/>
                                        </p:tgtEl>
                                        <p:attrNameLst>
                                          <p:attrName>ppt_x</p:attrName>
                                        </p:attrNameLst>
                                      </p:cBhvr>
                                      <p:tavLst>
                                        <p:tav tm="0">
                                          <p:val>
                                            <p:strVal val="#ppt_x"/>
                                          </p:val>
                                        </p:tav>
                                        <p:tav tm="100000">
                                          <p:val>
                                            <p:strVal val="#ppt_x"/>
                                          </p:val>
                                        </p:tav>
                                      </p:tavLst>
                                    </p:anim>
                                    <p:anim calcmode="lin" valueType="num">
                                      <p:cBhvr>
                                        <p:cTn id="23" dur="1000" fill="hold"/>
                                        <p:tgtEl>
                                          <p:spTgt spid="6"/>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nodeType="clickEffect">
                                  <p:stCondLst>
                                    <p:cond delay="0"/>
                                  </p:stCondLst>
                                  <p:childTnLst>
                                    <p:set>
                                      <p:cBhvr>
                                        <p:cTn id="27" dur="1" fill="hold">
                                          <p:stCondLst>
                                            <p:cond delay="0"/>
                                          </p:stCondLst>
                                        </p:cTn>
                                        <p:tgtEl>
                                          <p:spTgt spid="5"/>
                                        </p:tgtEl>
                                        <p:attrNameLst>
                                          <p:attrName>style.visibility</p:attrName>
                                        </p:attrNameLst>
                                      </p:cBhvr>
                                      <p:to>
                                        <p:strVal val="visible"/>
                                      </p:to>
                                    </p:set>
                                    <p:animEffect transition="in" filter="fade">
                                      <p:cBhvr>
                                        <p:cTn id="28" dur="1000"/>
                                        <p:tgtEl>
                                          <p:spTgt spid="5"/>
                                        </p:tgtEl>
                                      </p:cBhvr>
                                    </p:animEffect>
                                    <p:anim calcmode="lin" valueType="num">
                                      <p:cBhvr>
                                        <p:cTn id="29" dur="1000" fill="hold"/>
                                        <p:tgtEl>
                                          <p:spTgt spid="5"/>
                                        </p:tgtEl>
                                        <p:attrNameLst>
                                          <p:attrName>ppt_x</p:attrName>
                                        </p:attrNameLst>
                                      </p:cBhvr>
                                      <p:tavLst>
                                        <p:tav tm="0">
                                          <p:val>
                                            <p:strVal val="#ppt_x"/>
                                          </p:val>
                                        </p:tav>
                                        <p:tav tm="100000">
                                          <p:val>
                                            <p:strVal val="#ppt_x"/>
                                          </p:val>
                                        </p:tav>
                                      </p:tavLst>
                                    </p:anim>
                                    <p:anim calcmode="lin" valueType="num">
                                      <p:cBhvr>
                                        <p:cTn id="30" dur="1000" fill="hold"/>
                                        <p:tgtEl>
                                          <p:spTgt spid="5"/>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7"/>
                                        </p:tgtEl>
                                        <p:attrNameLst>
                                          <p:attrName>style.visibility</p:attrName>
                                        </p:attrNameLst>
                                      </p:cBhvr>
                                      <p:to>
                                        <p:strVal val="visible"/>
                                      </p:to>
                                    </p:set>
                                    <p:animEffect transition="in" filter="fade">
                                      <p:cBhvr>
                                        <p:cTn id="35" dur="1000"/>
                                        <p:tgtEl>
                                          <p:spTgt spid="7"/>
                                        </p:tgtEl>
                                      </p:cBhvr>
                                    </p:animEffect>
                                    <p:anim calcmode="lin" valueType="num">
                                      <p:cBhvr>
                                        <p:cTn id="36" dur="1000" fill="hold"/>
                                        <p:tgtEl>
                                          <p:spTgt spid="7"/>
                                        </p:tgtEl>
                                        <p:attrNameLst>
                                          <p:attrName>ppt_x</p:attrName>
                                        </p:attrNameLst>
                                      </p:cBhvr>
                                      <p:tavLst>
                                        <p:tav tm="0">
                                          <p:val>
                                            <p:strVal val="#ppt_x"/>
                                          </p:val>
                                        </p:tav>
                                        <p:tav tm="100000">
                                          <p:val>
                                            <p:strVal val="#ppt_x"/>
                                          </p:val>
                                        </p:tav>
                                      </p:tavLst>
                                    </p:anim>
                                    <p:anim calcmode="lin" valueType="num">
                                      <p:cBhvr>
                                        <p:cTn id="37"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42" presetClass="entr" presetSubtype="0" fill="hold" grpId="0" nodeType="clickEffect">
                                  <p:stCondLst>
                                    <p:cond delay="0"/>
                                  </p:stCondLst>
                                  <p:childTnLst>
                                    <p:set>
                                      <p:cBhvr>
                                        <p:cTn id="41" dur="1" fill="hold">
                                          <p:stCondLst>
                                            <p:cond delay="0"/>
                                          </p:stCondLst>
                                        </p:cTn>
                                        <p:tgtEl>
                                          <p:spTgt spid="10"/>
                                        </p:tgtEl>
                                        <p:attrNameLst>
                                          <p:attrName>style.visibility</p:attrName>
                                        </p:attrNameLst>
                                      </p:cBhvr>
                                      <p:to>
                                        <p:strVal val="visible"/>
                                      </p:to>
                                    </p:set>
                                    <p:animEffect transition="in" filter="fade">
                                      <p:cBhvr>
                                        <p:cTn id="42" dur="1000"/>
                                        <p:tgtEl>
                                          <p:spTgt spid="10"/>
                                        </p:tgtEl>
                                      </p:cBhvr>
                                    </p:animEffect>
                                    <p:anim calcmode="lin" valueType="num">
                                      <p:cBhvr>
                                        <p:cTn id="43" dur="1000" fill="hold"/>
                                        <p:tgtEl>
                                          <p:spTgt spid="10"/>
                                        </p:tgtEl>
                                        <p:attrNameLst>
                                          <p:attrName>ppt_x</p:attrName>
                                        </p:attrNameLst>
                                      </p:cBhvr>
                                      <p:tavLst>
                                        <p:tav tm="0">
                                          <p:val>
                                            <p:strVal val="#ppt_x"/>
                                          </p:val>
                                        </p:tav>
                                        <p:tav tm="100000">
                                          <p:val>
                                            <p:strVal val="#ppt_x"/>
                                          </p:val>
                                        </p:tav>
                                      </p:tavLst>
                                    </p:anim>
                                    <p:anim calcmode="lin" valueType="num">
                                      <p:cBhvr>
                                        <p:cTn id="44" dur="1000" fill="hold"/>
                                        <p:tgtEl>
                                          <p:spTgt spid="10"/>
                                        </p:tgtEl>
                                        <p:attrNameLst>
                                          <p:attrName>ppt_y</p:attrName>
                                        </p:attrNameLst>
                                      </p:cBhvr>
                                      <p:tavLst>
                                        <p:tav tm="0">
                                          <p:val>
                                            <p:strVal val="#ppt_y+.1"/>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42" presetClass="entr" presetSubtype="0" fill="hold" nodeType="clickEffect">
                                  <p:stCondLst>
                                    <p:cond delay="0"/>
                                  </p:stCondLst>
                                  <p:childTnLst>
                                    <p:set>
                                      <p:cBhvr>
                                        <p:cTn id="48" dur="1" fill="hold">
                                          <p:stCondLst>
                                            <p:cond delay="0"/>
                                          </p:stCondLst>
                                        </p:cTn>
                                        <p:tgtEl>
                                          <p:spTgt spid="9"/>
                                        </p:tgtEl>
                                        <p:attrNameLst>
                                          <p:attrName>style.visibility</p:attrName>
                                        </p:attrNameLst>
                                      </p:cBhvr>
                                      <p:to>
                                        <p:strVal val="visible"/>
                                      </p:to>
                                    </p:set>
                                    <p:animEffect transition="in" filter="fade">
                                      <p:cBhvr>
                                        <p:cTn id="49" dur="1000"/>
                                        <p:tgtEl>
                                          <p:spTgt spid="9"/>
                                        </p:tgtEl>
                                      </p:cBhvr>
                                    </p:animEffect>
                                    <p:anim calcmode="lin" valueType="num">
                                      <p:cBhvr>
                                        <p:cTn id="50" dur="1000" fill="hold"/>
                                        <p:tgtEl>
                                          <p:spTgt spid="9"/>
                                        </p:tgtEl>
                                        <p:attrNameLst>
                                          <p:attrName>ppt_x</p:attrName>
                                        </p:attrNameLst>
                                      </p:cBhvr>
                                      <p:tavLst>
                                        <p:tav tm="0">
                                          <p:val>
                                            <p:strVal val="#ppt_x"/>
                                          </p:val>
                                        </p:tav>
                                        <p:tav tm="100000">
                                          <p:val>
                                            <p:strVal val="#ppt_x"/>
                                          </p:val>
                                        </p:tav>
                                      </p:tavLst>
                                    </p:anim>
                                    <p:anim calcmode="lin" valueType="num">
                                      <p:cBhvr>
                                        <p:cTn id="51" dur="1000" fill="hold"/>
                                        <p:tgtEl>
                                          <p:spTgt spid="9"/>
                                        </p:tgtEl>
                                        <p:attrNameLst>
                                          <p:attrName>ppt_y</p:attrName>
                                        </p:attrNameLst>
                                      </p:cBhvr>
                                      <p:tavLst>
                                        <p:tav tm="0">
                                          <p:val>
                                            <p:strVal val="#ppt_y+.1"/>
                                          </p:val>
                                        </p:tav>
                                        <p:tav tm="100000">
                                          <p:val>
                                            <p:strVal val="#ppt_y"/>
                                          </p:val>
                                        </p:tav>
                                      </p:tavLst>
                                    </p:anim>
                                  </p:childTnLst>
                                </p:cTn>
                              </p:par>
                            </p:childTnLst>
                          </p:cTn>
                        </p:par>
                      </p:childTnLst>
                    </p:cTn>
                  </p:par>
                  <p:par>
                    <p:cTn id="52" fill="hold">
                      <p:stCondLst>
                        <p:cond delay="indefinite"/>
                      </p:stCondLst>
                      <p:childTnLst>
                        <p:par>
                          <p:cTn id="53" fill="hold">
                            <p:stCondLst>
                              <p:cond delay="0"/>
                            </p:stCondLst>
                            <p:childTnLst>
                              <p:par>
                                <p:cTn id="54" presetID="42" presetClass="entr" presetSubtype="0" fill="hold" nodeType="clickEffect">
                                  <p:stCondLst>
                                    <p:cond delay="0"/>
                                  </p:stCondLst>
                                  <p:childTnLst>
                                    <p:set>
                                      <p:cBhvr>
                                        <p:cTn id="55" dur="1" fill="hold">
                                          <p:stCondLst>
                                            <p:cond delay="0"/>
                                          </p:stCondLst>
                                        </p:cTn>
                                        <p:tgtEl>
                                          <p:spTgt spid="13"/>
                                        </p:tgtEl>
                                        <p:attrNameLst>
                                          <p:attrName>style.visibility</p:attrName>
                                        </p:attrNameLst>
                                      </p:cBhvr>
                                      <p:to>
                                        <p:strVal val="visible"/>
                                      </p:to>
                                    </p:set>
                                    <p:animEffect transition="in" filter="fade">
                                      <p:cBhvr>
                                        <p:cTn id="56" dur="1000"/>
                                        <p:tgtEl>
                                          <p:spTgt spid="13"/>
                                        </p:tgtEl>
                                      </p:cBhvr>
                                    </p:animEffect>
                                    <p:anim calcmode="lin" valueType="num">
                                      <p:cBhvr>
                                        <p:cTn id="57" dur="1000" fill="hold"/>
                                        <p:tgtEl>
                                          <p:spTgt spid="13"/>
                                        </p:tgtEl>
                                        <p:attrNameLst>
                                          <p:attrName>ppt_x</p:attrName>
                                        </p:attrNameLst>
                                      </p:cBhvr>
                                      <p:tavLst>
                                        <p:tav tm="0">
                                          <p:val>
                                            <p:strVal val="#ppt_x"/>
                                          </p:val>
                                        </p:tav>
                                        <p:tav tm="100000">
                                          <p:val>
                                            <p:strVal val="#ppt_x"/>
                                          </p:val>
                                        </p:tav>
                                      </p:tavLst>
                                    </p:anim>
                                    <p:anim calcmode="lin" valueType="num">
                                      <p:cBhvr>
                                        <p:cTn id="58" dur="1000" fill="hold"/>
                                        <p:tgtEl>
                                          <p:spTgt spid="13"/>
                                        </p:tgtEl>
                                        <p:attrNameLst>
                                          <p:attrName>ppt_y</p:attrName>
                                        </p:attrNameLst>
                                      </p:cBhvr>
                                      <p:tavLst>
                                        <p:tav tm="0">
                                          <p:val>
                                            <p:strVal val="#ppt_y+.1"/>
                                          </p:val>
                                        </p:tav>
                                        <p:tav tm="100000">
                                          <p:val>
                                            <p:strVal val="#ppt_y"/>
                                          </p:val>
                                        </p:tav>
                                      </p:tavLst>
                                    </p:anim>
                                  </p:childTnLst>
                                </p:cTn>
                              </p:par>
                            </p:childTnLst>
                          </p:cTn>
                        </p:par>
                      </p:childTnLst>
                    </p:cTn>
                  </p:par>
                  <p:par>
                    <p:cTn id="59" fill="hold">
                      <p:stCondLst>
                        <p:cond delay="indefinite"/>
                      </p:stCondLst>
                      <p:childTnLst>
                        <p:par>
                          <p:cTn id="60" fill="hold">
                            <p:stCondLst>
                              <p:cond delay="0"/>
                            </p:stCondLst>
                            <p:childTnLst>
                              <p:par>
                                <p:cTn id="61" presetID="42" presetClass="entr" presetSubtype="0" fill="hold" grpId="0" nodeType="clickEffect">
                                  <p:stCondLst>
                                    <p:cond delay="0"/>
                                  </p:stCondLst>
                                  <p:childTnLst>
                                    <p:set>
                                      <p:cBhvr>
                                        <p:cTn id="62" dur="1" fill="hold">
                                          <p:stCondLst>
                                            <p:cond delay="0"/>
                                          </p:stCondLst>
                                        </p:cTn>
                                        <p:tgtEl>
                                          <p:spTgt spid="14"/>
                                        </p:tgtEl>
                                        <p:attrNameLst>
                                          <p:attrName>style.visibility</p:attrName>
                                        </p:attrNameLst>
                                      </p:cBhvr>
                                      <p:to>
                                        <p:strVal val="visible"/>
                                      </p:to>
                                    </p:set>
                                    <p:animEffect transition="in" filter="fade">
                                      <p:cBhvr>
                                        <p:cTn id="63" dur="1000"/>
                                        <p:tgtEl>
                                          <p:spTgt spid="14"/>
                                        </p:tgtEl>
                                      </p:cBhvr>
                                    </p:animEffect>
                                    <p:anim calcmode="lin" valueType="num">
                                      <p:cBhvr>
                                        <p:cTn id="64" dur="1000" fill="hold"/>
                                        <p:tgtEl>
                                          <p:spTgt spid="14"/>
                                        </p:tgtEl>
                                        <p:attrNameLst>
                                          <p:attrName>ppt_x</p:attrName>
                                        </p:attrNameLst>
                                      </p:cBhvr>
                                      <p:tavLst>
                                        <p:tav tm="0">
                                          <p:val>
                                            <p:strVal val="#ppt_x"/>
                                          </p:val>
                                        </p:tav>
                                        <p:tav tm="100000">
                                          <p:val>
                                            <p:strVal val="#ppt_x"/>
                                          </p:val>
                                        </p:tav>
                                      </p:tavLst>
                                    </p:anim>
                                    <p:anim calcmode="lin" valueType="num">
                                      <p:cBhvr>
                                        <p:cTn id="65" dur="1000" fill="hold"/>
                                        <p:tgtEl>
                                          <p:spTgt spid="14"/>
                                        </p:tgtEl>
                                        <p:attrNameLst>
                                          <p:attrName>ppt_y</p:attrName>
                                        </p:attrNameLst>
                                      </p:cBhvr>
                                      <p:tavLst>
                                        <p:tav tm="0">
                                          <p:val>
                                            <p:strVal val="#ppt_y+.1"/>
                                          </p:val>
                                        </p:tav>
                                        <p:tav tm="100000">
                                          <p:val>
                                            <p:strVal val="#ppt_y"/>
                                          </p:val>
                                        </p:tav>
                                      </p:tavLst>
                                    </p:anim>
                                  </p:childTnLst>
                                </p:cTn>
                              </p:par>
                            </p:childTnLst>
                          </p:cTn>
                        </p:par>
                      </p:childTnLst>
                    </p:cTn>
                  </p:par>
                  <p:par>
                    <p:cTn id="66" fill="hold">
                      <p:stCondLst>
                        <p:cond delay="indefinite"/>
                      </p:stCondLst>
                      <p:childTnLst>
                        <p:par>
                          <p:cTn id="67" fill="hold">
                            <p:stCondLst>
                              <p:cond delay="0"/>
                            </p:stCondLst>
                            <p:childTnLst>
                              <p:par>
                                <p:cTn id="68" presetID="42" presetClass="entr" presetSubtype="0" fill="hold" nodeType="clickEffect">
                                  <p:stCondLst>
                                    <p:cond delay="0"/>
                                  </p:stCondLst>
                                  <p:childTnLst>
                                    <p:set>
                                      <p:cBhvr>
                                        <p:cTn id="69" dur="1" fill="hold">
                                          <p:stCondLst>
                                            <p:cond delay="0"/>
                                          </p:stCondLst>
                                        </p:cTn>
                                        <p:tgtEl>
                                          <p:spTgt spid="17"/>
                                        </p:tgtEl>
                                        <p:attrNameLst>
                                          <p:attrName>style.visibility</p:attrName>
                                        </p:attrNameLst>
                                      </p:cBhvr>
                                      <p:to>
                                        <p:strVal val="visible"/>
                                      </p:to>
                                    </p:set>
                                    <p:animEffect transition="in" filter="fade">
                                      <p:cBhvr>
                                        <p:cTn id="70" dur="1000"/>
                                        <p:tgtEl>
                                          <p:spTgt spid="17"/>
                                        </p:tgtEl>
                                      </p:cBhvr>
                                    </p:animEffect>
                                    <p:anim calcmode="lin" valueType="num">
                                      <p:cBhvr>
                                        <p:cTn id="71" dur="1000" fill="hold"/>
                                        <p:tgtEl>
                                          <p:spTgt spid="17"/>
                                        </p:tgtEl>
                                        <p:attrNameLst>
                                          <p:attrName>ppt_x</p:attrName>
                                        </p:attrNameLst>
                                      </p:cBhvr>
                                      <p:tavLst>
                                        <p:tav tm="0">
                                          <p:val>
                                            <p:strVal val="#ppt_x"/>
                                          </p:val>
                                        </p:tav>
                                        <p:tav tm="100000">
                                          <p:val>
                                            <p:strVal val="#ppt_x"/>
                                          </p:val>
                                        </p:tav>
                                      </p:tavLst>
                                    </p:anim>
                                    <p:anim calcmode="lin" valueType="num">
                                      <p:cBhvr>
                                        <p:cTn id="72" dur="1000" fill="hold"/>
                                        <p:tgtEl>
                                          <p:spTgt spid="17"/>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4" grpId="0"/>
      <p:bldP spid="6" grpId="0"/>
      <p:bldP spid="7" grpId="0"/>
      <p:bldP spid="10" grpId="0"/>
      <p:bldP spid="14" grpId="0"/>
    </p:bld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F98357CE-0DF6-D831-E792-CAD82FBF746A}"/>
              </a:ext>
            </a:extLst>
          </p:cNvPr>
          <p:cNvSpPr/>
          <p:nvPr/>
        </p:nvSpPr>
        <p:spPr>
          <a:xfrm>
            <a:off x="1285227" y="333863"/>
            <a:ext cx="9621545" cy="2215991"/>
          </a:xfrm>
          <a:prstGeom prst="rect">
            <a:avLst/>
          </a:prstGeom>
          <a:noFill/>
        </p:spPr>
        <p:txBody>
          <a:bodyPr wrap="none" lIns="91440" tIns="45720" rIns="91440" bIns="45720">
            <a:spAutoFit/>
          </a:bodyPr>
          <a:lstStyle/>
          <a:p>
            <a:pPr algn="ctr"/>
            <a:r>
              <a:rPr lang="en-US" sz="13800" b="1" cap="none" spc="0">
                <a:ln w="12700">
                  <a:solidFill>
                    <a:schemeClr val="accent3">
                      <a:lumMod val="50000"/>
                    </a:schemeClr>
                  </a:solidFill>
                  <a:prstDash val="solid"/>
                </a:ln>
                <a:pattFill prst="narHorz">
                  <a:fgClr>
                    <a:schemeClr val="accent3"/>
                  </a:fgClr>
                  <a:bgClr>
                    <a:schemeClr val="accent3">
                      <a:lumMod val="40000"/>
                      <a:lumOff val="60000"/>
                    </a:schemeClr>
                  </a:bgClr>
                </a:pattFill>
                <a:effectLst>
                  <a:innerShdw blurRad="177800">
                    <a:schemeClr val="accent3">
                      <a:lumMod val="50000"/>
                    </a:schemeClr>
                  </a:innerShdw>
                </a:effectLst>
              </a:rPr>
              <a:t>Thank you!</a:t>
            </a:r>
          </a:p>
        </p:txBody>
      </p:sp>
    </p:spTree>
    <p:extLst>
      <p:ext uri="{BB962C8B-B14F-4D97-AF65-F5344CB8AC3E}">
        <p14:creationId xmlns:p14="http://schemas.microsoft.com/office/powerpoint/2010/main" val="1500030425"/>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Contents Slide Master">
  <a:themeElements>
    <a:clrScheme name="ALLPPT-131">
      <a:dk1>
        <a:sysClr val="windowText" lastClr="000000"/>
      </a:dk1>
      <a:lt1>
        <a:sysClr val="window" lastClr="FFFFFF"/>
      </a:lt1>
      <a:dk2>
        <a:srgbClr val="44546A"/>
      </a:dk2>
      <a:lt2>
        <a:srgbClr val="E7E6E6"/>
      </a:lt2>
      <a:accent1>
        <a:srgbClr val="8AC7D3"/>
      </a:accent1>
      <a:accent2>
        <a:srgbClr val="307689"/>
      </a:accent2>
      <a:accent3>
        <a:srgbClr val="F7C76A"/>
      </a:accent3>
      <a:accent4>
        <a:srgbClr val="E93A0F"/>
      </a:accent4>
      <a:accent5>
        <a:srgbClr val="C1C3C4"/>
      </a:accent5>
      <a:accent6>
        <a:srgbClr val="506272"/>
      </a:accent6>
      <a:hlink>
        <a:srgbClr val="000000"/>
      </a:hlink>
      <a:folHlink>
        <a:srgbClr val="000000"/>
      </a:folHlink>
    </a:clrScheme>
    <a:fontScheme name="ALLPPT FONT">
      <a:majorFont>
        <a:latin typeface="Arial"/>
        <a:ea typeface="Arial Unicode MS"/>
        <a:cs typeface=""/>
      </a:majorFont>
      <a:minorFont>
        <a:latin typeface="Arial"/>
        <a:ea typeface="Arial Unicode MS"/>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1164</TotalTime>
  <Words>8294</Words>
  <Application>Microsoft Office PowerPoint</Application>
  <PresentationFormat>Widescreen</PresentationFormat>
  <Paragraphs>522</Paragraphs>
  <Slides>44</Slides>
  <Notes>6</Notes>
  <HiddenSlides>0</HiddenSlides>
  <MMClips>0</MMClips>
  <ScaleCrop>false</ScaleCrop>
  <HeadingPairs>
    <vt:vector size="8" baseType="variant">
      <vt:variant>
        <vt:lpstr>Fonts Used</vt:lpstr>
      </vt:variant>
      <vt:variant>
        <vt:i4>7</vt:i4>
      </vt:variant>
      <vt:variant>
        <vt:lpstr>Theme</vt:lpstr>
      </vt:variant>
      <vt:variant>
        <vt:i4>2</vt:i4>
      </vt:variant>
      <vt:variant>
        <vt:lpstr>Embedded OLE Servers</vt:lpstr>
      </vt:variant>
      <vt:variant>
        <vt:i4>2</vt:i4>
      </vt:variant>
      <vt:variant>
        <vt:lpstr>Slide Titles</vt:lpstr>
      </vt:variant>
      <vt:variant>
        <vt:i4>44</vt:i4>
      </vt:variant>
    </vt:vector>
  </HeadingPairs>
  <TitlesOfParts>
    <vt:vector size="55" baseType="lpstr">
      <vt:lpstr>Arial</vt:lpstr>
      <vt:lpstr>Calibri</vt:lpstr>
      <vt:lpstr>Calibri Light</vt:lpstr>
      <vt:lpstr>Cambria Math</vt:lpstr>
      <vt:lpstr>Symbol</vt:lpstr>
      <vt:lpstr>Times New Roman</vt:lpstr>
      <vt:lpstr>Wingdings</vt:lpstr>
      <vt:lpstr>Office Theme</vt:lpstr>
      <vt:lpstr>Contents Slide Master</vt:lpstr>
      <vt:lpstr>Equation</vt:lpstr>
      <vt:lpstr>MathType 7.0 Equation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Administrator</dc:creator>
  <cp:lastModifiedBy>Administrator</cp:lastModifiedBy>
  <cp:revision>54</cp:revision>
  <dcterms:created xsi:type="dcterms:W3CDTF">2025-05-04T07:30:45Z</dcterms:created>
  <dcterms:modified xsi:type="dcterms:W3CDTF">2025-05-26T14:42:01Z</dcterms:modified>
</cp:coreProperties>
</file>